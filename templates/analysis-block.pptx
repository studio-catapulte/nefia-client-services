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3125307548469641E-2"/>
          <c:y val="9.4597632547498256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