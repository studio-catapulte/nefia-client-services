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Relationship Id="rId8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Relationship Id="rId8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Relationship Id="rId8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Relationship Id="rId8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Relationship Id="rId8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Relationship Id="rId8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Relationship Id="rId8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Relationship Id="rId8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Relationship Id="rId8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Relationship Id="rId8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>
                <a:solidFill>
                  <a:schemeClr val="tx1"/>
                </a:solidFill>
                <a:effectLst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r>
              <a:rPr lang="fr-FR" dirty="0">
                <a:solidFill>
                  <a:schemeClr val="tx1"/>
                </a:solidFill>
                <a:effectLst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 étaient bien respectées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ED09E395-9475-FB99-BA5E-3C53ED257480}"/>
              </a:ext>
            </a:extLst>
          </p:cNvPr>
          <p:cNvSpPr txBox="1"/>
          <p:nvPr/>
        </p:nvSpPr>
        <p:spPr>
          <a:xfrm>
            <a:off x="465552" y="5187034"/>
            <a:ext cx="8373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Mes commentaires :</a:t>
            </a:r>
          </a:p>
          <a:p>
            <a:pPr marL="285750" indent="-285750" algn="l"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  <a:effectLst/>
                <a:latin typeface="+mj-lt"/>
              </a:rPr>
              <a:t>Patrice : </a:t>
            </a:r>
            <a:r>
              <a:rPr lang="fr-FR" dirty="0">
                <a:solidFill>
                  <a:srgbClr val="202124"/>
                </a:solidFill>
                <a:effectLst/>
                <a:latin typeface="+mj-lt"/>
              </a:rPr>
              <a:t>« concernant les assez dans les assiettes».  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