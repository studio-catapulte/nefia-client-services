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rgbClr val="FFFF00"/>
                </a:solidFill>
              </a:ln>
              <a:effectLst/>
              <a:sp3d contourW="25400">
                <a:contourClr>
                  <a:srgbClr val="FFFF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rgbClr val="FFC000"/>
                </a:solidFill>
              </a:ln>
              <a:effectLst/>
              <a:sp3d contourW="25400">
                <a:contourClr>
                  <a:srgbClr val="FFC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rgbClr val="FF0000"/>
                </a:solidFill>
              </a:ln>
              <a:effectLst/>
              <a:sp3d contourW="25400">
                <a:contourClr>
                  <a:srgbClr val="FF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accent1"/>
                </a:solidFill>
              </a:ln>
              <a:effectLst/>
              <a:sp3d contourW="25400">
                <a:contourClr>
                  <a:schemeClr val="accen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accent2"/>
                </a:solidFill>
              </a:ln>
              <a:effectLst/>
              <a:sp3d contourW="25400">
                <a:contourClr>
                  <a:schemeClr val="accent2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accent3"/>
                </a:solidFill>
              </a:ln>
              <a:effectLst/>
              <a:sp3d contourW="25400">
                <a:contourClr>
                  <a:schemeClr val="accent3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accent4"/>
                </a:solidFill>
              </a:ln>
              <a:effectLst/>
              <a:sp3d contourW="25400">
                <a:contourClr>
                  <a:schemeClr val="accent4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 étaient bien respectées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799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