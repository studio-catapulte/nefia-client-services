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89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  <p:sldMasterId id="2147483672" r:id="rId5"/>
    <p:sldMasterId id="2147483684" r:id="rId6"/>
    <p:sldMasterId id="2147483721" r:id="rId7"/>
    <p:sldMasterId id="2147483697" r:id="rId8"/>
    <p:sldMasterId id="2147483709" r:id="rId9"/>
    <p:sldMasterId id="2147483733" r:id="rId10"/>
    <p:sldMasterId id="2147483745" r:id="rId11"/>
  </p:sldMasterIdLst>
  <p:notesMasterIdLst>
    <p:notesMasterId r:id="rId50"/>
  </p:notesMasterIdLst>
  <p:sldIdLst>
    <p:sldId id="260" r:id="rId15"/>
    <p:sldId id="261" r:id="rId16"/>
    <p:sldId id="298" r:id="rId17"/>
    <p:sldId id="296" r:id="rId18"/>
    <p:sldId id="805" r:id="rId19"/>
    <p:sldId id="806" r:id="rId20"/>
    <p:sldId id="827" r:id="rId21"/>
    <p:sldId id="808" r:id="rId22"/>
    <p:sldId id="809" r:id="rId23"/>
    <p:sldId id="810" r:id="rId24"/>
    <p:sldId id="811" r:id="rId25"/>
    <p:sldId id="812" r:id="rId26"/>
    <p:sldId id="813" r:id="rId27"/>
    <p:sldId id="318" r:id="rId28"/>
    <p:sldId id="814" r:id="rId29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6600"/>
    <a:srgbClr val="FFFFFF"/>
    <a:srgbClr val="B96D3A"/>
    <a:srgbClr val="99CC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0BEB1D4-457D-4928-A1DE-3B84F6C3EC6F}" v="37" dt="2026-04-16T07:56:13.15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0031" autoAdjust="0"/>
    <p:restoredTop sz="94660"/>
  </p:normalViewPr>
  <p:slideViewPr>
    <p:cSldViewPr snapToGrid="0">
      <p:cViewPr varScale="1">
        <p:scale>
          <a:sx n="94" d="100"/>
          <a:sy n="94" d="100"/>
        </p:scale>
        <p:origin x="1434" y="31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>
        <p:guide orient="horz" pos="2880"/>
        <p:guide pos="2160"/>
      </p:guideLst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7" Type="http://schemas.openxmlformats.org/officeDocument/2006/relationships/slideMaster" Target="slideMasters/slideMaster4.xml"/><Relationship Id="rId8" Type="http://schemas.openxmlformats.org/officeDocument/2006/relationships/slideMaster" Target="slideMasters/slideMaster5.xml"/><Relationship Id="rId9" Type="http://schemas.openxmlformats.org/officeDocument/2006/relationships/slideMaster" Target="slideMasters/slideMaster6.xml"/><Relationship Id="rId10" Type="http://schemas.openxmlformats.org/officeDocument/2006/relationships/slideMaster" Target="slideMasters/slideMaster7.xml"/><Relationship Id="rId11" Type="http://schemas.openxmlformats.org/officeDocument/2006/relationships/slideMaster" Target="slideMasters/slideMaster8.xml"/><Relationship Id="rId15" Type="http://schemas.openxmlformats.org/officeDocument/2006/relationships/slide" Target="slides/slide1.xml"/><Relationship Id="rId16" Type="http://schemas.openxmlformats.org/officeDocument/2006/relationships/slide" Target="slides/slide2.xml"/><Relationship Id="rId17" Type="http://schemas.openxmlformats.org/officeDocument/2006/relationships/slide" Target="slides/slide3.xml"/><Relationship Id="rId18" Type="http://schemas.openxmlformats.org/officeDocument/2006/relationships/slide" Target="slides/slide4.xml"/><Relationship Id="rId19" Type="http://schemas.openxmlformats.org/officeDocument/2006/relationships/slide" Target="slides/slide5.xml"/><Relationship Id="rId20" Type="http://schemas.openxmlformats.org/officeDocument/2006/relationships/slide" Target="slides/slide6.xml"/><Relationship Id="rId21" Type="http://schemas.openxmlformats.org/officeDocument/2006/relationships/slide" Target="slides/slide7.xml"/><Relationship Id="rId22" Type="http://schemas.openxmlformats.org/officeDocument/2006/relationships/slide" Target="slides/slide8.xml"/><Relationship Id="rId23" Type="http://schemas.openxmlformats.org/officeDocument/2006/relationships/slide" Target="slides/slide9.xml"/><Relationship Id="rId24" Type="http://schemas.openxmlformats.org/officeDocument/2006/relationships/slide" Target="slides/slide10.xml"/><Relationship Id="rId25" Type="http://schemas.openxmlformats.org/officeDocument/2006/relationships/slide" Target="slides/slide11.xml"/><Relationship Id="rId26" Type="http://schemas.openxmlformats.org/officeDocument/2006/relationships/slide" Target="slides/slide12.xml"/><Relationship Id="rId27" Type="http://schemas.openxmlformats.org/officeDocument/2006/relationships/slide" Target="slides/slide13.xml"/><Relationship Id="rId28" Type="http://schemas.openxmlformats.org/officeDocument/2006/relationships/slide" Target="slides/slide14.xml"/><Relationship Id="rId29" Type="http://schemas.openxmlformats.org/officeDocument/2006/relationships/slide" Target="slides/slide15.xml"/><Relationship Id="rId50" Type="http://schemas.openxmlformats.org/officeDocument/2006/relationships/notesMaster" Target="notesMasters/notesMaster1.xml"/><Relationship Id="rId51" Type="http://schemas.openxmlformats.org/officeDocument/2006/relationships/presProps" Target="presProps.xml"/><Relationship Id="rId52" Type="http://schemas.openxmlformats.org/officeDocument/2006/relationships/viewProps" Target="viewProps.xml"/><Relationship Id="rId53" Type="http://schemas.openxmlformats.org/officeDocument/2006/relationships/theme" Target="theme/theme1.xml"/><Relationship Id="rId54" Type="http://schemas.openxmlformats.org/officeDocument/2006/relationships/tableStyles" Target="tableStyles.xml"/><Relationship Id="rId55" Type="http://schemas.microsoft.com/office/2016/11/relationships/changesInfo" Target="changesInfos/changesInfo1.xml"/><Relationship Id="rId56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ontact PIC-FORMATION" userId="1db30e0e-0262-400d-83b0-f34f1102b8c0" providerId="ADAL" clId="{D9EABE55-B5A4-4295-82E1-2414079A3E9B}"/>
    <pc:docChg chg="custSel addSld delSld modSld sldOrd delMainMaster">
      <pc:chgData name="Contact PIC-FORMATION" userId="1db30e0e-0262-400d-83b0-f34f1102b8c0" providerId="ADAL" clId="{D9EABE55-B5A4-4295-82E1-2414079A3E9B}" dt="2026-04-16T07:56:38.763" v="1237" actId="255"/>
      <pc:docMkLst>
        <pc:docMk/>
      </pc:docMkLst>
      <pc:sldChg chg="modSp mod">
        <pc:chgData name="Contact PIC-FORMATION" userId="1db30e0e-0262-400d-83b0-f34f1102b8c0" providerId="ADAL" clId="{D9EABE55-B5A4-4295-82E1-2414079A3E9B}" dt="2026-04-16T07:14:49.924" v="628" actId="20577"/>
        <pc:sldMkLst>
          <pc:docMk/>
          <pc:sldMk cId="4035833974" sldId="256"/>
        </pc:sldMkLst>
        <pc:spChg chg="mod">
          <ac:chgData name="Contact PIC-FORMATION" userId="1db30e0e-0262-400d-83b0-f34f1102b8c0" providerId="ADAL" clId="{D9EABE55-B5A4-4295-82E1-2414079A3E9B}" dt="2026-04-16T07:14:49.924" v="628" actId="20577"/>
          <ac:spMkLst>
            <pc:docMk/>
            <pc:sldMk cId="4035833974" sldId="256"/>
            <ac:spMk id="10" creationId="{BD9115E6-2995-95D2-68B8-FFF8A0ED82AA}"/>
          </ac:spMkLst>
        </pc:spChg>
      </pc:sldChg>
      <pc:sldChg chg="mod">
        <pc:chgData name="Contact PIC-FORMATION" userId="1db30e0e-0262-400d-83b0-f34f1102b8c0" providerId="ADAL" clId="{D9EABE55-B5A4-4295-82E1-2414079A3E9B}" dt="2026-04-16T07:47:47.445" v="1000" actId="27918"/>
        <pc:sldMkLst>
          <pc:docMk/>
          <pc:sldMk cId="3920868889" sldId="296"/>
        </pc:sldMkLst>
      </pc:sldChg>
      <pc:sldChg chg="modSp mod">
        <pc:chgData name="Contact PIC-FORMATION" userId="1db30e0e-0262-400d-83b0-f34f1102b8c0" providerId="ADAL" clId="{D9EABE55-B5A4-4295-82E1-2414079A3E9B}" dt="2026-04-16T07:55:10.756" v="1220" actId="113"/>
        <pc:sldMkLst>
          <pc:docMk/>
          <pc:sldMk cId="300758645" sldId="318"/>
        </pc:sldMkLst>
        <pc:spChg chg="mod">
          <ac:chgData name="Contact PIC-FORMATION" userId="1db30e0e-0262-400d-83b0-f34f1102b8c0" providerId="ADAL" clId="{D9EABE55-B5A4-4295-82E1-2414079A3E9B}" dt="2026-04-16T07:55:10.756" v="1220" actId="113"/>
          <ac:spMkLst>
            <pc:docMk/>
            <pc:sldMk cId="300758645" sldId="318"/>
            <ac:spMk id="2" creationId="{811FD761-9C3A-4F6B-802E-35E3547E73E0}"/>
          </ac:spMkLst>
        </pc:spChg>
      </pc:sldChg>
      <pc:sldChg chg="modSp add del mod">
        <pc:chgData name="Contact PIC-FORMATION" userId="1db30e0e-0262-400d-83b0-f34f1102b8c0" providerId="ADAL" clId="{D9EABE55-B5A4-4295-82E1-2414079A3E9B}" dt="2026-04-16T07:55:33.934" v="1222" actId="123"/>
        <pc:sldMkLst>
          <pc:docMk/>
          <pc:sldMk cId="2618417518" sldId="360"/>
        </pc:sldMkLst>
        <pc:spChg chg="mod">
          <ac:chgData name="Contact PIC-FORMATION" userId="1db30e0e-0262-400d-83b0-f34f1102b8c0" providerId="ADAL" clId="{D9EABE55-B5A4-4295-82E1-2414079A3E9B}" dt="2026-04-16T07:55:33.934" v="1222" actId="123"/>
          <ac:spMkLst>
            <pc:docMk/>
            <pc:sldMk cId="2618417518" sldId="360"/>
            <ac:spMk id="6" creationId="{00000000-0000-0000-0000-000000000000}"/>
          </ac:spMkLst>
        </pc:spChg>
      </pc:sldChg>
      <pc:sldChg chg="modSp add del mod">
        <pc:chgData name="Contact PIC-FORMATION" userId="1db30e0e-0262-400d-83b0-f34f1102b8c0" providerId="ADAL" clId="{D9EABE55-B5A4-4295-82E1-2414079A3E9B}" dt="2026-04-16T07:24:37.483" v="741" actId="33524"/>
        <pc:sldMkLst>
          <pc:docMk/>
          <pc:sldMk cId="2547275724" sldId="363"/>
        </pc:sldMkLst>
        <pc:spChg chg="mod">
          <ac:chgData name="Contact PIC-FORMATION" userId="1db30e0e-0262-400d-83b0-f34f1102b8c0" providerId="ADAL" clId="{D9EABE55-B5A4-4295-82E1-2414079A3E9B}" dt="2026-04-16T07:24:37.483" v="741" actId="33524"/>
          <ac:spMkLst>
            <pc:docMk/>
            <pc:sldMk cId="2547275724" sldId="363"/>
            <ac:spMk id="5" creationId="{00000000-0000-0000-0000-000000000000}"/>
          </ac:spMkLst>
        </pc:spChg>
        <pc:spChg chg="mod">
          <ac:chgData name="Contact PIC-FORMATION" userId="1db30e0e-0262-400d-83b0-f34f1102b8c0" providerId="ADAL" clId="{D9EABE55-B5A4-4295-82E1-2414079A3E9B}" dt="2026-04-16T07:23:25.232" v="720" actId="1035"/>
          <ac:spMkLst>
            <pc:docMk/>
            <pc:sldMk cId="2547275724" sldId="363"/>
            <ac:spMk id="12" creationId="{E031D3D7-47B3-410A-A16C-A6DC37983E91}"/>
          </ac:spMkLst>
        </pc:spChg>
        <pc:cxnChg chg="mod">
          <ac:chgData name="Contact PIC-FORMATION" userId="1db30e0e-0262-400d-83b0-f34f1102b8c0" providerId="ADAL" clId="{D9EABE55-B5A4-4295-82E1-2414079A3E9B}" dt="2026-04-16T07:22:57.379" v="709" actId="208"/>
          <ac:cxnSpMkLst>
            <pc:docMk/>
            <pc:sldMk cId="2547275724" sldId="363"/>
            <ac:cxnSpMk id="11" creationId="{9A7D08CB-1D69-411E-8425-36845351C86B}"/>
          </ac:cxnSpMkLst>
        </pc:cxnChg>
      </pc:sldChg>
      <pc:sldChg chg="delSp modSp add del mod">
        <pc:chgData name="Contact PIC-FORMATION" userId="1db30e0e-0262-400d-83b0-f34f1102b8c0" providerId="ADAL" clId="{D9EABE55-B5A4-4295-82E1-2414079A3E9B}" dt="2026-04-16T07:38:21.092" v="879" actId="5793"/>
        <pc:sldMkLst>
          <pc:docMk/>
          <pc:sldMk cId="1247599446" sldId="364"/>
        </pc:sldMkLst>
        <pc:spChg chg="mod">
          <ac:chgData name="Contact PIC-FORMATION" userId="1db30e0e-0262-400d-83b0-f34f1102b8c0" providerId="ADAL" clId="{D9EABE55-B5A4-4295-82E1-2414079A3E9B}" dt="2026-04-16T07:38:21.092" v="879" actId="5793"/>
          <ac:spMkLst>
            <pc:docMk/>
            <pc:sldMk cId="1247599446" sldId="364"/>
            <ac:spMk id="2" creationId="{00000000-0000-0000-0000-000000000000}"/>
          </ac:spMkLst>
        </pc:spChg>
        <pc:grpChg chg="del mod">
          <ac:chgData name="Contact PIC-FORMATION" userId="1db30e0e-0262-400d-83b0-f34f1102b8c0" providerId="ADAL" clId="{D9EABE55-B5A4-4295-82E1-2414079A3E9B}" dt="2026-04-16T07:21:09.867" v="687" actId="478"/>
          <ac:grpSpMkLst>
            <pc:docMk/>
            <pc:sldMk cId="1247599446" sldId="364"/>
            <ac:grpSpMk id="4" creationId="{EE6AABC7-4628-F4C3-92F0-C5DD8DF141FB}"/>
          </ac:grpSpMkLst>
        </pc:grpChg>
      </pc:sldChg>
      <pc:sldChg chg="modSp add del mod">
        <pc:chgData name="Contact PIC-FORMATION" userId="1db30e0e-0262-400d-83b0-f34f1102b8c0" providerId="ADAL" clId="{D9EABE55-B5A4-4295-82E1-2414079A3E9B}" dt="2026-04-16T07:35:32.102" v="855" actId="20577"/>
        <pc:sldMkLst>
          <pc:docMk/>
          <pc:sldMk cId="1103895696" sldId="367"/>
        </pc:sldMkLst>
        <pc:spChg chg="mod">
          <ac:chgData name="Contact PIC-FORMATION" userId="1db30e0e-0262-400d-83b0-f34f1102b8c0" providerId="ADAL" clId="{D9EABE55-B5A4-4295-82E1-2414079A3E9B}" dt="2026-04-16T07:35:32.102" v="855" actId="20577"/>
          <ac:spMkLst>
            <pc:docMk/>
            <pc:sldMk cId="1103895696" sldId="367"/>
            <ac:spMk id="3" creationId="{B841ECFC-E560-6044-10ED-DCFA3491A6CA}"/>
          </ac:spMkLst>
        </pc:spChg>
      </pc:sldChg>
      <pc:sldChg chg="modSp mod">
        <pc:chgData name="Contact PIC-FORMATION" userId="1db30e0e-0262-400d-83b0-f34f1102b8c0" providerId="ADAL" clId="{D9EABE55-B5A4-4295-82E1-2414079A3E9B}" dt="2026-04-16T07:18:57.823" v="682" actId="207"/>
        <pc:sldMkLst>
          <pc:docMk/>
          <pc:sldMk cId="2466679861" sldId="368"/>
        </pc:sldMkLst>
        <pc:spChg chg="mod">
          <ac:chgData name="Contact PIC-FORMATION" userId="1db30e0e-0262-400d-83b0-f34f1102b8c0" providerId="ADAL" clId="{D9EABE55-B5A4-4295-82E1-2414079A3E9B}" dt="2026-04-16T07:18:57.823" v="682" actId="207"/>
          <ac:spMkLst>
            <pc:docMk/>
            <pc:sldMk cId="2466679861" sldId="368"/>
            <ac:spMk id="3" creationId="{E9EB7FB4-51AE-B6A7-51DF-7A52B252996F}"/>
          </ac:spMkLst>
        </pc:spChg>
      </pc:sldChg>
      <pc:sldChg chg="modSp add del mod">
        <pc:chgData name="Contact PIC-FORMATION" userId="1db30e0e-0262-400d-83b0-f34f1102b8c0" providerId="ADAL" clId="{D9EABE55-B5A4-4295-82E1-2414079A3E9B}" dt="2026-04-16T07:42:06.824" v="887" actId="2710"/>
        <pc:sldMkLst>
          <pc:docMk/>
          <pc:sldMk cId="3901019503" sldId="375"/>
        </pc:sldMkLst>
        <pc:spChg chg="mod">
          <ac:chgData name="Contact PIC-FORMATION" userId="1db30e0e-0262-400d-83b0-f34f1102b8c0" providerId="ADAL" clId="{D9EABE55-B5A4-4295-82E1-2414079A3E9B}" dt="2026-04-16T07:42:06.824" v="887" actId="2710"/>
          <ac:spMkLst>
            <pc:docMk/>
            <pc:sldMk cId="3901019503" sldId="375"/>
            <ac:spMk id="5" creationId="{00000000-0000-0000-0000-000000000000}"/>
          </ac:spMkLst>
        </pc:spChg>
      </pc:sldChg>
      <pc:sldChg chg="modSp add del mod">
        <pc:chgData name="Contact PIC-FORMATION" userId="1db30e0e-0262-400d-83b0-f34f1102b8c0" providerId="ADAL" clId="{D9EABE55-B5A4-4295-82E1-2414079A3E9B}" dt="2026-04-16T07:56:10.629" v="1233" actId="2710"/>
        <pc:sldMkLst>
          <pc:docMk/>
          <pc:sldMk cId="1995311606" sldId="376"/>
        </pc:sldMkLst>
        <pc:spChg chg="mod">
          <ac:chgData name="Contact PIC-FORMATION" userId="1db30e0e-0262-400d-83b0-f34f1102b8c0" providerId="ADAL" clId="{D9EABE55-B5A4-4295-82E1-2414079A3E9B}" dt="2026-04-16T07:56:10.629" v="1233" actId="2710"/>
          <ac:spMkLst>
            <pc:docMk/>
            <pc:sldMk cId="1995311606" sldId="376"/>
            <ac:spMk id="5" creationId="{00000000-0000-0000-0000-000000000000}"/>
          </ac:spMkLst>
        </pc:spChg>
      </pc:sldChg>
      <pc:sldChg chg="modSp add del mod">
        <pc:chgData name="Contact PIC-FORMATION" userId="1db30e0e-0262-400d-83b0-f34f1102b8c0" providerId="ADAL" clId="{D9EABE55-B5A4-4295-82E1-2414079A3E9B}" dt="2026-04-16T07:56:38.763" v="1237" actId="255"/>
        <pc:sldMkLst>
          <pc:docMk/>
          <pc:sldMk cId="130233451" sldId="377"/>
        </pc:sldMkLst>
        <pc:spChg chg="mod">
          <ac:chgData name="Contact PIC-FORMATION" userId="1db30e0e-0262-400d-83b0-f34f1102b8c0" providerId="ADAL" clId="{D9EABE55-B5A4-4295-82E1-2414079A3E9B}" dt="2026-04-16T07:56:38.763" v="1237" actId="255"/>
          <ac:spMkLst>
            <pc:docMk/>
            <pc:sldMk cId="130233451" sldId="377"/>
            <ac:spMk id="5" creationId="{00000000-0000-0000-0000-000000000000}"/>
          </ac:spMkLst>
        </pc:spChg>
      </pc:sldChg>
      <pc:sldChg chg="modSp add del mod">
        <pc:chgData name="Contact PIC-FORMATION" userId="1db30e0e-0262-400d-83b0-f34f1102b8c0" providerId="ADAL" clId="{D9EABE55-B5A4-4295-82E1-2414079A3E9B}" dt="2026-04-16T07:41:45.220" v="884" actId="1076"/>
        <pc:sldMkLst>
          <pc:docMk/>
          <pc:sldMk cId="3625362073" sldId="378"/>
        </pc:sldMkLst>
        <pc:spChg chg="mod">
          <ac:chgData name="Contact PIC-FORMATION" userId="1db30e0e-0262-400d-83b0-f34f1102b8c0" providerId="ADAL" clId="{D9EABE55-B5A4-4295-82E1-2414079A3E9B}" dt="2026-04-16T07:25:31.455" v="760" actId="12"/>
          <ac:spMkLst>
            <pc:docMk/>
            <pc:sldMk cId="3625362073" sldId="378"/>
            <ac:spMk id="5" creationId="{00000000-0000-0000-0000-000000000000}"/>
          </ac:spMkLst>
        </pc:spChg>
        <pc:spChg chg="mod">
          <ac:chgData name="Contact PIC-FORMATION" userId="1db30e0e-0262-400d-83b0-f34f1102b8c0" providerId="ADAL" clId="{D9EABE55-B5A4-4295-82E1-2414079A3E9B}" dt="2026-04-16T07:25:55.298" v="763" actId="12"/>
          <ac:spMkLst>
            <pc:docMk/>
            <pc:sldMk cId="3625362073" sldId="378"/>
            <ac:spMk id="7" creationId="{69BFAC96-2354-ABCE-18C2-9987D9C2C220}"/>
          </ac:spMkLst>
        </pc:spChg>
        <pc:picChg chg="mod">
          <ac:chgData name="Contact PIC-FORMATION" userId="1db30e0e-0262-400d-83b0-f34f1102b8c0" providerId="ADAL" clId="{D9EABE55-B5A4-4295-82E1-2414079A3E9B}" dt="2026-04-16T07:41:45.220" v="884" actId="1076"/>
          <ac:picMkLst>
            <pc:docMk/>
            <pc:sldMk cId="3625362073" sldId="378"/>
            <ac:picMk id="4" creationId="{E82E9B9A-B5AA-AA02-B20B-3CFA339CDA19}"/>
          </ac:picMkLst>
        </pc:picChg>
      </pc:sldChg>
      <pc:sldChg chg="modSp add del mod">
        <pc:chgData name="Contact PIC-FORMATION" userId="1db30e0e-0262-400d-83b0-f34f1102b8c0" providerId="ADAL" clId="{D9EABE55-B5A4-4295-82E1-2414079A3E9B}" dt="2026-04-16T07:25:11.694" v="757" actId="1076"/>
        <pc:sldMkLst>
          <pc:docMk/>
          <pc:sldMk cId="1045122749" sldId="379"/>
        </pc:sldMkLst>
        <pc:spChg chg="mod">
          <ac:chgData name="Contact PIC-FORMATION" userId="1db30e0e-0262-400d-83b0-f34f1102b8c0" providerId="ADAL" clId="{D9EABE55-B5A4-4295-82E1-2414079A3E9B}" dt="2026-04-16T07:25:11.694" v="757" actId="1076"/>
          <ac:spMkLst>
            <pc:docMk/>
            <pc:sldMk cId="1045122749" sldId="379"/>
            <ac:spMk id="5" creationId="{9D6CF981-4AEB-F740-BFF9-D2D0AD4F434F}"/>
          </ac:spMkLst>
        </pc:spChg>
      </pc:sldChg>
      <pc:sldChg chg="modSp add del mod">
        <pc:chgData name="Contact PIC-FORMATION" userId="1db30e0e-0262-400d-83b0-f34f1102b8c0" providerId="ADAL" clId="{D9EABE55-B5A4-4295-82E1-2414079A3E9B}" dt="2026-04-16T07:55:50.555" v="1226" actId="313"/>
        <pc:sldMkLst>
          <pc:docMk/>
          <pc:sldMk cId="241868019" sldId="380"/>
        </pc:sldMkLst>
        <pc:spChg chg="mod">
          <ac:chgData name="Contact PIC-FORMATION" userId="1db30e0e-0262-400d-83b0-f34f1102b8c0" providerId="ADAL" clId="{D9EABE55-B5A4-4295-82E1-2414079A3E9B}" dt="2026-04-16T07:55:50.555" v="1226" actId="313"/>
          <ac:spMkLst>
            <pc:docMk/>
            <pc:sldMk cId="241868019" sldId="380"/>
            <ac:spMk id="5" creationId="{00000000-0000-0000-0000-000000000000}"/>
          </ac:spMkLst>
        </pc:spChg>
      </pc:sldChg>
      <pc:sldChg chg="modSp add del mod">
        <pc:chgData name="Contact PIC-FORMATION" userId="1db30e0e-0262-400d-83b0-f34f1102b8c0" providerId="ADAL" clId="{D9EABE55-B5A4-4295-82E1-2414079A3E9B}" dt="2026-04-16T07:37:38.885" v="878" actId="12"/>
        <pc:sldMkLst>
          <pc:docMk/>
          <pc:sldMk cId="116578534" sldId="381"/>
        </pc:sldMkLst>
        <pc:spChg chg="mod">
          <ac:chgData name="Contact PIC-FORMATION" userId="1db30e0e-0262-400d-83b0-f34f1102b8c0" providerId="ADAL" clId="{D9EABE55-B5A4-4295-82E1-2414079A3E9B}" dt="2026-04-16T07:37:38.885" v="878" actId="12"/>
          <ac:spMkLst>
            <pc:docMk/>
            <pc:sldMk cId="116578534" sldId="381"/>
            <ac:spMk id="5" creationId="{00000000-0000-0000-0000-000000000000}"/>
          </ac:spMkLst>
        </pc:spChg>
        <pc:picChg chg="mod">
          <ac:chgData name="Contact PIC-FORMATION" userId="1db30e0e-0262-400d-83b0-f34f1102b8c0" providerId="ADAL" clId="{D9EABE55-B5A4-4295-82E1-2414079A3E9B}" dt="2026-04-16T07:25:05.820" v="756" actId="1076"/>
          <ac:picMkLst>
            <pc:docMk/>
            <pc:sldMk cId="116578534" sldId="381"/>
            <ac:picMk id="3" creationId="{D195A75A-D0AC-EB76-3ED5-8304BAE38717}"/>
          </ac:picMkLst>
        </pc:picChg>
      </pc:sldChg>
      <pc:sldChg chg="del">
        <pc:chgData name="Contact PIC-FORMATION" userId="1db30e0e-0262-400d-83b0-f34f1102b8c0" providerId="ADAL" clId="{D9EABE55-B5A4-4295-82E1-2414079A3E9B}" dt="2026-04-16T07:19:56.186" v="683" actId="47"/>
        <pc:sldMkLst>
          <pc:docMk/>
          <pc:sldMk cId="197375399" sldId="382"/>
        </pc:sldMkLst>
      </pc:sldChg>
      <pc:sldChg chg="modSp add mod">
        <pc:chgData name="Contact PIC-FORMATION" userId="1db30e0e-0262-400d-83b0-f34f1102b8c0" providerId="ADAL" clId="{D9EABE55-B5A4-4295-82E1-2414079A3E9B}" dt="2026-04-16T07:24:18.253" v="735" actId="1076"/>
        <pc:sldMkLst>
          <pc:docMk/>
          <pc:sldMk cId="2129289226" sldId="382"/>
        </pc:sldMkLst>
        <pc:spChg chg="mod">
          <ac:chgData name="Contact PIC-FORMATION" userId="1db30e0e-0262-400d-83b0-f34f1102b8c0" providerId="ADAL" clId="{D9EABE55-B5A4-4295-82E1-2414079A3E9B}" dt="2026-04-16T07:24:03.335" v="732" actId="20577"/>
          <ac:spMkLst>
            <pc:docMk/>
            <pc:sldMk cId="2129289226" sldId="382"/>
            <ac:spMk id="5" creationId="{00000000-0000-0000-0000-000000000000}"/>
          </ac:spMkLst>
        </pc:spChg>
        <pc:spChg chg="mod">
          <ac:chgData name="Contact PIC-FORMATION" userId="1db30e0e-0262-400d-83b0-f34f1102b8c0" providerId="ADAL" clId="{D9EABE55-B5A4-4295-82E1-2414079A3E9B}" dt="2026-04-16T07:24:18.253" v="735" actId="1076"/>
          <ac:spMkLst>
            <pc:docMk/>
            <pc:sldMk cId="2129289226" sldId="382"/>
            <ac:spMk id="6" creationId="{7EFA4CA8-3D91-3C48-B5F8-5B3EAFFEB711}"/>
          </ac:spMkLst>
        </pc:spChg>
        <pc:picChg chg="mod">
          <ac:chgData name="Contact PIC-FORMATION" userId="1db30e0e-0262-400d-83b0-f34f1102b8c0" providerId="ADAL" clId="{D9EABE55-B5A4-4295-82E1-2414079A3E9B}" dt="2026-04-16T07:24:08.162" v="733" actId="1076"/>
          <ac:picMkLst>
            <pc:docMk/>
            <pc:sldMk cId="2129289226" sldId="382"/>
            <ac:picMk id="4" creationId="{479E8E67-4D81-D53B-32B6-4B64B41EFE5B}"/>
          </ac:picMkLst>
        </pc:picChg>
      </pc:sldChg>
      <pc:sldChg chg="del">
        <pc:chgData name="Contact PIC-FORMATION" userId="1db30e0e-0262-400d-83b0-f34f1102b8c0" providerId="ADAL" clId="{D9EABE55-B5A4-4295-82E1-2414079A3E9B}" dt="2026-04-16T07:19:56.186" v="683" actId="47"/>
        <pc:sldMkLst>
          <pc:docMk/>
          <pc:sldMk cId="516255425" sldId="383"/>
        </pc:sldMkLst>
      </pc:sldChg>
      <pc:sldChg chg="del">
        <pc:chgData name="Contact PIC-FORMATION" userId="1db30e0e-0262-400d-83b0-f34f1102b8c0" providerId="ADAL" clId="{D9EABE55-B5A4-4295-82E1-2414079A3E9B}" dt="2026-04-16T07:19:56.186" v="683" actId="47"/>
        <pc:sldMkLst>
          <pc:docMk/>
          <pc:sldMk cId="2532569663" sldId="384"/>
        </pc:sldMkLst>
      </pc:sldChg>
      <pc:sldChg chg="del">
        <pc:chgData name="Contact PIC-FORMATION" userId="1db30e0e-0262-400d-83b0-f34f1102b8c0" providerId="ADAL" clId="{D9EABE55-B5A4-4295-82E1-2414079A3E9B}" dt="2026-04-16T07:41:00.090" v="882" actId="47"/>
        <pc:sldMkLst>
          <pc:docMk/>
          <pc:sldMk cId="3306171352" sldId="403"/>
        </pc:sldMkLst>
      </pc:sldChg>
      <pc:sldChg chg="del">
        <pc:chgData name="Contact PIC-FORMATION" userId="1db30e0e-0262-400d-83b0-f34f1102b8c0" providerId="ADAL" clId="{D9EABE55-B5A4-4295-82E1-2414079A3E9B}" dt="2026-04-16T07:40:41.032" v="881" actId="47"/>
        <pc:sldMkLst>
          <pc:docMk/>
          <pc:sldMk cId="3199441673" sldId="804"/>
        </pc:sldMkLst>
      </pc:sldChg>
      <pc:sldChg chg="addSp delSp modSp mod">
        <pc:chgData name="Contact PIC-FORMATION" userId="1db30e0e-0262-400d-83b0-f34f1102b8c0" providerId="ADAL" clId="{D9EABE55-B5A4-4295-82E1-2414079A3E9B}" dt="2026-04-16T07:47:56.817" v="1002"/>
        <pc:sldMkLst>
          <pc:docMk/>
          <pc:sldMk cId="308318938" sldId="805"/>
        </pc:sldMkLst>
        <pc:graphicFrameChg chg="add mod">
          <ac:chgData name="Contact PIC-FORMATION" userId="1db30e0e-0262-400d-83b0-f34f1102b8c0" providerId="ADAL" clId="{D9EABE55-B5A4-4295-82E1-2414079A3E9B}" dt="2026-04-16T07:47:56.817" v="1002"/>
          <ac:graphicFrameMkLst>
            <pc:docMk/>
            <pc:sldMk cId="308318938" sldId="805"/>
            <ac:graphicFrameMk id="14" creationId="{0A5A05F8-80D8-86AC-F56C-48C3E6C92A09}"/>
          </ac:graphicFrameMkLst>
        </pc:graphicFrameChg>
        <pc:graphicFrameChg chg="del">
          <ac:chgData name="Contact PIC-FORMATION" userId="1db30e0e-0262-400d-83b0-f34f1102b8c0" providerId="ADAL" clId="{D9EABE55-B5A4-4295-82E1-2414079A3E9B}" dt="2026-04-16T07:47:56.333" v="1001" actId="478"/>
          <ac:graphicFrameMkLst>
            <pc:docMk/>
            <pc:sldMk cId="308318938" sldId="805"/>
            <ac:graphicFrameMk id="15" creationId="{4DB6920F-B190-E799-1AB7-D9BD89D0C9FC}"/>
          </ac:graphicFrameMkLst>
        </pc:graphicFrameChg>
      </pc:sldChg>
      <pc:sldChg chg="addSp delSp modSp mod">
        <pc:chgData name="Contact PIC-FORMATION" userId="1db30e0e-0262-400d-83b0-f34f1102b8c0" providerId="ADAL" clId="{D9EABE55-B5A4-4295-82E1-2414079A3E9B}" dt="2026-04-16T07:48:00.754" v="1004"/>
        <pc:sldMkLst>
          <pc:docMk/>
          <pc:sldMk cId="2270805253" sldId="806"/>
        </pc:sldMkLst>
        <pc:graphicFrameChg chg="del">
          <ac:chgData name="Contact PIC-FORMATION" userId="1db30e0e-0262-400d-83b0-f34f1102b8c0" providerId="ADAL" clId="{D9EABE55-B5A4-4295-82E1-2414079A3E9B}" dt="2026-04-16T07:48:00.348" v="1003" actId="478"/>
          <ac:graphicFrameMkLst>
            <pc:docMk/>
            <pc:sldMk cId="2270805253" sldId="806"/>
            <ac:graphicFrameMk id="14" creationId="{D34B223A-6745-6A0A-EBC6-6CA32F2C2463}"/>
          </ac:graphicFrameMkLst>
        </pc:graphicFrameChg>
        <pc:graphicFrameChg chg="add mod">
          <ac:chgData name="Contact PIC-FORMATION" userId="1db30e0e-0262-400d-83b0-f34f1102b8c0" providerId="ADAL" clId="{D9EABE55-B5A4-4295-82E1-2414079A3E9B}" dt="2026-04-16T07:48:00.754" v="1004"/>
          <ac:graphicFrameMkLst>
            <pc:docMk/>
            <pc:sldMk cId="2270805253" sldId="806"/>
            <ac:graphicFrameMk id="15" creationId="{531DE953-D6A1-90AE-4B13-E9088DF6FC52}"/>
          </ac:graphicFrameMkLst>
        </pc:graphicFrameChg>
      </pc:sldChg>
      <pc:sldChg chg="addSp delSp modSp mod">
        <pc:chgData name="Contact PIC-FORMATION" userId="1db30e0e-0262-400d-83b0-f34f1102b8c0" providerId="ADAL" clId="{D9EABE55-B5A4-4295-82E1-2414079A3E9B}" dt="2026-04-16T07:48:04.783" v="1007"/>
        <pc:sldMkLst>
          <pc:docMk/>
          <pc:sldMk cId="4202041573" sldId="808"/>
        </pc:sldMkLst>
        <pc:graphicFrameChg chg="del mod">
          <ac:chgData name="Contact PIC-FORMATION" userId="1db30e0e-0262-400d-83b0-f34f1102b8c0" providerId="ADAL" clId="{D9EABE55-B5A4-4295-82E1-2414079A3E9B}" dt="2026-04-16T07:48:04.330" v="1006" actId="478"/>
          <ac:graphicFrameMkLst>
            <pc:docMk/>
            <pc:sldMk cId="4202041573" sldId="808"/>
            <ac:graphicFrameMk id="14" creationId="{2B34406C-D226-88E3-7353-D7E523BB3CD0}"/>
          </ac:graphicFrameMkLst>
        </pc:graphicFrameChg>
        <pc:graphicFrameChg chg="add mod">
          <ac:chgData name="Contact PIC-FORMATION" userId="1db30e0e-0262-400d-83b0-f34f1102b8c0" providerId="ADAL" clId="{D9EABE55-B5A4-4295-82E1-2414079A3E9B}" dt="2026-04-16T07:48:04.783" v="1007"/>
          <ac:graphicFrameMkLst>
            <pc:docMk/>
            <pc:sldMk cId="4202041573" sldId="808"/>
            <ac:graphicFrameMk id="15" creationId="{6E9BDD9A-6A5E-CD2F-867B-D0EB18E0C536}"/>
          </ac:graphicFrameMkLst>
        </pc:graphicFrameChg>
      </pc:sldChg>
      <pc:sldChg chg="addSp delSp modSp mod">
        <pc:chgData name="Contact PIC-FORMATION" userId="1db30e0e-0262-400d-83b0-f34f1102b8c0" providerId="ADAL" clId="{D9EABE55-B5A4-4295-82E1-2414079A3E9B}" dt="2026-04-16T07:48:08.376" v="1009"/>
        <pc:sldMkLst>
          <pc:docMk/>
          <pc:sldMk cId="3805820337" sldId="809"/>
        </pc:sldMkLst>
        <pc:graphicFrameChg chg="del">
          <ac:chgData name="Contact PIC-FORMATION" userId="1db30e0e-0262-400d-83b0-f34f1102b8c0" providerId="ADAL" clId="{D9EABE55-B5A4-4295-82E1-2414079A3E9B}" dt="2026-04-16T07:48:07.985" v="1008" actId="478"/>
          <ac:graphicFrameMkLst>
            <pc:docMk/>
            <pc:sldMk cId="3805820337" sldId="809"/>
            <ac:graphicFrameMk id="14" creationId="{07295D35-7A4D-17D7-D065-2D76391CCE68}"/>
          </ac:graphicFrameMkLst>
        </pc:graphicFrameChg>
        <pc:graphicFrameChg chg="add mod">
          <ac:chgData name="Contact PIC-FORMATION" userId="1db30e0e-0262-400d-83b0-f34f1102b8c0" providerId="ADAL" clId="{D9EABE55-B5A4-4295-82E1-2414079A3E9B}" dt="2026-04-16T07:48:08.376" v="1009"/>
          <ac:graphicFrameMkLst>
            <pc:docMk/>
            <pc:sldMk cId="3805820337" sldId="809"/>
            <ac:graphicFrameMk id="15" creationId="{A69BEB2A-4AD2-BE8F-4D08-C5C54EFEF9A7}"/>
          </ac:graphicFrameMkLst>
        </pc:graphicFrameChg>
      </pc:sldChg>
      <pc:sldChg chg="addSp delSp modSp mod">
        <pc:chgData name="Contact PIC-FORMATION" userId="1db30e0e-0262-400d-83b0-f34f1102b8c0" providerId="ADAL" clId="{D9EABE55-B5A4-4295-82E1-2414079A3E9B}" dt="2026-04-16T07:48:12.843" v="1012"/>
        <pc:sldMkLst>
          <pc:docMk/>
          <pc:sldMk cId="3961741590" sldId="810"/>
        </pc:sldMkLst>
        <pc:graphicFrameChg chg="add mod">
          <ac:chgData name="Contact PIC-FORMATION" userId="1db30e0e-0262-400d-83b0-f34f1102b8c0" providerId="ADAL" clId="{D9EABE55-B5A4-4295-82E1-2414079A3E9B}" dt="2026-04-16T07:48:12.843" v="1012"/>
          <ac:graphicFrameMkLst>
            <pc:docMk/>
            <pc:sldMk cId="3961741590" sldId="810"/>
            <ac:graphicFrameMk id="14" creationId="{E3B72F12-C928-870F-EE1D-C1901EFFC06E}"/>
          </ac:graphicFrameMkLst>
        </pc:graphicFrameChg>
        <pc:graphicFrameChg chg="del mod">
          <ac:chgData name="Contact PIC-FORMATION" userId="1db30e0e-0262-400d-83b0-f34f1102b8c0" providerId="ADAL" clId="{D9EABE55-B5A4-4295-82E1-2414079A3E9B}" dt="2026-04-16T07:48:12.469" v="1011" actId="478"/>
          <ac:graphicFrameMkLst>
            <pc:docMk/>
            <pc:sldMk cId="3961741590" sldId="810"/>
            <ac:graphicFrameMk id="15" creationId="{081CF1CD-2DFD-24FC-4CB2-7D8EB85AB631}"/>
          </ac:graphicFrameMkLst>
        </pc:graphicFrameChg>
      </pc:sldChg>
      <pc:sldChg chg="addSp delSp modSp mod">
        <pc:chgData name="Contact PIC-FORMATION" userId="1db30e0e-0262-400d-83b0-f34f1102b8c0" providerId="ADAL" clId="{D9EABE55-B5A4-4295-82E1-2414079A3E9B}" dt="2026-04-16T07:48:31.570" v="1015"/>
        <pc:sldMkLst>
          <pc:docMk/>
          <pc:sldMk cId="330190011" sldId="811"/>
        </pc:sldMkLst>
        <pc:graphicFrameChg chg="add mod">
          <ac:chgData name="Contact PIC-FORMATION" userId="1db30e0e-0262-400d-83b0-f34f1102b8c0" providerId="ADAL" clId="{D9EABE55-B5A4-4295-82E1-2414079A3E9B}" dt="2026-04-16T07:48:31.570" v="1015"/>
          <ac:graphicFrameMkLst>
            <pc:docMk/>
            <pc:sldMk cId="330190011" sldId="811"/>
            <ac:graphicFrameMk id="14" creationId="{3680BA01-CF57-63CA-67AE-EC696A7D15F8}"/>
          </ac:graphicFrameMkLst>
        </pc:graphicFrameChg>
        <pc:graphicFrameChg chg="del mod">
          <ac:chgData name="Contact PIC-FORMATION" userId="1db30e0e-0262-400d-83b0-f34f1102b8c0" providerId="ADAL" clId="{D9EABE55-B5A4-4295-82E1-2414079A3E9B}" dt="2026-04-16T07:48:31.054" v="1014" actId="478"/>
          <ac:graphicFrameMkLst>
            <pc:docMk/>
            <pc:sldMk cId="330190011" sldId="811"/>
            <ac:graphicFrameMk id="15" creationId="{531BA91E-1853-567E-A6B4-B7FAEA43FEF1}"/>
          </ac:graphicFrameMkLst>
        </pc:graphicFrameChg>
      </pc:sldChg>
      <pc:sldChg chg="addSp delSp modSp mod">
        <pc:chgData name="Contact PIC-FORMATION" userId="1db30e0e-0262-400d-83b0-f34f1102b8c0" providerId="ADAL" clId="{D9EABE55-B5A4-4295-82E1-2414079A3E9B}" dt="2026-04-16T07:48:38.631" v="1017"/>
        <pc:sldMkLst>
          <pc:docMk/>
          <pc:sldMk cId="1427594894" sldId="812"/>
        </pc:sldMkLst>
        <pc:graphicFrameChg chg="add mod">
          <ac:chgData name="Contact PIC-FORMATION" userId="1db30e0e-0262-400d-83b0-f34f1102b8c0" providerId="ADAL" clId="{D9EABE55-B5A4-4295-82E1-2414079A3E9B}" dt="2026-04-16T07:48:38.631" v="1017"/>
          <ac:graphicFrameMkLst>
            <pc:docMk/>
            <pc:sldMk cId="1427594894" sldId="812"/>
            <ac:graphicFrameMk id="14" creationId="{F1996229-14EA-2686-47F3-BD7626C57716}"/>
          </ac:graphicFrameMkLst>
        </pc:graphicFrameChg>
        <pc:graphicFrameChg chg="del">
          <ac:chgData name="Contact PIC-FORMATION" userId="1db30e0e-0262-400d-83b0-f34f1102b8c0" providerId="ADAL" clId="{D9EABE55-B5A4-4295-82E1-2414079A3E9B}" dt="2026-04-16T07:48:38.209" v="1016" actId="478"/>
          <ac:graphicFrameMkLst>
            <pc:docMk/>
            <pc:sldMk cId="1427594894" sldId="812"/>
            <ac:graphicFrameMk id="15" creationId="{5B49AD0F-C3C9-144C-9790-8AD4FCB75322}"/>
          </ac:graphicFrameMkLst>
        </pc:graphicFrameChg>
      </pc:sldChg>
      <pc:sldChg chg="addSp delSp modSp mod">
        <pc:chgData name="Contact PIC-FORMATION" userId="1db30e0e-0262-400d-83b0-f34f1102b8c0" providerId="ADAL" clId="{D9EABE55-B5A4-4295-82E1-2414079A3E9B}" dt="2026-04-16T07:48:48.550" v="1019"/>
        <pc:sldMkLst>
          <pc:docMk/>
          <pc:sldMk cId="2635338137" sldId="813"/>
        </pc:sldMkLst>
        <pc:graphicFrameChg chg="add mod">
          <ac:chgData name="Contact PIC-FORMATION" userId="1db30e0e-0262-400d-83b0-f34f1102b8c0" providerId="ADAL" clId="{D9EABE55-B5A4-4295-82E1-2414079A3E9B}" dt="2026-04-16T07:48:48.550" v="1019"/>
          <ac:graphicFrameMkLst>
            <pc:docMk/>
            <pc:sldMk cId="2635338137" sldId="813"/>
            <ac:graphicFrameMk id="14" creationId="{6598E90E-815A-E033-6250-B24265E78A4C}"/>
          </ac:graphicFrameMkLst>
        </pc:graphicFrameChg>
        <pc:graphicFrameChg chg="del">
          <ac:chgData name="Contact PIC-FORMATION" userId="1db30e0e-0262-400d-83b0-f34f1102b8c0" providerId="ADAL" clId="{D9EABE55-B5A4-4295-82E1-2414079A3E9B}" dt="2026-04-16T07:48:47.754" v="1018" actId="478"/>
          <ac:graphicFrameMkLst>
            <pc:docMk/>
            <pc:sldMk cId="2635338137" sldId="813"/>
            <ac:graphicFrameMk id="15" creationId="{32C2B58D-15FA-C9F1-964C-3AD7056F2A17}"/>
          </ac:graphicFrameMkLst>
        </pc:graphicFrameChg>
      </pc:sldChg>
      <pc:sldChg chg="del">
        <pc:chgData name="Contact PIC-FORMATION" userId="1db30e0e-0262-400d-83b0-f34f1102b8c0" providerId="ADAL" clId="{D9EABE55-B5A4-4295-82E1-2414079A3E9B}" dt="2026-04-16T07:19:56.186" v="683" actId="47"/>
        <pc:sldMkLst>
          <pc:docMk/>
          <pc:sldMk cId="483741907" sldId="815"/>
        </pc:sldMkLst>
      </pc:sldChg>
      <pc:sldChg chg="del">
        <pc:chgData name="Contact PIC-FORMATION" userId="1db30e0e-0262-400d-83b0-f34f1102b8c0" providerId="ADAL" clId="{D9EABE55-B5A4-4295-82E1-2414079A3E9B}" dt="2026-04-16T07:19:56.186" v="683" actId="47"/>
        <pc:sldMkLst>
          <pc:docMk/>
          <pc:sldMk cId="683499769" sldId="816"/>
        </pc:sldMkLst>
      </pc:sldChg>
      <pc:sldChg chg="del">
        <pc:chgData name="Contact PIC-FORMATION" userId="1db30e0e-0262-400d-83b0-f34f1102b8c0" providerId="ADAL" clId="{D9EABE55-B5A4-4295-82E1-2414079A3E9B}" dt="2026-04-16T07:19:56.186" v="683" actId="47"/>
        <pc:sldMkLst>
          <pc:docMk/>
          <pc:sldMk cId="1206221699" sldId="817"/>
        </pc:sldMkLst>
      </pc:sldChg>
      <pc:sldChg chg="modSp mod">
        <pc:chgData name="Contact PIC-FORMATION" userId="1db30e0e-0262-400d-83b0-f34f1102b8c0" providerId="ADAL" clId="{D9EABE55-B5A4-4295-82E1-2414079A3E9B}" dt="2026-04-16T07:47:28.527" v="997" actId="20577"/>
        <pc:sldMkLst>
          <pc:docMk/>
          <pc:sldMk cId="454997337" sldId="827"/>
        </pc:sldMkLst>
        <pc:spChg chg="mod">
          <ac:chgData name="Contact PIC-FORMATION" userId="1db30e0e-0262-400d-83b0-f34f1102b8c0" providerId="ADAL" clId="{D9EABE55-B5A4-4295-82E1-2414079A3E9B}" dt="2026-04-16T07:47:06.438" v="956" actId="20577"/>
          <ac:spMkLst>
            <pc:docMk/>
            <pc:sldMk cId="454997337" sldId="827"/>
            <ac:spMk id="4" creationId="{7ECD1B34-E07E-5BB5-43DF-F6A2F6864639}"/>
          </ac:spMkLst>
        </pc:spChg>
        <pc:spChg chg="mod">
          <ac:chgData name="Contact PIC-FORMATION" userId="1db30e0e-0262-400d-83b0-f34f1102b8c0" providerId="ADAL" clId="{D9EABE55-B5A4-4295-82E1-2414079A3E9B}" dt="2026-04-16T07:47:28.527" v="997" actId="20577"/>
          <ac:spMkLst>
            <pc:docMk/>
            <pc:sldMk cId="454997337" sldId="827"/>
            <ac:spMk id="6" creationId="{ED09E395-9475-FB99-BA5E-3C53ED257480}"/>
          </ac:spMkLst>
        </pc:spChg>
        <pc:graphicFrameChg chg="mod">
          <ac:chgData name="Contact PIC-FORMATION" userId="1db30e0e-0262-400d-83b0-f34f1102b8c0" providerId="ADAL" clId="{D9EABE55-B5A4-4295-82E1-2414079A3E9B}" dt="2026-04-16T07:47:00.721" v="950"/>
          <ac:graphicFrameMkLst>
            <pc:docMk/>
            <pc:sldMk cId="454997337" sldId="827"/>
            <ac:graphicFrameMk id="2" creationId="{2CC1EACE-BB65-C27E-EA2C-80E6EA4CBA02}"/>
          </ac:graphicFrameMkLst>
        </pc:graphicFrameChg>
      </pc:sldChg>
      <pc:sldChg chg="modSp add mod">
        <pc:chgData name="Contact PIC-FORMATION" userId="1db30e0e-0262-400d-83b0-f34f1102b8c0" providerId="ADAL" clId="{D9EABE55-B5A4-4295-82E1-2414079A3E9B}" dt="2026-04-16T07:56:28.874" v="1236" actId="2710"/>
        <pc:sldMkLst>
          <pc:docMk/>
          <pc:sldMk cId="3987526620" sldId="828"/>
        </pc:sldMkLst>
        <pc:spChg chg="mod">
          <ac:chgData name="Contact PIC-FORMATION" userId="1db30e0e-0262-400d-83b0-f34f1102b8c0" providerId="ADAL" clId="{D9EABE55-B5A4-4295-82E1-2414079A3E9B}" dt="2026-04-16T07:56:28.874" v="1236" actId="2710"/>
          <ac:spMkLst>
            <pc:docMk/>
            <pc:sldMk cId="3987526620" sldId="828"/>
            <ac:spMk id="5" creationId="{521D920B-E99E-590E-ADB3-4B00E4BE7169}"/>
          </ac:spMkLst>
        </pc:spChg>
      </pc:sldChg>
      <pc:sldChg chg="add">
        <pc:chgData name="Contact PIC-FORMATION" userId="1db30e0e-0262-400d-83b0-f34f1102b8c0" providerId="ADAL" clId="{D9EABE55-B5A4-4295-82E1-2414079A3E9B}" dt="2026-04-16T07:41:03.292" v="883"/>
        <pc:sldMkLst>
          <pc:docMk/>
          <pc:sldMk cId="1030737550" sldId="955"/>
        </pc:sldMkLst>
      </pc:sldChg>
      <pc:sldChg chg="add">
        <pc:chgData name="Contact PIC-FORMATION" userId="1db30e0e-0262-400d-83b0-f34f1102b8c0" providerId="ADAL" clId="{D9EABE55-B5A4-4295-82E1-2414079A3E9B}" dt="2026-04-16T07:40:38.595" v="880"/>
        <pc:sldMkLst>
          <pc:docMk/>
          <pc:sldMk cId="1483946" sldId="956"/>
        </pc:sldMkLst>
      </pc:sldChg>
      <pc:sldMasterChg chg="del delSldLayout">
        <pc:chgData name="Contact PIC-FORMATION" userId="1db30e0e-0262-400d-83b0-f34f1102b8c0" providerId="ADAL" clId="{D9EABE55-B5A4-4295-82E1-2414079A3E9B}" dt="2026-04-16T07:19:56.186" v="683" actId="47"/>
        <pc:sldMasterMkLst>
          <pc:docMk/>
          <pc:sldMasterMk cId="2405284020" sldId="2147483733"/>
        </pc:sldMasterMkLst>
        <pc:sldLayoutChg chg="del">
          <pc:chgData name="Contact PIC-FORMATION" userId="1db30e0e-0262-400d-83b0-f34f1102b8c0" providerId="ADAL" clId="{D9EABE55-B5A4-4295-82E1-2414079A3E9B}" dt="2026-04-16T07:19:56.186" v="683" actId="47"/>
          <pc:sldLayoutMkLst>
            <pc:docMk/>
            <pc:sldMasterMk cId="2405284020" sldId="2147483733"/>
            <pc:sldLayoutMk cId="2303861138" sldId="2147483734"/>
          </pc:sldLayoutMkLst>
        </pc:sldLayoutChg>
        <pc:sldLayoutChg chg="del">
          <pc:chgData name="Contact PIC-FORMATION" userId="1db30e0e-0262-400d-83b0-f34f1102b8c0" providerId="ADAL" clId="{D9EABE55-B5A4-4295-82E1-2414079A3E9B}" dt="2026-04-16T07:19:56.186" v="683" actId="47"/>
          <pc:sldLayoutMkLst>
            <pc:docMk/>
            <pc:sldMasterMk cId="2405284020" sldId="2147483733"/>
            <pc:sldLayoutMk cId="1099134559" sldId="2147483735"/>
          </pc:sldLayoutMkLst>
        </pc:sldLayoutChg>
        <pc:sldLayoutChg chg="del">
          <pc:chgData name="Contact PIC-FORMATION" userId="1db30e0e-0262-400d-83b0-f34f1102b8c0" providerId="ADAL" clId="{D9EABE55-B5A4-4295-82E1-2414079A3E9B}" dt="2026-04-16T07:19:56.186" v="683" actId="47"/>
          <pc:sldLayoutMkLst>
            <pc:docMk/>
            <pc:sldMasterMk cId="2405284020" sldId="2147483733"/>
            <pc:sldLayoutMk cId="2270811141" sldId="2147483736"/>
          </pc:sldLayoutMkLst>
        </pc:sldLayoutChg>
        <pc:sldLayoutChg chg="del">
          <pc:chgData name="Contact PIC-FORMATION" userId="1db30e0e-0262-400d-83b0-f34f1102b8c0" providerId="ADAL" clId="{D9EABE55-B5A4-4295-82E1-2414079A3E9B}" dt="2026-04-16T07:19:56.186" v="683" actId="47"/>
          <pc:sldLayoutMkLst>
            <pc:docMk/>
            <pc:sldMasterMk cId="2405284020" sldId="2147483733"/>
            <pc:sldLayoutMk cId="93757631" sldId="2147483737"/>
          </pc:sldLayoutMkLst>
        </pc:sldLayoutChg>
        <pc:sldLayoutChg chg="del">
          <pc:chgData name="Contact PIC-FORMATION" userId="1db30e0e-0262-400d-83b0-f34f1102b8c0" providerId="ADAL" clId="{D9EABE55-B5A4-4295-82E1-2414079A3E9B}" dt="2026-04-16T07:19:56.186" v="683" actId="47"/>
          <pc:sldLayoutMkLst>
            <pc:docMk/>
            <pc:sldMasterMk cId="2405284020" sldId="2147483733"/>
            <pc:sldLayoutMk cId="1840155387" sldId="2147483738"/>
          </pc:sldLayoutMkLst>
        </pc:sldLayoutChg>
        <pc:sldLayoutChg chg="del">
          <pc:chgData name="Contact PIC-FORMATION" userId="1db30e0e-0262-400d-83b0-f34f1102b8c0" providerId="ADAL" clId="{D9EABE55-B5A4-4295-82E1-2414079A3E9B}" dt="2026-04-16T07:19:56.186" v="683" actId="47"/>
          <pc:sldLayoutMkLst>
            <pc:docMk/>
            <pc:sldMasterMk cId="2405284020" sldId="2147483733"/>
            <pc:sldLayoutMk cId="2100461411" sldId="2147483739"/>
          </pc:sldLayoutMkLst>
        </pc:sldLayoutChg>
        <pc:sldLayoutChg chg="del">
          <pc:chgData name="Contact PIC-FORMATION" userId="1db30e0e-0262-400d-83b0-f34f1102b8c0" providerId="ADAL" clId="{D9EABE55-B5A4-4295-82E1-2414079A3E9B}" dt="2026-04-16T07:19:56.186" v="683" actId="47"/>
          <pc:sldLayoutMkLst>
            <pc:docMk/>
            <pc:sldMasterMk cId="2405284020" sldId="2147483733"/>
            <pc:sldLayoutMk cId="3268173728" sldId="2147483740"/>
          </pc:sldLayoutMkLst>
        </pc:sldLayoutChg>
        <pc:sldLayoutChg chg="del">
          <pc:chgData name="Contact PIC-FORMATION" userId="1db30e0e-0262-400d-83b0-f34f1102b8c0" providerId="ADAL" clId="{D9EABE55-B5A4-4295-82E1-2414079A3E9B}" dt="2026-04-16T07:19:56.186" v="683" actId="47"/>
          <pc:sldLayoutMkLst>
            <pc:docMk/>
            <pc:sldMasterMk cId="2405284020" sldId="2147483733"/>
            <pc:sldLayoutMk cId="2897426472" sldId="2147483741"/>
          </pc:sldLayoutMkLst>
        </pc:sldLayoutChg>
        <pc:sldLayoutChg chg="del">
          <pc:chgData name="Contact PIC-FORMATION" userId="1db30e0e-0262-400d-83b0-f34f1102b8c0" providerId="ADAL" clId="{D9EABE55-B5A4-4295-82E1-2414079A3E9B}" dt="2026-04-16T07:19:56.186" v="683" actId="47"/>
          <pc:sldLayoutMkLst>
            <pc:docMk/>
            <pc:sldMasterMk cId="2405284020" sldId="2147483733"/>
            <pc:sldLayoutMk cId="2882269557" sldId="2147483742"/>
          </pc:sldLayoutMkLst>
        </pc:sldLayoutChg>
        <pc:sldLayoutChg chg="del">
          <pc:chgData name="Contact PIC-FORMATION" userId="1db30e0e-0262-400d-83b0-f34f1102b8c0" providerId="ADAL" clId="{D9EABE55-B5A4-4295-82E1-2414079A3E9B}" dt="2026-04-16T07:19:56.186" v="683" actId="47"/>
          <pc:sldLayoutMkLst>
            <pc:docMk/>
            <pc:sldMasterMk cId="2405284020" sldId="2147483733"/>
            <pc:sldLayoutMk cId="538991473" sldId="2147483743"/>
          </pc:sldLayoutMkLst>
        </pc:sldLayoutChg>
        <pc:sldLayoutChg chg="del">
          <pc:chgData name="Contact PIC-FORMATION" userId="1db30e0e-0262-400d-83b0-f34f1102b8c0" providerId="ADAL" clId="{D9EABE55-B5A4-4295-82E1-2414079A3E9B}" dt="2026-04-16T07:19:56.186" v="683" actId="47"/>
          <pc:sldLayoutMkLst>
            <pc:docMk/>
            <pc:sldMasterMk cId="2405284020" sldId="2147483733"/>
            <pc:sldLayoutMk cId="1323397957" sldId="2147483744"/>
          </pc:sldLayoutMkLst>
        </pc:sldLayoutChg>
      </pc:sldMasterChg>
    </pc:docChg>
  </pc:docChgLst>
</pc:chgInfo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view3D>
      <c:rotX val="30"/>
      <c:rotY val="0"/>
      <c:depthPercent val="100"/>
      <c:rAngAx val="0"/>
    </c:view3D>
    <c:floor>
      <c:thickness val="0"/>
      <c:spPr>
        <a:noFill/>
        <a:ln>
          <a:noFill/>
        </a:ln>
        <a:effectLst/>
        <a:sp3d/>
      </c:spPr>
    </c:floor>
    <c:sideWall>
      <c:thickness val="0"/>
      <c:spPr>
        <a:noFill/>
        <a:ln>
          <a:noFill/>
        </a:ln>
        <a:effectLst/>
        <a:sp3d/>
      </c:spPr>
    </c:sideWall>
    <c:backWall>
      <c:thickness val="0"/>
      <c:spPr>
        <a:noFill/>
        <a:ln>
          <a:noFill/>
        </a:ln>
        <a:effectLst/>
        <a:sp3d/>
      </c:spPr>
    </c:backWall>
    <c:plotArea>
      <c:layout>
        <c:manualLayout>
          <c:layoutTarget val="inner"/>
          <c:xMode val="edge"/>
          <c:yMode val="edge"/>
          <c:x val="5.6250000000000001E-2"/>
          <c:y val="8.8281121537824719E-2"/>
          <c:w val="0.84062499999999996"/>
          <c:h val="0.82343775692435062"/>
        </c:manualLayout>
      </c:layout>
      <c:pie3DChart>
        <c:varyColors val="1"/>
        <c:ser>
          <c:idx val="0"/>
          <c:order val="0"/>
          <c:tx>
            <c:strRef>
              <c:f>Feuil1!$B$1</c:f>
              <c:strCache>
                <c:ptCount val="1"/>
                <c:pt idx="0">
                  <c:v>TOTAL</c:v>
                </c:pt>
              </c:strCache>
            </c:strRef>
          </c:tx>
          <c:dPt>
            <c:idx val="0"/>
            <c:bubble3D val="0"/>
            <c:spPr>
              <a:solidFill>
                <a:srgbClr val="00B050"/>
              </a:solidFill>
              <a:ln w="25400">
                <a:solidFill>
                  <a:srgbClr val="00B050"/>
                </a:solidFill>
              </a:ln>
              <a:effectLst/>
              <a:sp3d contourW="25400">
                <a:contourClr>
                  <a:srgbClr val="00B050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1-9D0C-4361-958B-3CCA0F0D895B}"/>
              </c:ext>
            </c:extLst>
          </c:dPt>
          <c:dPt>
            <c:idx val="1"/>
            <c:bubble3D val="0"/>
            <c:spPr>
              <a:solidFill>
                <a:srgbClr val="FFFF00"/>
              </a:solidFill>
              <a:ln w="25400">
                <a:solidFill>
                  <a:srgbClr val="FFFF00"/>
                </a:solidFill>
              </a:ln>
              <a:effectLst/>
              <a:sp3d contourW="25400">
                <a:contourClr>
                  <a:srgbClr val="FFFF00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3-9D0C-4361-958B-3CCA0F0D895B}"/>
              </c:ext>
            </c:extLst>
          </c:dPt>
          <c:dPt>
            <c:idx val="2"/>
            <c:bubble3D val="0"/>
            <c:spPr>
              <a:solidFill>
                <a:srgbClr val="FFC000"/>
              </a:solidFill>
              <a:ln w="25400">
                <a:solidFill>
                  <a:srgbClr val="FFC000"/>
                </a:solidFill>
              </a:ln>
              <a:effectLst/>
              <a:sp3d contourW="25400">
                <a:contourClr>
                  <a:srgbClr val="FFC000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5-9D0C-4361-958B-3CCA0F0D895B}"/>
              </c:ext>
            </c:extLst>
          </c:dPt>
          <c:dPt>
            <c:idx val="3"/>
            <c:bubble3D val="0"/>
            <c:spPr>
              <a:solidFill>
                <a:srgbClr val="FF0000"/>
              </a:solidFill>
              <a:ln w="25400">
                <a:solidFill>
                  <a:srgbClr val="FF0000"/>
                </a:solidFill>
              </a:ln>
              <a:effectLst/>
              <a:sp3d contourW="25400">
                <a:contourClr>
                  <a:srgbClr val="FF0000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7-9D0C-4361-958B-3CCA0F0D895B}"/>
              </c:ext>
            </c:extLst>
          </c:dPt>
          <c:dLbls>
            <c:dLbl>
              <c:idx val="0"/>
              <c:layout>
                <c:manualLayout>
                  <c:x val="-7.8125000000000004E-4"/>
                  <c:y val="-0.44531247260627022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2000" b="0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fr-FR"/>
                </a:p>
              </c:txPr>
              <c:showLegendKey val="0"/>
              <c:showVal val="1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13125000000000001"/>
                      <c:h val="0.16171874005175074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1-9D0C-4361-958B-3CCA0F0D895B}"/>
                </c:ext>
              </c:extLst>
            </c:dLbl>
            <c:dLbl>
              <c:idx val="1"/>
              <c:delete val="1"/>
              <c:extLst>
                <c:ext xmlns:c15="http://schemas.microsoft.com/office/drawing/2012/chart" uri="{CE6537A1-D6FC-4f65-9D91-7224C49458BB}">
                  <c15:layout>
                    <c:manualLayout>
                      <c:w val="0.11718750000000001"/>
                      <c:h val="0.10136718126432202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9D0C-4361-958B-3CCA0F0D895B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9D0C-4361-958B-3CCA0F0D895B}"/>
                </c:ext>
              </c:extLst>
            </c:dLbl>
            <c:dLbl>
              <c:idx val="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9D0C-4361-958B-3CCA0F0D895B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20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fr-FR"/>
              </a:p>
            </c:txPr>
            <c:showLegendKey val="0"/>
            <c:showVal val="1"/>
            <c:showCatName val="0"/>
            <c:showSerName val="0"/>
            <c:showPercent val="1"/>
            <c:showBubbleSize val="0"/>
            <c:showLeaderLines val="1"/>
            <c:extLst>
              <c:ext xmlns:c15="http://schemas.microsoft.com/office/drawing/2012/chart" uri="{CE6537A1-D6FC-4f65-9D91-7224C49458BB}"/>
            </c:extLst>
          </c:dLbls>
          <c:cat>
            <c:strRef>
              <c:f>Feuil1!$A$2:$A$5</c:f>
              <c:strCache>
                <c:ptCount val="4"/>
                <c:pt idx="0">
                  <c:v>Très satisfait</c:v>
                </c:pt>
                <c:pt idx="1">
                  <c:v>Satisfait</c:v>
                </c:pt>
                <c:pt idx="2">
                  <c:v>Déçu</c:v>
                </c:pt>
                <c:pt idx="3">
                  <c:v>Très déçu</c:v>
                </c:pt>
              </c:strCache>
            </c:strRef>
          </c:cat>
          <c:val>
            <c:numRef>
              <c:f>Feuil1!$B$2:$B$5</c:f>
              <c:numCache>
                <c:formatCode>General</c:formatCode>
                <c:ptCount val="4"/>
                <c:pt idx="0">
                  <c:v>6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9D0C-4361-958B-3CCA0F0D895B}"/>
            </c:ext>
          </c:extLst>
        </c:ser>
        <c:ser>
          <c:idx val="1"/>
          <c:order val="1"/>
          <c:tx>
            <c:strRef>
              <c:f>Feuil1!$C$1</c:f>
              <c:strCache>
                <c:ptCount val="1"/>
                <c:pt idx="0">
                  <c:v>Colonne1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25400">
                <a:solidFill>
                  <a:schemeClr val="accent1"/>
                </a:solidFill>
              </a:ln>
              <a:effectLst/>
              <a:sp3d contourW="25400">
                <a:contourClr>
                  <a:schemeClr val="accen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A-9D0C-4361-958B-3CCA0F0D895B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25400">
                <a:solidFill>
                  <a:schemeClr val="accent2"/>
                </a:solidFill>
              </a:ln>
              <a:effectLst/>
              <a:sp3d contourW="25400">
                <a:contourClr>
                  <a:schemeClr val="accent2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C-9D0C-4361-958B-3CCA0F0D895B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25400">
                <a:solidFill>
                  <a:schemeClr val="accent3"/>
                </a:solidFill>
              </a:ln>
              <a:effectLst/>
              <a:sp3d contourW="25400">
                <a:contourClr>
                  <a:schemeClr val="accent3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E-9D0C-4361-958B-3CCA0F0D895B}"/>
              </c:ext>
            </c:extLst>
          </c:dPt>
          <c:dPt>
            <c:idx val="3"/>
            <c:bubble3D val="0"/>
            <c:spPr>
              <a:solidFill>
                <a:schemeClr val="accent4"/>
              </a:solidFill>
              <a:ln w="25400">
                <a:solidFill>
                  <a:schemeClr val="accent4"/>
                </a:solidFill>
              </a:ln>
              <a:effectLst/>
              <a:sp3d contourW="25400">
                <a:contourClr>
                  <a:schemeClr val="accent4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10-9D0C-4361-958B-3CCA0F0D895B}"/>
              </c:ext>
            </c:extLst>
          </c:dPt>
          <c:cat>
            <c:strRef>
              <c:f>Feuil1!$A$2:$A$5</c:f>
              <c:strCache>
                <c:ptCount val="4"/>
                <c:pt idx="0">
                  <c:v>Très satisfait</c:v>
                </c:pt>
                <c:pt idx="1">
                  <c:v>Satisfait</c:v>
                </c:pt>
                <c:pt idx="2">
                  <c:v>Déçu</c:v>
                </c:pt>
                <c:pt idx="3">
                  <c:v>Très déçu</c:v>
                </c:pt>
              </c:strCache>
            </c:strRef>
          </c:cat>
          <c:val>
            <c:numRef>
              <c:f>Feuil1!$C$2:$C$5</c:f>
              <c:numCache>
                <c:formatCode>0%</c:formatCode>
                <c:ptCount val="4"/>
                <c:pt idx="0">
                  <c:v>1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1-9D0C-4361-958B-3CCA0F0D895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</c:pie3DChart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 sz="2000"/>
      </a:pPr>
      <a:endParaRPr lang="fr-FR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view3D>
      <c:rotX val="30"/>
      <c:rotY val="0"/>
      <c:depthPercent val="100"/>
      <c:rAngAx val="0"/>
    </c:view3D>
    <c:floor>
      <c:thickness val="0"/>
      <c:spPr>
        <a:noFill/>
        <a:ln>
          <a:noFill/>
        </a:ln>
        <a:effectLst/>
        <a:sp3d/>
      </c:spPr>
    </c:floor>
    <c:sideWall>
      <c:thickness val="0"/>
      <c:spPr>
        <a:noFill/>
        <a:ln>
          <a:noFill/>
        </a:ln>
        <a:effectLst/>
        <a:sp3d/>
      </c:spPr>
    </c:sideWall>
    <c:backWall>
      <c:thickness val="0"/>
      <c:spPr>
        <a:noFill/>
        <a:ln>
          <a:noFill/>
        </a:ln>
        <a:effectLst/>
        <a:sp3d/>
      </c:spPr>
    </c:backWall>
    <c:plotArea>
      <c:layout>
        <c:manualLayout>
          <c:layoutTarget val="inner"/>
          <c:xMode val="edge"/>
          <c:yMode val="edge"/>
          <c:x val="5.6250000000000001E-2"/>
          <c:y val="8.8281121537824719E-2"/>
          <c:w val="0.84062499999999996"/>
          <c:h val="0.82343775692435062"/>
        </c:manualLayout>
      </c:layout>
      <c:pie3DChart>
        <c:varyColors val="1"/>
        <c:ser>
          <c:idx val="0"/>
          <c:order val="0"/>
          <c:tx>
            <c:strRef>
              <c:f>Feuil1!$B$1</c:f>
              <c:strCache>
                <c:ptCount val="1"/>
                <c:pt idx="0">
                  <c:v>TOTAL</c:v>
                </c:pt>
              </c:strCache>
            </c:strRef>
          </c:tx>
          <c:dPt>
            <c:idx val="0"/>
            <c:bubble3D val="0"/>
            <c:spPr>
              <a:solidFill>
                <a:srgbClr val="00B050"/>
              </a:solidFill>
              <a:ln w="25400">
                <a:solidFill>
                  <a:srgbClr val="00B050"/>
                </a:solidFill>
              </a:ln>
              <a:effectLst/>
              <a:sp3d contourW="25400">
                <a:contourClr>
                  <a:srgbClr val="00B050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1-84D3-4823-A7F7-5F793F2F85DD}"/>
              </c:ext>
            </c:extLst>
          </c:dPt>
          <c:dPt>
            <c:idx val="1"/>
            <c:bubble3D val="0"/>
            <c:spPr>
              <a:solidFill>
                <a:srgbClr val="FFFF00"/>
              </a:solidFill>
              <a:ln w="25400">
                <a:solidFill>
                  <a:srgbClr val="FFFF00"/>
                </a:solidFill>
              </a:ln>
              <a:effectLst/>
              <a:sp3d contourW="25400">
                <a:contourClr>
                  <a:srgbClr val="FFFF00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3-84D3-4823-A7F7-5F793F2F85DD}"/>
              </c:ext>
            </c:extLst>
          </c:dPt>
          <c:dPt>
            <c:idx val="2"/>
            <c:bubble3D val="0"/>
            <c:spPr>
              <a:solidFill>
                <a:srgbClr val="FFC000"/>
              </a:solidFill>
              <a:ln w="25400">
                <a:solidFill>
                  <a:srgbClr val="FFC000"/>
                </a:solidFill>
              </a:ln>
              <a:effectLst/>
              <a:sp3d contourW="25400">
                <a:contourClr>
                  <a:srgbClr val="FFC000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5-84D3-4823-A7F7-5F793F2F85DD}"/>
              </c:ext>
            </c:extLst>
          </c:dPt>
          <c:dPt>
            <c:idx val="3"/>
            <c:bubble3D val="0"/>
            <c:spPr>
              <a:solidFill>
                <a:srgbClr val="FF0000"/>
              </a:solidFill>
              <a:ln w="25400">
                <a:solidFill>
                  <a:srgbClr val="FF0000"/>
                </a:solidFill>
              </a:ln>
              <a:effectLst/>
              <a:sp3d contourW="25400">
                <a:contourClr>
                  <a:srgbClr val="FF0000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7-84D3-4823-A7F7-5F793F2F85DD}"/>
              </c:ext>
            </c:extLst>
          </c:dPt>
          <c:dLbls>
            <c:dLbl>
              <c:idx val="0"/>
              <c:layout>
                <c:manualLayout>
                  <c:x val="-7.8125000000000004E-4"/>
                  <c:y val="-0.44531247260627022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2000" b="0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fr-FR"/>
                </a:p>
              </c:txPr>
              <c:showLegendKey val="0"/>
              <c:showVal val="1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13125000000000001"/>
                      <c:h val="0.16171874005175074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1-84D3-4823-A7F7-5F793F2F85DD}"/>
                </c:ext>
              </c:extLst>
            </c:dLbl>
            <c:dLbl>
              <c:idx val="1"/>
              <c:delete val="1"/>
              <c:extLst>
                <c:ext xmlns:c15="http://schemas.microsoft.com/office/drawing/2012/chart" uri="{CE6537A1-D6FC-4f65-9D91-7224C49458BB}">
                  <c15:layout>
                    <c:manualLayout>
                      <c:w val="0.11718750000000001"/>
                      <c:h val="0.10136718126432202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84D3-4823-A7F7-5F793F2F85DD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84D3-4823-A7F7-5F793F2F85DD}"/>
                </c:ext>
              </c:extLst>
            </c:dLbl>
            <c:dLbl>
              <c:idx val="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84D3-4823-A7F7-5F793F2F85DD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20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fr-FR"/>
              </a:p>
            </c:txPr>
            <c:showLegendKey val="0"/>
            <c:showVal val="1"/>
            <c:showCatName val="0"/>
            <c:showSerName val="0"/>
            <c:showPercent val="1"/>
            <c:showBubbleSize val="0"/>
            <c:showLeaderLines val="1"/>
            <c:extLst>
              <c:ext xmlns:c15="http://schemas.microsoft.com/office/drawing/2012/chart" uri="{CE6537A1-D6FC-4f65-9D91-7224C49458BB}"/>
            </c:extLst>
          </c:dLbls>
          <c:cat>
            <c:strRef>
              <c:f>Feuil1!$A$2:$A$5</c:f>
              <c:strCache>
                <c:ptCount val="4"/>
                <c:pt idx="0">
                  <c:v>Très satisfait</c:v>
                </c:pt>
                <c:pt idx="1">
                  <c:v>Satisfait</c:v>
                </c:pt>
                <c:pt idx="2">
                  <c:v>Déçu</c:v>
                </c:pt>
                <c:pt idx="3">
                  <c:v>Très déçu</c:v>
                </c:pt>
              </c:strCache>
            </c:strRef>
          </c:cat>
          <c:val>
            <c:numRef>
              <c:f>Feuil1!$B$2:$B$5</c:f>
              <c:numCache>
                <c:formatCode>General</c:formatCode>
                <c:ptCount val="4"/>
                <c:pt idx="0">
                  <c:v>6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84D3-4823-A7F7-5F793F2F85DD}"/>
            </c:ext>
          </c:extLst>
        </c:ser>
        <c:ser>
          <c:idx val="1"/>
          <c:order val="1"/>
          <c:tx>
            <c:strRef>
              <c:f>Feuil1!$C$1</c:f>
              <c:strCache>
                <c:ptCount val="1"/>
                <c:pt idx="0">
                  <c:v>Colonne1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25400">
                <a:solidFill>
                  <a:schemeClr val="accent1"/>
                </a:solidFill>
              </a:ln>
              <a:effectLst/>
              <a:sp3d contourW="25400">
                <a:contourClr>
                  <a:schemeClr val="accen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A-84D3-4823-A7F7-5F793F2F85DD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25400">
                <a:solidFill>
                  <a:schemeClr val="accent2"/>
                </a:solidFill>
              </a:ln>
              <a:effectLst/>
              <a:sp3d contourW="25400">
                <a:contourClr>
                  <a:schemeClr val="accent2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C-84D3-4823-A7F7-5F793F2F85DD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25400">
                <a:solidFill>
                  <a:schemeClr val="accent3"/>
                </a:solidFill>
              </a:ln>
              <a:effectLst/>
              <a:sp3d contourW="25400">
                <a:contourClr>
                  <a:schemeClr val="accent3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E-84D3-4823-A7F7-5F793F2F85DD}"/>
              </c:ext>
            </c:extLst>
          </c:dPt>
          <c:dPt>
            <c:idx val="3"/>
            <c:bubble3D val="0"/>
            <c:spPr>
              <a:solidFill>
                <a:schemeClr val="accent4"/>
              </a:solidFill>
              <a:ln w="25400">
                <a:solidFill>
                  <a:schemeClr val="accent4"/>
                </a:solidFill>
              </a:ln>
              <a:effectLst/>
              <a:sp3d contourW="25400">
                <a:contourClr>
                  <a:schemeClr val="accent4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10-84D3-4823-A7F7-5F793F2F85DD}"/>
              </c:ext>
            </c:extLst>
          </c:dPt>
          <c:cat>
            <c:strRef>
              <c:f>Feuil1!$A$2:$A$5</c:f>
              <c:strCache>
                <c:ptCount val="4"/>
                <c:pt idx="0">
                  <c:v>Très satisfait</c:v>
                </c:pt>
                <c:pt idx="1">
                  <c:v>Satisfait</c:v>
                </c:pt>
                <c:pt idx="2">
                  <c:v>Déçu</c:v>
                </c:pt>
                <c:pt idx="3">
                  <c:v>Très déçu</c:v>
                </c:pt>
              </c:strCache>
            </c:strRef>
          </c:cat>
          <c:val>
            <c:numRef>
              <c:f>Feuil1!$C$2:$C$5</c:f>
              <c:numCache>
                <c:formatCode>0%</c:formatCode>
                <c:ptCount val="4"/>
                <c:pt idx="0">
                  <c:v>1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1-84D3-4823-A7F7-5F793F2F85D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</c:pie3DChart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 sz="2000"/>
      </a:pPr>
      <a:endParaRPr lang="fr-FR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view3D>
      <c:rotX val="30"/>
      <c:rotY val="0"/>
      <c:depthPercent val="100"/>
      <c:rAngAx val="0"/>
    </c:view3D>
    <c:floor>
      <c:thickness val="0"/>
      <c:spPr>
        <a:noFill/>
        <a:ln>
          <a:noFill/>
        </a:ln>
        <a:effectLst/>
        <a:sp3d/>
      </c:spPr>
    </c:floor>
    <c:sideWall>
      <c:thickness val="0"/>
      <c:spPr>
        <a:noFill/>
        <a:ln>
          <a:noFill/>
        </a:ln>
        <a:effectLst/>
        <a:sp3d/>
      </c:spPr>
    </c:sideWall>
    <c:backWall>
      <c:thickness val="0"/>
      <c:spPr>
        <a:noFill/>
        <a:ln>
          <a:noFill/>
        </a:ln>
        <a:effectLst/>
        <a:sp3d/>
      </c:spPr>
    </c:backWall>
    <c:plotArea>
      <c:layout>
        <c:manualLayout>
          <c:layoutTarget val="inner"/>
          <c:xMode val="edge"/>
          <c:yMode val="edge"/>
          <c:x val="5.6250000000000001E-2"/>
          <c:y val="8.8281121537824719E-2"/>
          <c:w val="0.84062499999999996"/>
          <c:h val="0.82343775692435062"/>
        </c:manualLayout>
      </c:layout>
      <c:pie3DChart>
        <c:varyColors val="1"/>
        <c:ser>
          <c:idx val="0"/>
          <c:order val="0"/>
          <c:tx>
            <c:strRef>
              <c:f>Feuil1!$B$1</c:f>
              <c:strCache>
                <c:ptCount val="1"/>
                <c:pt idx="0">
                  <c:v>TOTAL</c:v>
                </c:pt>
              </c:strCache>
            </c:strRef>
          </c:tx>
          <c:dPt>
            <c:idx val="0"/>
            <c:bubble3D val="0"/>
            <c:spPr>
              <a:solidFill>
                <a:srgbClr val="00B050"/>
              </a:solidFill>
              <a:ln w="25400">
                <a:solidFill>
                  <a:srgbClr val="00B050"/>
                </a:solidFill>
              </a:ln>
              <a:effectLst/>
              <a:sp3d contourW="25400">
                <a:contourClr>
                  <a:srgbClr val="00B050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1-160F-4C39-A970-CAF924597A92}"/>
              </c:ext>
            </c:extLst>
          </c:dPt>
          <c:dPt>
            <c:idx val="1"/>
            <c:bubble3D val="0"/>
            <c:spPr>
              <a:solidFill>
                <a:srgbClr val="FFFF00"/>
              </a:solidFill>
              <a:ln w="25400">
                <a:solidFill>
                  <a:srgbClr val="FFFF00"/>
                </a:solidFill>
              </a:ln>
              <a:effectLst/>
              <a:sp3d contourW="25400">
                <a:contourClr>
                  <a:srgbClr val="FFFF00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3-160F-4C39-A970-CAF924597A92}"/>
              </c:ext>
            </c:extLst>
          </c:dPt>
          <c:dPt>
            <c:idx val="2"/>
            <c:bubble3D val="0"/>
            <c:spPr>
              <a:solidFill>
                <a:srgbClr val="FFC000"/>
              </a:solidFill>
              <a:ln w="25400">
                <a:solidFill>
                  <a:srgbClr val="FFC000"/>
                </a:solidFill>
              </a:ln>
              <a:effectLst/>
              <a:sp3d contourW="25400">
                <a:contourClr>
                  <a:srgbClr val="FFC000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5-160F-4C39-A970-CAF924597A92}"/>
              </c:ext>
            </c:extLst>
          </c:dPt>
          <c:dPt>
            <c:idx val="3"/>
            <c:bubble3D val="0"/>
            <c:spPr>
              <a:solidFill>
                <a:srgbClr val="FF0000"/>
              </a:solidFill>
              <a:ln w="25400">
                <a:solidFill>
                  <a:srgbClr val="FF0000"/>
                </a:solidFill>
              </a:ln>
              <a:effectLst/>
              <a:sp3d contourW="25400">
                <a:contourClr>
                  <a:srgbClr val="FF0000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7-160F-4C39-A970-CAF924597A92}"/>
              </c:ext>
            </c:extLst>
          </c:dPt>
          <c:dLbls>
            <c:dLbl>
              <c:idx val="0"/>
              <c:layout>
                <c:manualLayout>
                  <c:x val="-7.8125000000000004E-4"/>
                  <c:y val="-0.44531247260627022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2000" b="0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fr-FR"/>
                </a:p>
              </c:txPr>
              <c:showLegendKey val="0"/>
              <c:showVal val="1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13125000000000001"/>
                      <c:h val="0.16171874005175074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1-160F-4C39-A970-CAF924597A92}"/>
                </c:ext>
              </c:extLst>
            </c:dLbl>
            <c:dLbl>
              <c:idx val="1"/>
              <c:delete val="1"/>
              <c:extLst>
                <c:ext xmlns:c15="http://schemas.microsoft.com/office/drawing/2012/chart" uri="{CE6537A1-D6FC-4f65-9D91-7224C49458BB}">
                  <c15:layout>
                    <c:manualLayout>
                      <c:w val="0.11718750000000001"/>
                      <c:h val="0.10136718126432202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160F-4C39-A970-CAF924597A92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160F-4C39-A970-CAF924597A92}"/>
                </c:ext>
              </c:extLst>
            </c:dLbl>
            <c:dLbl>
              <c:idx val="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160F-4C39-A970-CAF924597A92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20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fr-FR"/>
              </a:p>
            </c:txPr>
            <c:showLegendKey val="0"/>
            <c:showVal val="1"/>
            <c:showCatName val="0"/>
            <c:showSerName val="0"/>
            <c:showPercent val="1"/>
            <c:showBubbleSize val="0"/>
            <c:showLeaderLines val="1"/>
            <c:extLst>
              <c:ext xmlns:c15="http://schemas.microsoft.com/office/drawing/2012/chart" uri="{CE6537A1-D6FC-4f65-9D91-7224C49458BB}"/>
            </c:extLst>
          </c:dLbls>
          <c:cat>
            <c:strRef>
              <c:f>Feuil1!$A$2:$A$5</c:f>
              <c:strCache>
                <c:ptCount val="4"/>
                <c:pt idx="0">
                  <c:v>Très satisfait</c:v>
                </c:pt>
                <c:pt idx="1">
                  <c:v>Satisfait</c:v>
                </c:pt>
                <c:pt idx="2">
                  <c:v>Déçu</c:v>
                </c:pt>
                <c:pt idx="3">
                  <c:v>Très déçu</c:v>
                </c:pt>
              </c:strCache>
            </c:strRef>
          </c:cat>
          <c:val>
            <c:numRef>
              <c:f>Feuil1!$B$2:$B$5</c:f>
              <c:numCache>
                <c:formatCode>General</c:formatCode>
                <c:ptCount val="4"/>
                <c:pt idx="0">
                  <c:v>6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160F-4C39-A970-CAF924597A92}"/>
            </c:ext>
          </c:extLst>
        </c:ser>
        <c:ser>
          <c:idx val="1"/>
          <c:order val="1"/>
          <c:tx>
            <c:strRef>
              <c:f>Feuil1!$C$1</c:f>
              <c:strCache>
                <c:ptCount val="1"/>
                <c:pt idx="0">
                  <c:v>Colonne1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25400">
                <a:solidFill>
                  <a:schemeClr val="accent1"/>
                </a:solidFill>
              </a:ln>
              <a:effectLst/>
              <a:sp3d contourW="25400">
                <a:contourClr>
                  <a:schemeClr val="accen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A-160F-4C39-A970-CAF924597A92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25400">
                <a:solidFill>
                  <a:schemeClr val="accent2"/>
                </a:solidFill>
              </a:ln>
              <a:effectLst/>
              <a:sp3d contourW="25400">
                <a:contourClr>
                  <a:schemeClr val="accent2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C-160F-4C39-A970-CAF924597A92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25400">
                <a:solidFill>
                  <a:schemeClr val="accent3"/>
                </a:solidFill>
              </a:ln>
              <a:effectLst/>
              <a:sp3d contourW="25400">
                <a:contourClr>
                  <a:schemeClr val="accent3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E-160F-4C39-A970-CAF924597A92}"/>
              </c:ext>
            </c:extLst>
          </c:dPt>
          <c:dPt>
            <c:idx val="3"/>
            <c:bubble3D val="0"/>
            <c:spPr>
              <a:solidFill>
                <a:schemeClr val="accent4"/>
              </a:solidFill>
              <a:ln w="25400">
                <a:solidFill>
                  <a:schemeClr val="accent4"/>
                </a:solidFill>
              </a:ln>
              <a:effectLst/>
              <a:sp3d contourW="25400">
                <a:contourClr>
                  <a:schemeClr val="accent4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10-160F-4C39-A970-CAF924597A92}"/>
              </c:ext>
            </c:extLst>
          </c:dPt>
          <c:cat>
            <c:strRef>
              <c:f>Feuil1!$A$2:$A$5</c:f>
              <c:strCache>
                <c:ptCount val="4"/>
                <c:pt idx="0">
                  <c:v>Très satisfait</c:v>
                </c:pt>
                <c:pt idx="1">
                  <c:v>Satisfait</c:v>
                </c:pt>
                <c:pt idx="2">
                  <c:v>Déçu</c:v>
                </c:pt>
                <c:pt idx="3">
                  <c:v>Très déçu</c:v>
                </c:pt>
              </c:strCache>
            </c:strRef>
          </c:cat>
          <c:val>
            <c:numRef>
              <c:f>Feuil1!$C$2:$C$5</c:f>
              <c:numCache>
                <c:formatCode>0%</c:formatCode>
                <c:ptCount val="4"/>
                <c:pt idx="0">
                  <c:v>1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1-160F-4C39-A970-CAF924597A9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</c:pie3DChart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 sz="2000"/>
      </a:pPr>
      <a:endParaRPr lang="fr-FR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view3D>
      <c:rotX val="30"/>
      <c:rotY val="0"/>
      <c:depthPercent val="100"/>
      <c:rAngAx val="0"/>
    </c:view3D>
    <c:floor>
      <c:thickness val="0"/>
      <c:spPr>
        <a:noFill/>
        <a:ln>
          <a:noFill/>
        </a:ln>
        <a:effectLst/>
        <a:sp3d/>
      </c:spPr>
    </c:floor>
    <c:sideWall>
      <c:thickness val="0"/>
      <c:spPr>
        <a:noFill/>
        <a:ln>
          <a:noFill/>
        </a:ln>
        <a:effectLst/>
        <a:sp3d/>
      </c:spPr>
    </c:sideWall>
    <c:backWall>
      <c:thickness val="0"/>
      <c:spPr>
        <a:noFill/>
        <a:ln>
          <a:noFill/>
        </a:ln>
        <a:effectLst/>
        <a:sp3d/>
      </c:spPr>
    </c:backWall>
    <c:plotArea>
      <c:layout>
        <c:manualLayout>
          <c:layoutTarget val="inner"/>
          <c:xMode val="edge"/>
          <c:yMode val="edge"/>
          <c:x val="5.6250000000000001E-2"/>
          <c:y val="8.8281121537824719E-2"/>
          <c:w val="0.84062499999999996"/>
          <c:h val="0.82343775692435062"/>
        </c:manualLayout>
      </c:layout>
      <c:pie3DChart>
        <c:varyColors val="1"/>
        <c:ser>
          <c:idx val="0"/>
          <c:order val="0"/>
          <c:tx>
            <c:strRef>
              <c:f>Feuil1!$B$1</c:f>
              <c:strCache>
                <c:ptCount val="1"/>
                <c:pt idx="0">
                  <c:v>TOTAL</c:v>
                </c:pt>
              </c:strCache>
            </c:strRef>
          </c:tx>
          <c:dPt>
            <c:idx val="0"/>
            <c:bubble3D val="0"/>
            <c:spPr>
              <a:solidFill>
                <a:srgbClr val="00B050"/>
              </a:solidFill>
              <a:ln w="25400">
                <a:solidFill>
                  <a:srgbClr val="00B050"/>
                </a:solidFill>
              </a:ln>
              <a:effectLst/>
              <a:sp3d contourW="25400">
                <a:contourClr>
                  <a:srgbClr val="00B050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1-5060-4FFE-B29A-568213ABA5B2}"/>
              </c:ext>
            </c:extLst>
          </c:dPt>
          <c:dPt>
            <c:idx val="1"/>
            <c:bubble3D val="0"/>
            <c:spPr>
              <a:solidFill>
                <a:srgbClr val="FFFF00"/>
              </a:solidFill>
              <a:ln w="25400">
                <a:solidFill>
                  <a:srgbClr val="FFFF00"/>
                </a:solidFill>
              </a:ln>
              <a:effectLst/>
              <a:sp3d contourW="25400">
                <a:contourClr>
                  <a:srgbClr val="FFFF00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3-5060-4FFE-B29A-568213ABA5B2}"/>
              </c:ext>
            </c:extLst>
          </c:dPt>
          <c:dPt>
            <c:idx val="2"/>
            <c:bubble3D val="0"/>
            <c:spPr>
              <a:solidFill>
                <a:srgbClr val="FFC000"/>
              </a:solidFill>
              <a:ln w="25400">
                <a:solidFill>
                  <a:srgbClr val="FFC000"/>
                </a:solidFill>
              </a:ln>
              <a:effectLst/>
              <a:sp3d contourW="25400">
                <a:contourClr>
                  <a:srgbClr val="FFC000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5-5060-4FFE-B29A-568213ABA5B2}"/>
              </c:ext>
            </c:extLst>
          </c:dPt>
          <c:dPt>
            <c:idx val="3"/>
            <c:bubble3D val="0"/>
            <c:spPr>
              <a:solidFill>
                <a:srgbClr val="FF0000"/>
              </a:solidFill>
              <a:ln w="25400">
                <a:solidFill>
                  <a:srgbClr val="FF0000"/>
                </a:solidFill>
              </a:ln>
              <a:effectLst/>
              <a:sp3d contourW="25400">
                <a:contourClr>
                  <a:srgbClr val="FF0000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7-5060-4FFE-B29A-568213ABA5B2}"/>
              </c:ext>
            </c:extLst>
          </c:dPt>
          <c:dLbls>
            <c:dLbl>
              <c:idx val="0"/>
              <c:layout>
                <c:manualLayout>
                  <c:x val="-7.8125000000000004E-4"/>
                  <c:y val="-0.44531247260627022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2000" b="0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fr-FR"/>
                </a:p>
              </c:txPr>
              <c:showLegendKey val="0"/>
              <c:showVal val="1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13125000000000001"/>
                      <c:h val="0.16171874005175074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1-5060-4FFE-B29A-568213ABA5B2}"/>
                </c:ext>
              </c:extLst>
            </c:dLbl>
            <c:dLbl>
              <c:idx val="1"/>
              <c:showLegendKey val="0"/>
              <c:showVal val="1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11718750000000001"/>
                      <c:h val="0.10136718126432202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5060-4FFE-B29A-568213ABA5B2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5060-4FFE-B29A-568213ABA5B2}"/>
                </c:ext>
              </c:extLst>
            </c:dLbl>
            <c:dLbl>
              <c:idx val="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5060-4FFE-B29A-568213ABA5B2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20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fr-FR"/>
              </a:p>
            </c:txPr>
            <c:showLegendKey val="0"/>
            <c:showVal val="1"/>
            <c:showCatName val="0"/>
            <c:showSerName val="0"/>
            <c:showPercent val="1"/>
            <c:showBubbleSize val="0"/>
            <c:showLeaderLines val="1"/>
            <c:extLst>
              <c:ext xmlns:c15="http://schemas.microsoft.com/office/drawing/2012/chart" uri="{CE6537A1-D6FC-4f65-9D91-7224C49458BB}"/>
            </c:extLst>
          </c:dLbls>
          <c:cat>
            <c:strRef>
              <c:f>Feuil1!$A$2:$A$5</c:f>
              <c:strCache>
                <c:ptCount val="4"/>
                <c:pt idx="0">
                  <c:v>Très satisfait</c:v>
                </c:pt>
                <c:pt idx="1">
                  <c:v>Satisfait</c:v>
                </c:pt>
                <c:pt idx="2">
                  <c:v>Déçu</c:v>
                </c:pt>
                <c:pt idx="3">
                  <c:v>Très déçu</c:v>
                </c:pt>
              </c:strCache>
            </c:strRef>
          </c:cat>
          <c:val>
            <c:numRef>
              <c:f>Feuil1!$B$2:$B$5</c:f>
              <c:numCache>
                <c:formatCode>General</c:formatCode>
                <c:ptCount val="4"/>
                <c:pt idx="0">
                  <c:v>5</c:v>
                </c:pt>
                <c:pt idx="1">
                  <c:v>1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5060-4FFE-B29A-568213ABA5B2}"/>
            </c:ext>
          </c:extLst>
        </c:ser>
        <c:ser>
          <c:idx val="1"/>
          <c:order val="1"/>
          <c:tx>
            <c:strRef>
              <c:f>Feuil1!$C$1</c:f>
              <c:strCache>
                <c:ptCount val="1"/>
                <c:pt idx="0">
                  <c:v>Colonne1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25400">
                <a:solidFill>
                  <a:schemeClr val="accent1"/>
                </a:solidFill>
              </a:ln>
              <a:effectLst/>
              <a:sp3d contourW="25400">
                <a:contourClr>
                  <a:schemeClr val="accen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A-5060-4FFE-B29A-568213ABA5B2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25400">
                <a:solidFill>
                  <a:schemeClr val="accent2"/>
                </a:solidFill>
              </a:ln>
              <a:effectLst/>
              <a:sp3d contourW="25400">
                <a:contourClr>
                  <a:schemeClr val="accent2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C-5060-4FFE-B29A-568213ABA5B2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25400">
                <a:solidFill>
                  <a:schemeClr val="accent3"/>
                </a:solidFill>
              </a:ln>
              <a:effectLst/>
              <a:sp3d contourW="25400">
                <a:contourClr>
                  <a:schemeClr val="accent3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E-5060-4FFE-B29A-568213ABA5B2}"/>
              </c:ext>
            </c:extLst>
          </c:dPt>
          <c:dPt>
            <c:idx val="3"/>
            <c:bubble3D val="0"/>
            <c:spPr>
              <a:solidFill>
                <a:schemeClr val="accent4"/>
              </a:solidFill>
              <a:ln w="25400">
                <a:solidFill>
                  <a:schemeClr val="accent4"/>
                </a:solidFill>
              </a:ln>
              <a:effectLst/>
              <a:sp3d contourW="25400">
                <a:contourClr>
                  <a:schemeClr val="accent4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10-5060-4FFE-B29A-568213ABA5B2}"/>
              </c:ext>
            </c:extLst>
          </c:dPt>
          <c:cat>
            <c:strRef>
              <c:f>Feuil1!$A$2:$A$5</c:f>
              <c:strCache>
                <c:ptCount val="4"/>
                <c:pt idx="0">
                  <c:v>Très satisfait</c:v>
                </c:pt>
                <c:pt idx="1">
                  <c:v>Satisfait</c:v>
                </c:pt>
                <c:pt idx="2">
                  <c:v>Déçu</c:v>
                </c:pt>
                <c:pt idx="3">
                  <c:v>Très déçu</c:v>
                </c:pt>
              </c:strCache>
            </c:strRef>
          </c:cat>
          <c:val>
            <c:numRef>
              <c:f>Feuil1!$C$2:$C$5</c:f>
              <c:numCache>
                <c:formatCode>0%</c:formatCode>
                <c:ptCount val="4"/>
                <c:pt idx="0">
                  <c:v>0.83333333333333337</c:v>
                </c:pt>
                <c:pt idx="1">
                  <c:v>0.16666666666666666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1-5060-4FFE-B29A-568213ABA5B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</c:pie3DChart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 sz="2000"/>
      </a:pPr>
      <a:endParaRPr lang="fr-FR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view3D>
      <c:rotX val="30"/>
      <c:rotY val="0"/>
      <c:depthPercent val="100"/>
      <c:rAngAx val="0"/>
    </c:view3D>
    <c:floor>
      <c:thickness val="0"/>
      <c:spPr>
        <a:noFill/>
        <a:ln>
          <a:noFill/>
        </a:ln>
        <a:effectLst/>
        <a:sp3d/>
      </c:spPr>
    </c:floor>
    <c:sideWall>
      <c:thickness val="0"/>
      <c:spPr>
        <a:noFill/>
        <a:ln>
          <a:noFill/>
        </a:ln>
        <a:effectLst/>
        <a:sp3d/>
      </c:spPr>
    </c:sideWall>
    <c:backWall>
      <c:thickness val="0"/>
      <c:spPr>
        <a:noFill/>
        <a:ln>
          <a:noFill/>
        </a:ln>
        <a:effectLst/>
        <a:sp3d/>
      </c:spPr>
    </c:backWall>
    <c:plotArea>
      <c:layout>
        <c:manualLayout>
          <c:layoutTarget val="inner"/>
          <c:xMode val="edge"/>
          <c:yMode val="edge"/>
          <c:x val="5.6250000000000001E-2"/>
          <c:y val="8.8281121537824719E-2"/>
          <c:w val="0.84062499999999996"/>
          <c:h val="0.82343775692435062"/>
        </c:manualLayout>
      </c:layout>
      <c:pie3DChart>
        <c:varyColors val="1"/>
        <c:ser>
          <c:idx val="0"/>
          <c:order val="0"/>
          <c:tx>
            <c:strRef>
              <c:f>Feuil1!$B$1</c:f>
              <c:strCache>
                <c:ptCount val="1"/>
                <c:pt idx="0">
                  <c:v>TOTAL</c:v>
                </c:pt>
              </c:strCache>
            </c:strRef>
          </c:tx>
          <c:dPt>
            <c:idx val="0"/>
            <c:bubble3D val="0"/>
            <c:spPr>
              <a:solidFill>
                <a:srgbClr val="00B050"/>
              </a:solidFill>
              <a:ln w="25400">
                <a:solidFill>
                  <a:srgbClr val="00B050"/>
                </a:solidFill>
              </a:ln>
              <a:effectLst/>
              <a:sp3d contourW="25400">
                <a:contourClr>
                  <a:srgbClr val="00B050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1-E4E3-40D3-B027-977F596632D7}"/>
              </c:ext>
            </c:extLst>
          </c:dPt>
          <c:dPt>
            <c:idx val="1"/>
            <c:bubble3D val="0"/>
            <c:spPr>
              <a:solidFill>
                <a:srgbClr val="FFFF00"/>
              </a:solidFill>
              <a:ln w="25400">
                <a:solidFill>
                  <a:srgbClr val="FFFF00"/>
                </a:solidFill>
              </a:ln>
              <a:effectLst/>
              <a:sp3d contourW="25400">
                <a:contourClr>
                  <a:srgbClr val="FFFF00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3-E4E3-40D3-B027-977F596632D7}"/>
              </c:ext>
            </c:extLst>
          </c:dPt>
          <c:dPt>
            <c:idx val="2"/>
            <c:bubble3D val="0"/>
            <c:spPr>
              <a:solidFill>
                <a:srgbClr val="FFC000"/>
              </a:solidFill>
              <a:ln w="25400">
                <a:solidFill>
                  <a:srgbClr val="FFC000"/>
                </a:solidFill>
              </a:ln>
              <a:effectLst/>
              <a:sp3d contourW="25400">
                <a:contourClr>
                  <a:srgbClr val="FFC000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5-E4E3-40D3-B027-977F596632D7}"/>
              </c:ext>
            </c:extLst>
          </c:dPt>
          <c:dPt>
            <c:idx val="3"/>
            <c:bubble3D val="0"/>
            <c:spPr>
              <a:solidFill>
                <a:srgbClr val="FF0000"/>
              </a:solidFill>
              <a:ln w="25400">
                <a:solidFill>
                  <a:srgbClr val="FF0000"/>
                </a:solidFill>
              </a:ln>
              <a:effectLst/>
              <a:sp3d contourW="25400">
                <a:contourClr>
                  <a:srgbClr val="FF0000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7-E4E3-40D3-B027-977F596632D7}"/>
              </c:ext>
            </c:extLst>
          </c:dPt>
          <c:dLbls>
            <c:dLbl>
              <c:idx val="0"/>
              <c:layout>
                <c:manualLayout>
                  <c:x val="-7.8125000000000004E-4"/>
                  <c:y val="-0.44531247260627022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2000" b="0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fr-FR"/>
                </a:p>
              </c:txPr>
              <c:showLegendKey val="0"/>
              <c:showVal val="1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13125000000000001"/>
                      <c:h val="0.16171874005175074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1-E4E3-40D3-B027-977F596632D7}"/>
                </c:ext>
              </c:extLst>
            </c:dLbl>
            <c:dLbl>
              <c:idx val="1"/>
              <c:delete val="1"/>
              <c:extLst>
                <c:ext xmlns:c15="http://schemas.microsoft.com/office/drawing/2012/chart" uri="{CE6537A1-D6FC-4f65-9D91-7224C49458BB}">
                  <c15:layout>
                    <c:manualLayout>
                      <c:w val="0.11718750000000001"/>
                      <c:h val="0.10136718126432202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E4E3-40D3-B027-977F596632D7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E4E3-40D3-B027-977F596632D7}"/>
                </c:ext>
              </c:extLst>
            </c:dLbl>
            <c:dLbl>
              <c:idx val="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E4E3-40D3-B027-977F596632D7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20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fr-FR"/>
              </a:p>
            </c:txPr>
            <c:showLegendKey val="0"/>
            <c:showVal val="1"/>
            <c:showCatName val="0"/>
            <c:showSerName val="0"/>
            <c:showPercent val="1"/>
            <c:showBubbleSize val="0"/>
            <c:showLeaderLines val="1"/>
            <c:extLst>
              <c:ext xmlns:c15="http://schemas.microsoft.com/office/drawing/2012/chart" uri="{CE6537A1-D6FC-4f65-9D91-7224C49458BB}"/>
            </c:extLst>
          </c:dLbls>
          <c:cat>
            <c:strRef>
              <c:f>Feuil1!$A$2:$A$5</c:f>
              <c:strCache>
                <c:ptCount val="4"/>
                <c:pt idx="0">
                  <c:v>Très satisfait</c:v>
                </c:pt>
                <c:pt idx="1">
                  <c:v>Satisfait</c:v>
                </c:pt>
                <c:pt idx="2">
                  <c:v>Déçu</c:v>
                </c:pt>
                <c:pt idx="3">
                  <c:v>Très déçu</c:v>
                </c:pt>
              </c:strCache>
            </c:strRef>
          </c:cat>
          <c:val>
            <c:numRef>
              <c:f>Feuil1!$B$2:$B$5</c:f>
              <c:numCache>
                <c:formatCode>General</c:formatCode>
                <c:ptCount val="4"/>
                <c:pt idx="0">
                  <c:v>6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E4E3-40D3-B027-977F596632D7}"/>
            </c:ext>
          </c:extLst>
        </c:ser>
        <c:ser>
          <c:idx val="1"/>
          <c:order val="1"/>
          <c:tx>
            <c:strRef>
              <c:f>Feuil1!$C$1</c:f>
              <c:strCache>
                <c:ptCount val="1"/>
                <c:pt idx="0">
                  <c:v>Colonne1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25400">
                <a:solidFill>
                  <a:schemeClr val="accent1"/>
                </a:solidFill>
              </a:ln>
              <a:effectLst/>
              <a:sp3d contourW="25400">
                <a:contourClr>
                  <a:schemeClr val="accen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A-E4E3-40D3-B027-977F596632D7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25400">
                <a:solidFill>
                  <a:schemeClr val="accent2"/>
                </a:solidFill>
              </a:ln>
              <a:effectLst/>
              <a:sp3d contourW="25400">
                <a:contourClr>
                  <a:schemeClr val="accent2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C-E4E3-40D3-B027-977F596632D7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25400">
                <a:solidFill>
                  <a:schemeClr val="accent3"/>
                </a:solidFill>
              </a:ln>
              <a:effectLst/>
              <a:sp3d contourW="25400">
                <a:contourClr>
                  <a:schemeClr val="accent3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E-E4E3-40D3-B027-977F596632D7}"/>
              </c:ext>
            </c:extLst>
          </c:dPt>
          <c:dPt>
            <c:idx val="3"/>
            <c:bubble3D val="0"/>
            <c:spPr>
              <a:solidFill>
                <a:schemeClr val="accent4"/>
              </a:solidFill>
              <a:ln w="25400">
                <a:solidFill>
                  <a:schemeClr val="accent4"/>
                </a:solidFill>
              </a:ln>
              <a:effectLst/>
              <a:sp3d contourW="25400">
                <a:contourClr>
                  <a:schemeClr val="accent4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10-E4E3-40D3-B027-977F596632D7}"/>
              </c:ext>
            </c:extLst>
          </c:dPt>
          <c:cat>
            <c:strRef>
              <c:f>Feuil1!$A$2:$A$5</c:f>
              <c:strCache>
                <c:ptCount val="4"/>
                <c:pt idx="0">
                  <c:v>Très satisfait</c:v>
                </c:pt>
                <c:pt idx="1">
                  <c:v>Satisfait</c:v>
                </c:pt>
                <c:pt idx="2">
                  <c:v>Déçu</c:v>
                </c:pt>
                <c:pt idx="3">
                  <c:v>Très déçu</c:v>
                </c:pt>
              </c:strCache>
            </c:strRef>
          </c:cat>
          <c:val>
            <c:numRef>
              <c:f>Feuil1!$C$2:$C$5</c:f>
              <c:numCache>
                <c:formatCode>0%</c:formatCode>
                <c:ptCount val="4"/>
                <c:pt idx="0">
                  <c:v>1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1-E4E3-40D3-B027-977F596632D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</c:pie3DChart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 sz="2000"/>
      </a:pPr>
      <a:endParaRPr lang="fr-FR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view3D>
      <c:rotX val="30"/>
      <c:rotY val="0"/>
      <c:depthPercent val="100"/>
      <c:rAngAx val="0"/>
    </c:view3D>
    <c:floor>
      <c:thickness val="0"/>
      <c:spPr>
        <a:noFill/>
        <a:ln>
          <a:noFill/>
        </a:ln>
        <a:effectLst/>
        <a:sp3d/>
      </c:spPr>
    </c:floor>
    <c:sideWall>
      <c:thickness val="0"/>
      <c:spPr>
        <a:noFill/>
        <a:ln>
          <a:noFill/>
        </a:ln>
        <a:effectLst/>
        <a:sp3d/>
      </c:spPr>
    </c:sideWall>
    <c:backWall>
      <c:thickness val="0"/>
      <c:spPr>
        <a:noFill/>
        <a:ln>
          <a:noFill/>
        </a:ln>
        <a:effectLst/>
        <a:sp3d/>
      </c:spPr>
    </c:backWall>
    <c:plotArea>
      <c:layout>
        <c:manualLayout>
          <c:layoutTarget val="inner"/>
          <c:xMode val="edge"/>
          <c:yMode val="edge"/>
          <c:x val="5.6250000000000001E-2"/>
          <c:y val="8.8281121537824719E-2"/>
          <c:w val="0.84062499999999996"/>
          <c:h val="0.82343775692435062"/>
        </c:manualLayout>
      </c:layout>
      <c:pie3DChart>
        <c:varyColors val="1"/>
        <c:ser>
          <c:idx val="0"/>
          <c:order val="0"/>
          <c:tx>
            <c:strRef>
              <c:f>Feuil1!$B$1</c:f>
              <c:strCache>
                <c:ptCount val="1"/>
                <c:pt idx="0">
                  <c:v>TOTAL</c:v>
                </c:pt>
              </c:strCache>
            </c:strRef>
          </c:tx>
          <c:dPt>
            <c:idx val="0"/>
            <c:bubble3D val="0"/>
            <c:spPr>
              <a:solidFill>
                <a:srgbClr val="00B050"/>
              </a:solidFill>
              <a:ln w="25400">
                <a:solidFill>
                  <a:srgbClr val="00B050"/>
                </a:solidFill>
              </a:ln>
              <a:effectLst/>
              <a:sp3d contourW="25400">
                <a:contourClr>
                  <a:srgbClr val="00B050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1-C591-4A6E-9EC0-8184EFFC900B}"/>
              </c:ext>
            </c:extLst>
          </c:dPt>
          <c:dPt>
            <c:idx val="1"/>
            <c:bubble3D val="0"/>
            <c:spPr>
              <a:solidFill>
                <a:srgbClr val="FFFF00"/>
              </a:solidFill>
              <a:ln w="25400">
                <a:solidFill>
                  <a:srgbClr val="FFFF00"/>
                </a:solidFill>
              </a:ln>
              <a:effectLst/>
              <a:sp3d contourW="25400">
                <a:contourClr>
                  <a:srgbClr val="FFFF00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3-C591-4A6E-9EC0-8184EFFC900B}"/>
              </c:ext>
            </c:extLst>
          </c:dPt>
          <c:dPt>
            <c:idx val="2"/>
            <c:bubble3D val="0"/>
            <c:spPr>
              <a:solidFill>
                <a:srgbClr val="FFC000"/>
              </a:solidFill>
              <a:ln w="25400">
                <a:solidFill>
                  <a:srgbClr val="FFC000"/>
                </a:solidFill>
              </a:ln>
              <a:effectLst/>
              <a:sp3d contourW="25400">
                <a:contourClr>
                  <a:srgbClr val="FFC000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5-C591-4A6E-9EC0-8184EFFC900B}"/>
              </c:ext>
            </c:extLst>
          </c:dPt>
          <c:dPt>
            <c:idx val="3"/>
            <c:bubble3D val="0"/>
            <c:spPr>
              <a:solidFill>
                <a:srgbClr val="FF0000"/>
              </a:solidFill>
              <a:ln w="25400">
                <a:solidFill>
                  <a:srgbClr val="FF0000"/>
                </a:solidFill>
              </a:ln>
              <a:effectLst/>
              <a:sp3d contourW="25400">
                <a:contourClr>
                  <a:srgbClr val="FF0000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7-C591-4A6E-9EC0-8184EFFC900B}"/>
              </c:ext>
            </c:extLst>
          </c:dPt>
          <c:dLbls>
            <c:dLbl>
              <c:idx val="0"/>
              <c:layout>
                <c:manualLayout>
                  <c:x val="-7.8125000000000004E-4"/>
                  <c:y val="-0.44531247260627022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2000" b="0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fr-FR"/>
                </a:p>
              </c:txPr>
              <c:showLegendKey val="0"/>
              <c:showVal val="1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13125000000000001"/>
                      <c:h val="0.16171874005175074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1-C591-4A6E-9EC0-8184EFFC900B}"/>
                </c:ext>
              </c:extLst>
            </c:dLbl>
            <c:dLbl>
              <c:idx val="1"/>
              <c:delete val="1"/>
              <c:extLst>
                <c:ext xmlns:c15="http://schemas.microsoft.com/office/drawing/2012/chart" uri="{CE6537A1-D6FC-4f65-9D91-7224C49458BB}">
                  <c15:layout>
                    <c:manualLayout>
                      <c:w val="0.11718750000000001"/>
                      <c:h val="0.10136718126432202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C591-4A6E-9EC0-8184EFFC900B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C591-4A6E-9EC0-8184EFFC900B}"/>
                </c:ext>
              </c:extLst>
            </c:dLbl>
            <c:dLbl>
              <c:idx val="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C591-4A6E-9EC0-8184EFFC900B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20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fr-FR"/>
              </a:p>
            </c:txPr>
            <c:showLegendKey val="0"/>
            <c:showVal val="1"/>
            <c:showCatName val="0"/>
            <c:showSerName val="0"/>
            <c:showPercent val="1"/>
            <c:showBubbleSize val="0"/>
            <c:showLeaderLines val="1"/>
            <c:extLst>
              <c:ext xmlns:c15="http://schemas.microsoft.com/office/drawing/2012/chart" uri="{CE6537A1-D6FC-4f65-9D91-7224C49458BB}"/>
            </c:extLst>
          </c:dLbls>
          <c:cat>
            <c:strRef>
              <c:f>Feuil1!$A$2:$A$5</c:f>
              <c:strCache>
                <c:ptCount val="4"/>
                <c:pt idx="0">
                  <c:v>Très satisfait</c:v>
                </c:pt>
                <c:pt idx="1">
                  <c:v>Satisfait</c:v>
                </c:pt>
                <c:pt idx="2">
                  <c:v>Déçu</c:v>
                </c:pt>
                <c:pt idx="3">
                  <c:v>Très déçu</c:v>
                </c:pt>
              </c:strCache>
            </c:strRef>
          </c:cat>
          <c:val>
            <c:numRef>
              <c:f>Feuil1!$B$2:$B$5</c:f>
              <c:numCache>
                <c:formatCode>General</c:formatCode>
                <c:ptCount val="4"/>
                <c:pt idx="0">
                  <c:v>6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C591-4A6E-9EC0-8184EFFC900B}"/>
            </c:ext>
          </c:extLst>
        </c:ser>
        <c:ser>
          <c:idx val="1"/>
          <c:order val="1"/>
          <c:tx>
            <c:strRef>
              <c:f>Feuil1!$C$1</c:f>
              <c:strCache>
                <c:ptCount val="1"/>
                <c:pt idx="0">
                  <c:v>Colonne1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25400">
                <a:solidFill>
                  <a:schemeClr val="accent1"/>
                </a:solidFill>
              </a:ln>
              <a:effectLst/>
              <a:sp3d contourW="25400">
                <a:contourClr>
                  <a:schemeClr val="accen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A-C591-4A6E-9EC0-8184EFFC900B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25400">
                <a:solidFill>
                  <a:schemeClr val="accent2"/>
                </a:solidFill>
              </a:ln>
              <a:effectLst/>
              <a:sp3d contourW="25400">
                <a:contourClr>
                  <a:schemeClr val="accent2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C-C591-4A6E-9EC0-8184EFFC900B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25400">
                <a:solidFill>
                  <a:schemeClr val="accent3"/>
                </a:solidFill>
              </a:ln>
              <a:effectLst/>
              <a:sp3d contourW="25400">
                <a:contourClr>
                  <a:schemeClr val="accent3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E-C591-4A6E-9EC0-8184EFFC900B}"/>
              </c:ext>
            </c:extLst>
          </c:dPt>
          <c:dPt>
            <c:idx val="3"/>
            <c:bubble3D val="0"/>
            <c:spPr>
              <a:solidFill>
                <a:schemeClr val="accent4"/>
              </a:solidFill>
              <a:ln w="25400">
                <a:solidFill>
                  <a:schemeClr val="accent4"/>
                </a:solidFill>
              </a:ln>
              <a:effectLst/>
              <a:sp3d contourW="25400">
                <a:contourClr>
                  <a:schemeClr val="accent4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10-C591-4A6E-9EC0-8184EFFC900B}"/>
              </c:ext>
            </c:extLst>
          </c:dPt>
          <c:cat>
            <c:strRef>
              <c:f>Feuil1!$A$2:$A$5</c:f>
              <c:strCache>
                <c:ptCount val="4"/>
                <c:pt idx="0">
                  <c:v>Très satisfait</c:v>
                </c:pt>
                <c:pt idx="1">
                  <c:v>Satisfait</c:v>
                </c:pt>
                <c:pt idx="2">
                  <c:v>Déçu</c:v>
                </c:pt>
                <c:pt idx="3">
                  <c:v>Très déçu</c:v>
                </c:pt>
              </c:strCache>
            </c:strRef>
          </c:cat>
          <c:val>
            <c:numRef>
              <c:f>Feuil1!$C$2:$C$5</c:f>
              <c:numCache>
                <c:formatCode>0%</c:formatCode>
                <c:ptCount val="4"/>
                <c:pt idx="0">
                  <c:v>1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1-C591-4A6E-9EC0-8184EFFC900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</c:pie3DChart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 sz="2000"/>
      </a:pPr>
      <a:endParaRPr lang="fr-FR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view3D>
      <c:rotX val="30"/>
      <c:rotY val="0"/>
      <c:depthPercent val="100"/>
      <c:rAngAx val="0"/>
    </c:view3D>
    <c:floor>
      <c:thickness val="0"/>
      <c:spPr>
        <a:noFill/>
        <a:ln>
          <a:noFill/>
        </a:ln>
        <a:effectLst/>
        <a:sp3d/>
      </c:spPr>
    </c:floor>
    <c:sideWall>
      <c:thickness val="0"/>
      <c:spPr>
        <a:noFill/>
        <a:ln>
          <a:noFill/>
        </a:ln>
        <a:effectLst/>
        <a:sp3d/>
      </c:spPr>
    </c:sideWall>
    <c:backWall>
      <c:thickness val="0"/>
      <c:spPr>
        <a:noFill/>
        <a:ln>
          <a:noFill/>
        </a:ln>
        <a:effectLst/>
        <a:sp3d/>
      </c:spPr>
    </c:backWall>
    <c:plotArea>
      <c:layout>
        <c:manualLayout>
          <c:layoutTarget val="inner"/>
          <c:xMode val="edge"/>
          <c:yMode val="edge"/>
          <c:x val="5.6250000000000001E-2"/>
          <c:y val="8.8281121537824719E-2"/>
          <c:w val="0.84062499999999996"/>
          <c:h val="0.82343775692435062"/>
        </c:manualLayout>
      </c:layout>
      <c:pie3DChart>
        <c:varyColors val="1"/>
        <c:ser>
          <c:idx val="0"/>
          <c:order val="0"/>
          <c:tx>
            <c:strRef>
              <c:f>Feuil1!$B$1</c:f>
              <c:strCache>
                <c:ptCount val="1"/>
                <c:pt idx="0">
                  <c:v>TOTAL</c:v>
                </c:pt>
              </c:strCache>
            </c:strRef>
          </c:tx>
          <c:dPt>
            <c:idx val="0"/>
            <c:bubble3D val="0"/>
            <c:spPr>
              <a:solidFill>
                <a:srgbClr val="00B050"/>
              </a:solidFill>
              <a:ln w="25400">
                <a:solidFill>
                  <a:srgbClr val="00B050"/>
                </a:solidFill>
              </a:ln>
              <a:effectLst/>
              <a:sp3d contourW="25400">
                <a:contourClr>
                  <a:srgbClr val="00B050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1-C03F-448F-9BFD-6014A675D769}"/>
              </c:ext>
            </c:extLst>
          </c:dPt>
          <c:dPt>
            <c:idx val="1"/>
            <c:bubble3D val="0"/>
            <c:spPr>
              <a:solidFill>
                <a:srgbClr val="FFFF00"/>
              </a:solidFill>
              <a:ln w="25400">
                <a:solidFill>
                  <a:srgbClr val="FFFF00"/>
                </a:solidFill>
              </a:ln>
              <a:effectLst/>
              <a:sp3d contourW="25400">
                <a:contourClr>
                  <a:srgbClr val="FFFF00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3-C03F-448F-9BFD-6014A675D769}"/>
              </c:ext>
            </c:extLst>
          </c:dPt>
          <c:dPt>
            <c:idx val="2"/>
            <c:bubble3D val="0"/>
            <c:spPr>
              <a:solidFill>
                <a:srgbClr val="FFC000"/>
              </a:solidFill>
              <a:ln w="25400">
                <a:solidFill>
                  <a:srgbClr val="FFC000"/>
                </a:solidFill>
              </a:ln>
              <a:effectLst/>
              <a:sp3d contourW="25400">
                <a:contourClr>
                  <a:srgbClr val="FFC000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5-C03F-448F-9BFD-6014A675D769}"/>
              </c:ext>
            </c:extLst>
          </c:dPt>
          <c:dPt>
            <c:idx val="3"/>
            <c:bubble3D val="0"/>
            <c:spPr>
              <a:solidFill>
                <a:srgbClr val="FF0000"/>
              </a:solidFill>
              <a:ln w="25400">
                <a:solidFill>
                  <a:srgbClr val="FF0000"/>
                </a:solidFill>
              </a:ln>
              <a:effectLst/>
              <a:sp3d contourW="25400">
                <a:contourClr>
                  <a:srgbClr val="FF0000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7-C03F-448F-9BFD-6014A675D769}"/>
              </c:ext>
            </c:extLst>
          </c:dPt>
          <c:dLbls>
            <c:dLbl>
              <c:idx val="0"/>
              <c:layout>
                <c:manualLayout>
                  <c:x val="-7.8125000000000004E-4"/>
                  <c:y val="-0.44531247260627022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2000" b="0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fr-FR"/>
                </a:p>
              </c:txPr>
              <c:showLegendKey val="0"/>
              <c:showVal val="1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13125000000000001"/>
                      <c:h val="0.16171874005175074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1-C03F-448F-9BFD-6014A675D769}"/>
                </c:ext>
              </c:extLst>
            </c:dLbl>
            <c:dLbl>
              <c:idx val="1"/>
              <c:delete val="1"/>
              <c:extLst>
                <c:ext xmlns:c15="http://schemas.microsoft.com/office/drawing/2012/chart" uri="{CE6537A1-D6FC-4f65-9D91-7224C49458BB}">
                  <c15:layout>
                    <c:manualLayout>
                      <c:w val="0.11718750000000001"/>
                      <c:h val="0.10136718126432202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C03F-448F-9BFD-6014A675D769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C03F-448F-9BFD-6014A675D769}"/>
                </c:ext>
              </c:extLst>
            </c:dLbl>
            <c:dLbl>
              <c:idx val="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C03F-448F-9BFD-6014A675D769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20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fr-FR"/>
              </a:p>
            </c:txPr>
            <c:showLegendKey val="0"/>
            <c:showVal val="1"/>
            <c:showCatName val="0"/>
            <c:showSerName val="0"/>
            <c:showPercent val="1"/>
            <c:showBubbleSize val="0"/>
            <c:showLeaderLines val="1"/>
            <c:extLst>
              <c:ext xmlns:c15="http://schemas.microsoft.com/office/drawing/2012/chart" uri="{CE6537A1-D6FC-4f65-9D91-7224C49458BB}"/>
            </c:extLst>
          </c:dLbls>
          <c:cat>
            <c:strRef>
              <c:f>Feuil1!$A$2:$A$5</c:f>
              <c:strCache>
                <c:ptCount val="4"/>
                <c:pt idx="0">
                  <c:v>Très satisfait</c:v>
                </c:pt>
                <c:pt idx="1">
                  <c:v>Satisfait</c:v>
                </c:pt>
                <c:pt idx="2">
                  <c:v>Déçu</c:v>
                </c:pt>
                <c:pt idx="3">
                  <c:v>Très déçu</c:v>
                </c:pt>
              </c:strCache>
            </c:strRef>
          </c:cat>
          <c:val>
            <c:numRef>
              <c:f>Feuil1!$B$2:$B$5</c:f>
              <c:numCache>
                <c:formatCode>General</c:formatCode>
                <c:ptCount val="4"/>
                <c:pt idx="0">
                  <c:v>6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C03F-448F-9BFD-6014A675D769}"/>
            </c:ext>
          </c:extLst>
        </c:ser>
        <c:ser>
          <c:idx val="1"/>
          <c:order val="1"/>
          <c:tx>
            <c:strRef>
              <c:f>Feuil1!$C$1</c:f>
              <c:strCache>
                <c:ptCount val="1"/>
                <c:pt idx="0">
                  <c:v>Colonne1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25400">
                <a:solidFill>
                  <a:schemeClr val="accent1"/>
                </a:solidFill>
              </a:ln>
              <a:effectLst/>
              <a:sp3d contourW="25400">
                <a:contourClr>
                  <a:schemeClr val="accen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A-C03F-448F-9BFD-6014A675D769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25400">
                <a:solidFill>
                  <a:schemeClr val="accent2"/>
                </a:solidFill>
              </a:ln>
              <a:effectLst/>
              <a:sp3d contourW="25400">
                <a:contourClr>
                  <a:schemeClr val="accent2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C-C03F-448F-9BFD-6014A675D769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25400">
                <a:solidFill>
                  <a:schemeClr val="accent3"/>
                </a:solidFill>
              </a:ln>
              <a:effectLst/>
              <a:sp3d contourW="25400">
                <a:contourClr>
                  <a:schemeClr val="accent3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E-C03F-448F-9BFD-6014A675D769}"/>
              </c:ext>
            </c:extLst>
          </c:dPt>
          <c:dPt>
            <c:idx val="3"/>
            <c:bubble3D val="0"/>
            <c:spPr>
              <a:solidFill>
                <a:schemeClr val="accent4"/>
              </a:solidFill>
              <a:ln w="25400">
                <a:solidFill>
                  <a:schemeClr val="accent4"/>
                </a:solidFill>
              </a:ln>
              <a:effectLst/>
              <a:sp3d contourW="25400">
                <a:contourClr>
                  <a:schemeClr val="accent4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10-C03F-448F-9BFD-6014A675D769}"/>
              </c:ext>
            </c:extLst>
          </c:dPt>
          <c:cat>
            <c:strRef>
              <c:f>Feuil1!$A$2:$A$5</c:f>
              <c:strCache>
                <c:ptCount val="4"/>
                <c:pt idx="0">
                  <c:v>Très satisfait</c:v>
                </c:pt>
                <c:pt idx="1">
                  <c:v>Satisfait</c:v>
                </c:pt>
                <c:pt idx="2">
                  <c:v>Déçu</c:v>
                </c:pt>
                <c:pt idx="3">
                  <c:v>Très déçu</c:v>
                </c:pt>
              </c:strCache>
            </c:strRef>
          </c:cat>
          <c:val>
            <c:numRef>
              <c:f>Feuil1!$C$2:$C$5</c:f>
              <c:numCache>
                <c:formatCode>0%</c:formatCode>
                <c:ptCount val="4"/>
                <c:pt idx="0">
                  <c:v>1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1-C03F-448F-9BFD-6014A675D76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</c:pie3DChart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 sz="2000"/>
      </a:pPr>
      <a:endParaRPr lang="fr-FR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view3D>
      <c:rotX val="30"/>
      <c:rotY val="0"/>
      <c:depthPercent val="100"/>
      <c:rAngAx val="0"/>
    </c:view3D>
    <c:floor>
      <c:thickness val="0"/>
      <c:spPr>
        <a:noFill/>
        <a:ln>
          <a:noFill/>
        </a:ln>
        <a:effectLst/>
        <a:sp3d/>
      </c:spPr>
    </c:floor>
    <c:sideWall>
      <c:thickness val="0"/>
      <c:spPr>
        <a:noFill/>
        <a:ln>
          <a:noFill/>
        </a:ln>
        <a:effectLst/>
        <a:sp3d/>
      </c:spPr>
    </c:sideWall>
    <c:backWall>
      <c:thickness val="0"/>
      <c:spPr>
        <a:noFill/>
        <a:ln>
          <a:noFill/>
        </a:ln>
        <a:effectLst/>
        <a:sp3d/>
      </c:spPr>
    </c:backWall>
    <c:plotArea>
      <c:layout>
        <c:manualLayout>
          <c:layoutTarget val="inner"/>
          <c:xMode val="edge"/>
          <c:yMode val="edge"/>
          <c:x val="5.6250000000000001E-2"/>
          <c:y val="8.8281121537824719E-2"/>
          <c:w val="0.84062499999999996"/>
          <c:h val="0.82343775692435062"/>
        </c:manualLayout>
      </c:layout>
      <c:pie3DChart>
        <c:varyColors val="1"/>
        <c:ser>
          <c:idx val="0"/>
          <c:order val="0"/>
          <c:tx>
            <c:strRef>
              <c:f>Feuil1!$B$1</c:f>
              <c:strCache>
                <c:ptCount val="1"/>
                <c:pt idx="0">
                  <c:v>TOTAL</c:v>
                </c:pt>
              </c:strCache>
            </c:strRef>
          </c:tx>
          <c:dPt>
            <c:idx val="0"/>
            <c:bubble3D val="0"/>
            <c:spPr>
              <a:solidFill>
                <a:srgbClr val="00B050"/>
              </a:solidFill>
              <a:ln w="25400">
                <a:solidFill>
                  <a:srgbClr val="00B050"/>
                </a:solidFill>
              </a:ln>
              <a:effectLst/>
              <a:sp3d contourW="25400">
                <a:contourClr>
                  <a:srgbClr val="00B050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1-935E-4232-ADE2-A27325A7FD3A}"/>
              </c:ext>
            </c:extLst>
          </c:dPt>
          <c:dPt>
            <c:idx val="1"/>
            <c:bubble3D val="0"/>
            <c:spPr>
              <a:solidFill>
                <a:srgbClr val="FFFF00"/>
              </a:solidFill>
              <a:ln w="25400">
                <a:solidFill>
                  <a:srgbClr val="FFFF00"/>
                </a:solidFill>
              </a:ln>
              <a:effectLst/>
              <a:sp3d contourW="25400">
                <a:contourClr>
                  <a:srgbClr val="FFFF00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3-935E-4232-ADE2-A27325A7FD3A}"/>
              </c:ext>
            </c:extLst>
          </c:dPt>
          <c:dPt>
            <c:idx val="2"/>
            <c:bubble3D val="0"/>
            <c:spPr>
              <a:solidFill>
                <a:srgbClr val="FFC000"/>
              </a:solidFill>
              <a:ln w="25400">
                <a:solidFill>
                  <a:srgbClr val="FFC000"/>
                </a:solidFill>
              </a:ln>
              <a:effectLst/>
              <a:sp3d contourW="25400">
                <a:contourClr>
                  <a:srgbClr val="FFC000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5-935E-4232-ADE2-A27325A7FD3A}"/>
              </c:ext>
            </c:extLst>
          </c:dPt>
          <c:dPt>
            <c:idx val="3"/>
            <c:bubble3D val="0"/>
            <c:spPr>
              <a:solidFill>
                <a:srgbClr val="FF0000"/>
              </a:solidFill>
              <a:ln w="25400">
                <a:solidFill>
                  <a:srgbClr val="FF0000"/>
                </a:solidFill>
              </a:ln>
              <a:effectLst/>
              <a:sp3d contourW="25400">
                <a:contourClr>
                  <a:srgbClr val="FF0000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7-935E-4232-ADE2-A27325A7FD3A}"/>
              </c:ext>
            </c:extLst>
          </c:dPt>
          <c:dLbls>
            <c:dLbl>
              <c:idx val="0"/>
              <c:layout>
                <c:manualLayout>
                  <c:x val="-7.8125000000000004E-4"/>
                  <c:y val="-0.44531247260627022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2000" b="0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fr-FR"/>
                </a:p>
              </c:txPr>
              <c:showLegendKey val="0"/>
              <c:showVal val="1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13125000000000001"/>
                      <c:h val="0.16171874005175074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1-935E-4232-ADE2-A27325A7FD3A}"/>
                </c:ext>
              </c:extLst>
            </c:dLbl>
            <c:dLbl>
              <c:idx val="1"/>
              <c:delete val="1"/>
              <c:extLst>
                <c:ext xmlns:c15="http://schemas.microsoft.com/office/drawing/2012/chart" uri="{CE6537A1-D6FC-4f65-9D91-7224C49458BB}">
                  <c15:layout>
                    <c:manualLayout>
                      <c:w val="0.11718750000000001"/>
                      <c:h val="0.10136718126432202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935E-4232-ADE2-A27325A7FD3A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935E-4232-ADE2-A27325A7FD3A}"/>
                </c:ext>
              </c:extLst>
            </c:dLbl>
            <c:dLbl>
              <c:idx val="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935E-4232-ADE2-A27325A7FD3A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20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fr-FR"/>
              </a:p>
            </c:txPr>
            <c:showLegendKey val="0"/>
            <c:showVal val="1"/>
            <c:showCatName val="0"/>
            <c:showSerName val="0"/>
            <c:showPercent val="1"/>
            <c:showBubbleSize val="0"/>
            <c:showLeaderLines val="1"/>
            <c:extLst>
              <c:ext xmlns:c15="http://schemas.microsoft.com/office/drawing/2012/chart" uri="{CE6537A1-D6FC-4f65-9D91-7224C49458BB}"/>
            </c:extLst>
          </c:dLbls>
          <c:cat>
            <c:strRef>
              <c:f>Feuil1!$A$2:$A$5</c:f>
              <c:strCache>
                <c:ptCount val="4"/>
                <c:pt idx="0">
                  <c:v>Très satisfait</c:v>
                </c:pt>
                <c:pt idx="1">
                  <c:v>Satisfait</c:v>
                </c:pt>
                <c:pt idx="2">
                  <c:v>Déçu</c:v>
                </c:pt>
                <c:pt idx="3">
                  <c:v>Très déçu</c:v>
                </c:pt>
              </c:strCache>
            </c:strRef>
          </c:cat>
          <c:val>
            <c:numRef>
              <c:f>Feuil1!$B$2:$B$5</c:f>
              <c:numCache>
                <c:formatCode>General</c:formatCode>
                <c:ptCount val="4"/>
                <c:pt idx="0">
                  <c:v>6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935E-4232-ADE2-A27325A7FD3A}"/>
            </c:ext>
          </c:extLst>
        </c:ser>
        <c:ser>
          <c:idx val="1"/>
          <c:order val="1"/>
          <c:tx>
            <c:strRef>
              <c:f>Feuil1!$C$1</c:f>
              <c:strCache>
                <c:ptCount val="1"/>
                <c:pt idx="0">
                  <c:v>Colonne1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25400">
                <a:solidFill>
                  <a:schemeClr val="accent1"/>
                </a:solidFill>
              </a:ln>
              <a:effectLst/>
              <a:sp3d contourW="25400">
                <a:contourClr>
                  <a:schemeClr val="accen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A-935E-4232-ADE2-A27325A7FD3A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25400">
                <a:solidFill>
                  <a:schemeClr val="accent2"/>
                </a:solidFill>
              </a:ln>
              <a:effectLst/>
              <a:sp3d contourW="25400">
                <a:contourClr>
                  <a:schemeClr val="accent2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C-935E-4232-ADE2-A27325A7FD3A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25400">
                <a:solidFill>
                  <a:schemeClr val="accent3"/>
                </a:solidFill>
              </a:ln>
              <a:effectLst/>
              <a:sp3d contourW="25400">
                <a:contourClr>
                  <a:schemeClr val="accent3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E-935E-4232-ADE2-A27325A7FD3A}"/>
              </c:ext>
            </c:extLst>
          </c:dPt>
          <c:dPt>
            <c:idx val="3"/>
            <c:bubble3D val="0"/>
            <c:spPr>
              <a:solidFill>
                <a:schemeClr val="accent4"/>
              </a:solidFill>
              <a:ln w="25400">
                <a:solidFill>
                  <a:schemeClr val="accent4"/>
                </a:solidFill>
              </a:ln>
              <a:effectLst/>
              <a:sp3d contourW="25400">
                <a:contourClr>
                  <a:schemeClr val="accent4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10-935E-4232-ADE2-A27325A7FD3A}"/>
              </c:ext>
            </c:extLst>
          </c:dPt>
          <c:cat>
            <c:strRef>
              <c:f>Feuil1!$A$2:$A$5</c:f>
              <c:strCache>
                <c:ptCount val="4"/>
                <c:pt idx="0">
                  <c:v>Très satisfait</c:v>
                </c:pt>
                <c:pt idx="1">
                  <c:v>Satisfait</c:v>
                </c:pt>
                <c:pt idx="2">
                  <c:v>Déçu</c:v>
                </c:pt>
                <c:pt idx="3">
                  <c:v>Très déçu</c:v>
                </c:pt>
              </c:strCache>
            </c:strRef>
          </c:cat>
          <c:val>
            <c:numRef>
              <c:f>Feuil1!$C$2:$C$5</c:f>
              <c:numCache>
                <c:formatCode>0%</c:formatCode>
                <c:ptCount val="4"/>
                <c:pt idx="0">
                  <c:v>1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1-935E-4232-ADE2-A27325A7FD3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</c:pie3DChart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 sz="2000"/>
      </a:pPr>
      <a:endParaRPr lang="fr-FR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view3D>
      <c:rotX val="30"/>
      <c:rotY val="0"/>
      <c:depthPercent val="100"/>
      <c:rAngAx val="0"/>
    </c:view3D>
    <c:floor>
      <c:thickness val="0"/>
      <c:spPr>
        <a:noFill/>
        <a:ln>
          <a:noFill/>
        </a:ln>
        <a:effectLst/>
        <a:sp3d/>
      </c:spPr>
    </c:floor>
    <c:sideWall>
      <c:thickness val="0"/>
      <c:spPr>
        <a:noFill/>
        <a:ln>
          <a:noFill/>
        </a:ln>
        <a:effectLst/>
        <a:sp3d/>
      </c:spPr>
    </c:sideWall>
    <c:backWall>
      <c:thickness val="0"/>
      <c:spPr>
        <a:noFill/>
        <a:ln>
          <a:noFill/>
        </a:ln>
        <a:effectLst/>
        <a:sp3d/>
      </c:spPr>
    </c:backWall>
    <c:plotArea>
      <c:layout>
        <c:manualLayout>
          <c:layoutTarget val="inner"/>
          <c:xMode val="edge"/>
          <c:yMode val="edge"/>
          <c:x val="5.6250000000000001E-2"/>
          <c:y val="8.8281121537824719E-2"/>
          <c:w val="0.84062499999999996"/>
          <c:h val="0.82343775692435062"/>
        </c:manualLayout>
      </c:layout>
      <c:pie3DChart>
        <c:varyColors val="1"/>
        <c:ser>
          <c:idx val="0"/>
          <c:order val="0"/>
          <c:tx>
            <c:strRef>
              <c:f>Feuil1!$B$1</c:f>
              <c:strCache>
                <c:ptCount val="1"/>
                <c:pt idx="0">
                  <c:v>TOTAL</c:v>
                </c:pt>
              </c:strCache>
            </c:strRef>
          </c:tx>
          <c:dPt>
            <c:idx val="0"/>
            <c:bubble3D val="0"/>
            <c:spPr>
              <a:solidFill>
                <a:srgbClr val="00B050"/>
              </a:solidFill>
              <a:ln w="25400">
                <a:solidFill>
                  <a:srgbClr val="00B050"/>
                </a:solidFill>
              </a:ln>
              <a:effectLst/>
              <a:sp3d contourW="25400">
                <a:contourClr>
                  <a:srgbClr val="00B050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1-2C01-43C4-8781-6E18E562C4A9}"/>
              </c:ext>
            </c:extLst>
          </c:dPt>
          <c:dPt>
            <c:idx val="1"/>
            <c:bubble3D val="0"/>
            <c:spPr>
              <a:solidFill>
                <a:srgbClr val="FFFF00"/>
              </a:solidFill>
              <a:ln w="25400">
                <a:solidFill>
                  <a:srgbClr val="FFFF00"/>
                </a:solidFill>
              </a:ln>
              <a:effectLst/>
              <a:sp3d contourW="25400">
                <a:contourClr>
                  <a:srgbClr val="FFFF00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3-2C01-43C4-8781-6E18E562C4A9}"/>
              </c:ext>
            </c:extLst>
          </c:dPt>
          <c:dPt>
            <c:idx val="2"/>
            <c:bubble3D val="0"/>
            <c:spPr>
              <a:solidFill>
                <a:srgbClr val="FFC000"/>
              </a:solidFill>
              <a:ln w="25400">
                <a:solidFill>
                  <a:srgbClr val="FFC000"/>
                </a:solidFill>
              </a:ln>
              <a:effectLst/>
              <a:sp3d contourW="25400">
                <a:contourClr>
                  <a:srgbClr val="FFC000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5-2C01-43C4-8781-6E18E562C4A9}"/>
              </c:ext>
            </c:extLst>
          </c:dPt>
          <c:dPt>
            <c:idx val="3"/>
            <c:bubble3D val="0"/>
            <c:spPr>
              <a:solidFill>
                <a:srgbClr val="FF0000"/>
              </a:solidFill>
              <a:ln w="25400">
                <a:solidFill>
                  <a:srgbClr val="FF0000"/>
                </a:solidFill>
              </a:ln>
              <a:effectLst/>
              <a:sp3d contourW="25400">
                <a:contourClr>
                  <a:srgbClr val="FF0000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7-2C01-43C4-8781-6E18E562C4A9}"/>
              </c:ext>
            </c:extLst>
          </c:dPt>
          <c:dLbls>
            <c:dLbl>
              <c:idx val="0"/>
              <c:layout>
                <c:manualLayout>
                  <c:x val="-7.8125000000000004E-4"/>
                  <c:y val="-0.44531247260627022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2000" b="0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fr-FR"/>
                </a:p>
              </c:txPr>
              <c:showLegendKey val="0"/>
              <c:showVal val="1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13125000000000001"/>
                      <c:h val="0.16171874005175074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1-2C01-43C4-8781-6E18E562C4A9}"/>
                </c:ext>
              </c:extLst>
            </c:dLbl>
            <c:dLbl>
              <c:idx val="1"/>
              <c:delete val="1"/>
              <c:extLst>
                <c:ext xmlns:c15="http://schemas.microsoft.com/office/drawing/2012/chart" uri="{CE6537A1-D6FC-4f65-9D91-7224C49458BB}">
                  <c15:layout>
                    <c:manualLayout>
                      <c:w val="0.11718750000000001"/>
                      <c:h val="0.10136718126432202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2C01-43C4-8781-6E18E562C4A9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2C01-43C4-8781-6E18E562C4A9}"/>
                </c:ext>
              </c:extLst>
            </c:dLbl>
            <c:dLbl>
              <c:idx val="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2C01-43C4-8781-6E18E562C4A9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20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fr-FR"/>
              </a:p>
            </c:txPr>
            <c:showLegendKey val="0"/>
            <c:showVal val="1"/>
            <c:showCatName val="0"/>
            <c:showSerName val="0"/>
            <c:showPercent val="1"/>
            <c:showBubbleSize val="0"/>
            <c:showLeaderLines val="1"/>
            <c:extLst>
              <c:ext xmlns:c15="http://schemas.microsoft.com/office/drawing/2012/chart" uri="{CE6537A1-D6FC-4f65-9D91-7224C49458BB}"/>
            </c:extLst>
          </c:dLbls>
          <c:cat>
            <c:strRef>
              <c:f>Feuil1!$A$2:$A$5</c:f>
              <c:strCache>
                <c:ptCount val="4"/>
                <c:pt idx="0">
                  <c:v>Très satisfait</c:v>
                </c:pt>
                <c:pt idx="1">
                  <c:v>Satisfait</c:v>
                </c:pt>
                <c:pt idx="2">
                  <c:v>Déçu</c:v>
                </c:pt>
                <c:pt idx="3">
                  <c:v>Très déçu</c:v>
                </c:pt>
              </c:strCache>
            </c:strRef>
          </c:cat>
          <c:val>
            <c:numRef>
              <c:f>Feuil1!$B$2:$B$5</c:f>
              <c:numCache>
                <c:formatCode>General</c:formatCode>
                <c:ptCount val="4"/>
                <c:pt idx="0">
                  <c:v>6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2C01-43C4-8781-6E18E562C4A9}"/>
            </c:ext>
          </c:extLst>
        </c:ser>
        <c:ser>
          <c:idx val="1"/>
          <c:order val="1"/>
          <c:tx>
            <c:strRef>
              <c:f>Feuil1!$C$1</c:f>
              <c:strCache>
                <c:ptCount val="1"/>
                <c:pt idx="0">
                  <c:v>Colonne1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25400">
                <a:solidFill>
                  <a:schemeClr val="accent1"/>
                </a:solidFill>
              </a:ln>
              <a:effectLst/>
              <a:sp3d contourW="25400">
                <a:contourClr>
                  <a:schemeClr val="accen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A-2C01-43C4-8781-6E18E562C4A9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25400">
                <a:solidFill>
                  <a:schemeClr val="accent2"/>
                </a:solidFill>
              </a:ln>
              <a:effectLst/>
              <a:sp3d contourW="25400">
                <a:contourClr>
                  <a:schemeClr val="accent2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C-2C01-43C4-8781-6E18E562C4A9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25400">
                <a:solidFill>
                  <a:schemeClr val="accent3"/>
                </a:solidFill>
              </a:ln>
              <a:effectLst/>
              <a:sp3d contourW="25400">
                <a:contourClr>
                  <a:schemeClr val="accent3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E-2C01-43C4-8781-6E18E562C4A9}"/>
              </c:ext>
            </c:extLst>
          </c:dPt>
          <c:dPt>
            <c:idx val="3"/>
            <c:bubble3D val="0"/>
            <c:spPr>
              <a:solidFill>
                <a:schemeClr val="accent4"/>
              </a:solidFill>
              <a:ln w="25400">
                <a:solidFill>
                  <a:schemeClr val="accent4"/>
                </a:solidFill>
              </a:ln>
              <a:effectLst/>
              <a:sp3d contourW="25400">
                <a:contourClr>
                  <a:schemeClr val="accent4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10-2C01-43C4-8781-6E18E562C4A9}"/>
              </c:ext>
            </c:extLst>
          </c:dPt>
          <c:cat>
            <c:strRef>
              <c:f>Feuil1!$A$2:$A$5</c:f>
              <c:strCache>
                <c:ptCount val="4"/>
                <c:pt idx="0">
                  <c:v>Très satisfait</c:v>
                </c:pt>
                <c:pt idx="1">
                  <c:v>Satisfait</c:v>
                </c:pt>
                <c:pt idx="2">
                  <c:v>Déçu</c:v>
                </c:pt>
                <c:pt idx="3">
                  <c:v>Très déçu</c:v>
                </c:pt>
              </c:strCache>
            </c:strRef>
          </c:cat>
          <c:val>
            <c:numRef>
              <c:f>Feuil1!$C$2:$C$5</c:f>
              <c:numCache>
                <c:formatCode>0%</c:formatCode>
                <c:ptCount val="4"/>
                <c:pt idx="0">
                  <c:v>1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1-2C01-43C4-8781-6E18E562C4A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</c:pie3DChart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 sz="2000"/>
      </a:pPr>
      <a:endParaRPr lang="fr-FR"/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view3D>
      <c:rotX val="30"/>
      <c:rotY val="0"/>
      <c:depthPercent val="100"/>
      <c:rAngAx val="0"/>
    </c:view3D>
    <c:floor>
      <c:thickness val="0"/>
      <c:spPr>
        <a:noFill/>
        <a:ln>
          <a:noFill/>
        </a:ln>
        <a:effectLst/>
        <a:sp3d/>
      </c:spPr>
    </c:floor>
    <c:sideWall>
      <c:thickness val="0"/>
      <c:spPr>
        <a:noFill/>
        <a:ln>
          <a:noFill/>
        </a:ln>
        <a:effectLst/>
        <a:sp3d/>
      </c:spPr>
    </c:sideWall>
    <c:backWall>
      <c:thickness val="0"/>
      <c:spPr>
        <a:noFill/>
        <a:ln>
          <a:noFill/>
        </a:ln>
        <a:effectLst/>
        <a:sp3d/>
      </c:spPr>
    </c:backWall>
    <c:plotArea>
      <c:layout>
        <c:manualLayout>
          <c:layoutTarget val="inner"/>
          <c:xMode val="edge"/>
          <c:yMode val="edge"/>
          <c:x val="5.6250000000000001E-2"/>
          <c:y val="8.8281121537824719E-2"/>
          <c:w val="0.84062499999999996"/>
          <c:h val="0.82343775692435062"/>
        </c:manualLayout>
      </c:layout>
      <c:pie3DChart>
        <c:varyColors val="1"/>
        <c:ser>
          <c:idx val="0"/>
          <c:order val="0"/>
          <c:tx>
            <c:strRef>
              <c:f>Feuil1!$B$1</c:f>
              <c:strCache>
                <c:ptCount val="1"/>
                <c:pt idx="0">
                  <c:v>TOTAL</c:v>
                </c:pt>
              </c:strCache>
            </c:strRef>
          </c:tx>
          <c:dPt>
            <c:idx val="0"/>
            <c:bubble3D val="0"/>
            <c:spPr>
              <a:solidFill>
                <a:srgbClr val="00B050"/>
              </a:solidFill>
              <a:ln w="25400">
                <a:solidFill>
                  <a:srgbClr val="00B050"/>
                </a:solidFill>
              </a:ln>
              <a:effectLst/>
              <a:sp3d contourW="25400">
                <a:contourClr>
                  <a:srgbClr val="00B050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1-A87B-4736-9D0B-01A7FBC7041C}"/>
              </c:ext>
            </c:extLst>
          </c:dPt>
          <c:dPt>
            <c:idx val="1"/>
            <c:bubble3D val="0"/>
            <c:spPr>
              <a:solidFill>
                <a:srgbClr val="FFFF00"/>
              </a:solidFill>
              <a:ln w="25400">
                <a:solidFill>
                  <a:srgbClr val="FFFF00"/>
                </a:solidFill>
              </a:ln>
              <a:effectLst/>
              <a:sp3d contourW="25400">
                <a:contourClr>
                  <a:srgbClr val="FFFF00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3-A87B-4736-9D0B-01A7FBC7041C}"/>
              </c:ext>
            </c:extLst>
          </c:dPt>
          <c:dPt>
            <c:idx val="2"/>
            <c:bubble3D val="0"/>
            <c:spPr>
              <a:solidFill>
                <a:srgbClr val="FFC000"/>
              </a:solidFill>
              <a:ln w="25400">
                <a:solidFill>
                  <a:srgbClr val="FFC000"/>
                </a:solidFill>
              </a:ln>
              <a:effectLst/>
              <a:sp3d contourW="25400">
                <a:contourClr>
                  <a:srgbClr val="FFC000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5-A87B-4736-9D0B-01A7FBC7041C}"/>
              </c:ext>
            </c:extLst>
          </c:dPt>
          <c:dPt>
            <c:idx val="3"/>
            <c:bubble3D val="0"/>
            <c:spPr>
              <a:solidFill>
                <a:srgbClr val="FF0000"/>
              </a:solidFill>
              <a:ln w="25400">
                <a:solidFill>
                  <a:srgbClr val="FF0000"/>
                </a:solidFill>
              </a:ln>
              <a:effectLst/>
              <a:sp3d contourW="25400">
                <a:contourClr>
                  <a:srgbClr val="FF0000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7-A87B-4736-9D0B-01A7FBC7041C}"/>
              </c:ext>
            </c:extLst>
          </c:dPt>
          <c:dLbls>
            <c:dLbl>
              <c:idx val="0"/>
              <c:layout>
                <c:manualLayout>
                  <c:x val="-7.8125000000000004E-4"/>
                  <c:y val="-0.44531247260627022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2000" b="0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fr-FR"/>
                </a:p>
              </c:txPr>
              <c:showLegendKey val="0"/>
              <c:showVal val="1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13125000000000001"/>
                      <c:h val="0.16171874005175074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1-A87B-4736-9D0B-01A7FBC7041C}"/>
                </c:ext>
              </c:extLst>
            </c:dLbl>
            <c:dLbl>
              <c:idx val="1"/>
              <c:delete val="1"/>
              <c:extLst>
                <c:ext xmlns:c15="http://schemas.microsoft.com/office/drawing/2012/chart" uri="{CE6537A1-D6FC-4f65-9D91-7224C49458BB}">
                  <c15:layout>
                    <c:manualLayout>
                      <c:w val="0.11718750000000001"/>
                      <c:h val="0.10136718126432202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A87B-4736-9D0B-01A7FBC7041C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A87B-4736-9D0B-01A7FBC7041C}"/>
                </c:ext>
              </c:extLst>
            </c:dLbl>
            <c:dLbl>
              <c:idx val="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A87B-4736-9D0B-01A7FBC7041C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20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fr-FR"/>
              </a:p>
            </c:txPr>
            <c:showLegendKey val="0"/>
            <c:showVal val="1"/>
            <c:showCatName val="0"/>
            <c:showSerName val="0"/>
            <c:showPercent val="1"/>
            <c:showBubbleSize val="0"/>
            <c:showLeaderLines val="1"/>
            <c:extLst>
              <c:ext xmlns:c15="http://schemas.microsoft.com/office/drawing/2012/chart" uri="{CE6537A1-D6FC-4f65-9D91-7224C49458BB}"/>
            </c:extLst>
          </c:dLbls>
          <c:cat>
            <c:strRef>
              <c:f>Feuil1!$A$2:$A$5</c:f>
              <c:strCache>
                <c:ptCount val="4"/>
                <c:pt idx="0">
                  <c:v>Très satisfait</c:v>
                </c:pt>
                <c:pt idx="1">
                  <c:v>Satisfait</c:v>
                </c:pt>
                <c:pt idx="2">
                  <c:v>Déçu</c:v>
                </c:pt>
                <c:pt idx="3">
                  <c:v>Très déçu</c:v>
                </c:pt>
              </c:strCache>
            </c:strRef>
          </c:cat>
          <c:val>
            <c:numRef>
              <c:f>Feuil1!$B$2:$B$5</c:f>
              <c:numCache>
                <c:formatCode>General</c:formatCode>
                <c:ptCount val="4"/>
                <c:pt idx="0">
                  <c:v>6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A87B-4736-9D0B-01A7FBC7041C}"/>
            </c:ext>
          </c:extLst>
        </c:ser>
        <c:ser>
          <c:idx val="1"/>
          <c:order val="1"/>
          <c:tx>
            <c:strRef>
              <c:f>Feuil1!$C$1</c:f>
              <c:strCache>
                <c:ptCount val="1"/>
                <c:pt idx="0">
                  <c:v>Colonne1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25400">
                <a:solidFill>
                  <a:schemeClr val="accent1"/>
                </a:solidFill>
              </a:ln>
              <a:effectLst/>
              <a:sp3d contourW="25400">
                <a:contourClr>
                  <a:schemeClr val="accen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A-A87B-4736-9D0B-01A7FBC7041C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25400">
                <a:solidFill>
                  <a:schemeClr val="accent2"/>
                </a:solidFill>
              </a:ln>
              <a:effectLst/>
              <a:sp3d contourW="25400">
                <a:contourClr>
                  <a:schemeClr val="accent2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C-A87B-4736-9D0B-01A7FBC7041C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25400">
                <a:solidFill>
                  <a:schemeClr val="accent3"/>
                </a:solidFill>
              </a:ln>
              <a:effectLst/>
              <a:sp3d contourW="25400">
                <a:contourClr>
                  <a:schemeClr val="accent3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E-A87B-4736-9D0B-01A7FBC7041C}"/>
              </c:ext>
            </c:extLst>
          </c:dPt>
          <c:dPt>
            <c:idx val="3"/>
            <c:bubble3D val="0"/>
            <c:spPr>
              <a:solidFill>
                <a:schemeClr val="accent4"/>
              </a:solidFill>
              <a:ln w="25400">
                <a:solidFill>
                  <a:schemeClr val="accent4"/>
                </a:solidFill>
              </a:ln>
              <a:effectLst/>
              <a:sp3d contourW="25400">
                <a:contourClr>
                  <a:schemeClr val="accent4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10-A87B-4736-9D0B-01A7FBC7041C}"/>
              </c:ext>
            </c:extLst>
          </c:dPt>
          <c:cat>
            <c:strRef>
              <c:f>Feuil1!$A$2:$A$5</c:f>
              <c:strCache>
                <c:ptCount val="4"/>
                <c:pt idx="0">
                  <c:v>Très satisfait</c:v>
                </c:pt>
                <c:pt idx="1">
                  <c:v>Satisfait</c:v>
                </c:pt>
                <c:pt idx="2">
                  <c:v>Déçu</c:v>
                </c:pt>
                <c:pt idx="3">
                  <c:v>Très déçu</c:v>
                </c:pt>
              </c:strCache>
            </c:strRef>
          </c:cat>
          <c:val>
            <c:numRef>
              <c:f>Feuil1!$C$2:$C$5</c:f>
              <c:numCache>
                <c:formatCode>0%</c:formatCode>
                <c:ptCount val="4"/>
                <c:pt idx="0">
                  <c:v>1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1-A87B-4736-9D0B-01A7FBC7041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</c:pie3DChart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 sz="2000"/>
      </a:pPr>
      <a:endParaRPr lang="fr-FR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9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E48D4B2-6588-4E58-A1C6-9743645AC121}" type="datetimeFigureOut">
              <a:rPr lang="fr-FR" smtClean="0"/>
              <a:t>16/04/2026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commentaires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98BE20D-2AE5-485A-A1D8-CD1C5103CFE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1300316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04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427038" y="709613"/>
            <a:ext cx="6045200" cy="3400425"/>
          </a:xfrm>
          <a:ln/>
        </p:spPr>
        <p:txBody>
          <a:bodyPr/>
          <a:lstStyle/>
          <a:p>
            <a:endParaRPr lang="fr-FR"/>
          </a:p>
        </p:txBody>
      </p:sp>
      <p:sp>
        <p:nvSpPr>
          <p:cNvPr id="87043" name="Rectangle 3"/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4245070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066" name="Espace réservé de l'image des diapositives 1"/>
          <p:cNvSpPr>
            <a:spLocks noGrp="1" noRot="1" noChangeAspect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  <p:txBody>
          <a:bodyPr/>
          <a:lstStyle/>
          <a:p>
            <a:endParaRPr lang="fr-FR"/>
          </a:p>
        </p:txBody>
      </p:sp>
      <p:sp>
        <p:nvSpPr>
          <p:cNvPr id="88067" name="Espace réservé des commentaires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39FB62A-95DE-4477-8211-C0438465A1FC}" type="slidenum">
              <a:rPr kumimoji="0" lang="fr-FR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fr-F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6988875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fr-FR"/>
          </a:p>
        </p:txBody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98BE20D-2AE5-485A-A1D8-CD1C5103CFE0}" type="slidenum">
              <a:rPr kumimoji="0" lang="fr-FR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fr-F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5930576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330" name="Espace réservé de l'image des diapositives 1"/>
          <p:cNvSpPr>
            <a:spLocks noGrp="1" noRot="1" noChangeAspect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  <p:txBody>
          <a:bodyPr/>
          <a:lstStyle/>
          <a:p>
            <a:endParaRPr lang="fr-FR"/>
          </a:p>
        </p:txBody>
      </p:sp>
      <p:sp>
        <p:nvSpPr>
          <p:cNvPr id="99331" name="Espace réservé des commentaires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213A560A-B8E9-4D2E-A15C-94D4A3173E31}" type="slidenum">
              <a:rPr lang="fr-FR">
                <a:solidFill>
                  <a:prstClr val="black"/>
                </a:solidFill>
              </a:rPr>
              <a:pPr>
                <a:defRPr/>
              </a:pPr>
              <a:t>7</a:t>
            </a:fld>
            <a:endParaRPr lang="fr-FR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3630156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330" name="Espace réservé de l'image des diapositives 1"/>
          <p:cNvSpPr>
            <a:spLocks noGrp="1" noRot="1" noChangeAspect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  <p:txBody>
          <a:bodyPr/>
          <a:lstStyle/>
          <a:p>
            <a:endParaRPr lang="fr-FR"/>
          </a:p>
        </p:txBody>
      </p:sp>
      <p:sp>
        <p:nvSpPr>
          <p:cNvPr id="99331" name="Espace réservé des commentaires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213A560A-B8E9-4D2E-A15C-94D4A3173E31}" type="slidenum">
              <a:rPr lang="fr-FR">
                <a:solidFill>
                  <a:prstClr val="black"/>
                </a:solidFill>
              </a:rPr>
              <a:pPr>
                <a:defRPr/>
              </a:pPr>
              <a:t>8</a:t>
            </a:fld>
            <a:endParaRPr lang="fr-FR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1100079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330" name="Espace réservé de l'image des diapositives 1"/>
          <p:cNvSpPr>
            <a:spLocks noGrp="1" noRot="1" noChangeAspect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  <p:txBody>
          <a:bodyPr/>
          <a:lstStyle/>
          <a:p>
            <a:endParaRPr lang="fr-FR"/>
          </a:p>
        </p:txBody>
      </p:sp>
      <p:sp>
        <p:nvSpPr>
          <p:cNvPr id="99331" name="Espace réservé des commentaires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213A560A-B8E9-4D2E-A15C-94D4A3173E31}" type="slidenum">
              <a:rPr lang="fr-FR">
                <a:solidFill>
                  <a:prstClr val="black"/>
                </a:solidFill>
              </a:rPr>
              <a:pPr>
                <a:defRPr/>
              </a:pPr>
              <a:t>9</a:t>
            </a:fld>
            <a:endParaRPr lang="fr-FR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60686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7E37FD-D2AA-FF11-487A-35B2FBA5DE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330" name="Espace réservé de l'image des diapositives 1">
            <a:extLst>
              <a:ext uri="{FF2B5EF4-FFF2-40B4-BE49-F238E27FC236}">
                <a16:creationId xmlns:a16="http://schemas.microsoft.com/office/drawing/2014/main" id="{3847F838-37A9-D59E-564C-F81653B71CE8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  <p:txBody>
          <a:bodyPr/>
          <a:lstStyle/>
          <a:p>
            <a:endParaRPr lang="fr-FR"/>
          </a:p>
        </p:txBody>
      </p:sp>
      <p:sp>
        <p:nvSpPr>
          <p:cNvPr id="99331" name="Espace réservé des commentaires 2">
            <a:extLst>
              <a:ext uri="{FF2B5EF4-FFF2-40B4-BE49-F238E27FC236}">
                <a16:creationId xmlns:a16="http://schemas.microsoft.com/office/drawing/2014/main" id="{1565B7FB-3F52-3973-919E-BC6D8AC4239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A2DEE180-7CDB-5ED5-BBAB-575073791A5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213A560A-B8E9-4D2E-A15C-94D4A3173E31}" type="slidenum">
              <a:rPr lang="fr-FR">
                <a:solidFill>
                  <a:prstClr val="black"/>
                </a:solidFill>
              </a:rPr>
              <a:pPr>
                <a:defRPr/>
              </a:pPr>
              <a:t>10</a:t>
            </a:fld>
            <a:endParaRPr lang="fr-FR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0579905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330" name="Espace réservé de l'image des diapositives 1"/>
          <p:cNvSpPr>
            <a:spLocks noGrp="1" noRot="1" noChangeAspect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  <p:txBody>
          <a:bodyPr/>
          <a:lstStyle/>
          <a:p>
            <a:endParaRPr lang="fr-FR"/>
          </a:p>
        </p:txBody>
      </p:sp>
      <p:sp>
        <p:nvSpPr>
          <p:cNvPr id="99331" name="Espace réservé des commentaires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213A560A-B8E9-4D2E-A15C-94D4A3173E31}" type="slidenum">
              <a:rPr lang="fr-FR">
                <a:solidFill>
                  <a:prstClr val="black"/>
                </a:solidFill>
              </a:rPr>
              <a:pPr>
                <a:defRPr/>
              </a:pPr>
              <a:t>11</a:t>
            </a:fld>
            <a:endParaRPr lang="fr-FR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9679093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330" name="Espace réservé de l'image des diapositives 1"/>
          <p:cNvSpPr>
            <a:spLocks noGrp="1" noRot="1" noChangeAspect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  <p:txBody>
          <a:bodyPr/>
          <a:lstStyle/>
          <a:p>
            <a:endParaRPr lang="fr-FR"/>
          </a:p>
        </p:txBody>
      </p:sp>
      <p:sp>
        <p:nvSpPr>
          <p:cNvPr id="99331" name="Espace réservé des commentaires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213A560A-B8E9-4D2E-A15C-94D4A3173E31}" type="slidenum">
              <a:rPr lang="fr-FR">
                <a:solidFill>
                  <a:prstClr val="black"/>
                </a:solidFill>
              </a:rPr>
              <a:pPr>
                <a:defRPr/>
              </a:pPr>
              <a:t>12</a:t>
            </a:fld>
            <a:endParaRPr lang="fr-FR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1674115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330" name="Espace réservé de l'image des diapositives 1"/>
          <p:cNvSpPr>
            <a:spLocks noGrp="1" noRot="1" noChangeAspect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  <p:txBody>
          <a:bodyPr/>
          <a:lstStyle/>
          <a:p>
            <a:endParaRPr lang="fr-FR"/>
          </a:p>
        </p:txBody>
      </p:sp>
      <p:sp>
        <p:nvSpPr>
          <p:cNvPr id="99331" name="Espace réservé des commentaires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213A560A-B8E9-4D2E-A15C-94D4A3173E31}" type="slidenum">
              <a:rPr lang="fr-FR">
                <a:solidFill>
                  <a:prstClr val="black"/>
                </a:solidFill>
              </a:rPr>
              <a:pPr>
                <a:defRPr/>
              </a:pPr>
              <a:t>13</a:t>
            </a:fld>
            <a:endParaRPr lang="fr-FR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0926222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330" name="Espace réservé de l'image des diapositives 1"/>
          <p:cNvSpPr>
            <a:spLocks noGrp="1" noRot="1" noChangeAspect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  <p:txBody>
          <a:bodyPr/>
          <a:lstStyle/>
          <a:p>
            <a:endParaRPr lang="fr-FR"/>
          </a:p>
        </p:txBody>
      </p:sp>
      <p:sp>
        <p:nvSpPr>
          <p:cNvPr id="99331" name="Espace réservé des commentaires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213A560A-B8E9-4D2E-A15C-94D4A3173E31}" type="slidenum">
              <a:rPr lang="fr-FR">
                <a:solidFill>
                  <a:prstClr val="black"/>
                </a:solidFill>
              </a:rPr>
              <a:pPr>
                <a:defRPr/>
              </a:pPr>
              <a:t>14</a:t>
            </a:fld>
            <a:endParaRPr lang="fr-FR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0879821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330" name="Espace réservé de l'image des diapositives 1"/>
          <p:cNvSpPr>
            <a:spLocks noGrp="1" noRot="1" noChangeAspect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  <p:txBody>
          <a:bodyPr/>
          <a:lstStyle/>
          <a:p>
            <a:endParaRPr lang="fr-FR"/>
          </a:p>
        </p:txBody>
      </p:sp>
      <p:sp>
        <p:nvSpPr>
          <p:cNvPr id="99331" name="Espace réservé des commentaires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213A560A-B8E9-4D2E-A15C-94D4A3173E31}" type="slidenum">
              <a:rPr lang="fr-FR">
                <a:solidFill>
                  <a:prstClr val="black"/>
                </a:solidFill>
              </a:rPr>
              <a:pPr>
                <a:defRPr/>
              </a:pPr>
              <a:t>15</a:t>
            </a:fld>
            <a:endParaRPr lang="fr-FR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0546932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330" name="Espace réservé de l'image des diapositives 1"/>
          <p:cNvSpPr>
            <a:spLocks noGrp="1" noRot="1" noChangeAspect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  <p:txBody>
          <a:bodyPr/>
          <a:lstStyle/>
          <a:p>
            <a:endParaRPr lang="fr-FR"/>
          </a:p>
        </p:txBody>
      </p:sp>
      <p:sp>
        <p:nvSpPr>
          <p:cNvPr id="99331" name="Espace réservé des commentaires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213A560A-B8E9-4D2E-A15C-94D4A3173E31}" type="slidenum">
              <a:rPr lang="fr-FR">
                <a:solidFill>
                  <a:prstClr val="black"/>
                </a:solidFill>
              </a:rPr>
              <a:pPr>
                <a:defRPr/>
              </a:pPr>
              <a:t>16</a:t>
            </a:fld>
            <a:endParaRPr lang="fr-FR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37028393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6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  <p:txBody>
          <a:bodyPr/>
          <a:lstStyle/>
          <a:p>
            <a:endParaRPr lang="fr-FR"/>
          </a:p>
        </p:txBody>
      </p:sp>
      <p:sp>
        <p:nvSpPr>
          <p:cNvPr id="92163" name="Rectangle 3"/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pPr eaLnBrk="1" hangingPunct="1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5459886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6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  <p:txBody>
          <a:bodyPr/>
          <a:lstStyle/>
          <a:p>
            <a:endParaRPr lang="fr-FR"/>
          </a:p>
        </p:txBody>
      </p:sp>
      <p:sp>
        <p:nvSpPr>
          <p:cNvPr id="92163" name="Rectangle 3"/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pPr eaLnBrk="1" hangingPunct="1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01792387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6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8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8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8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8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8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8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8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8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8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8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592F83-7405-4D71-BE15-BA2C0774FD6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5323749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592F83-7405-4D71-BE15-BA2C0774FD6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462203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592F83-7405-4D71-BE15-BA2C0774FD6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8176297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592F83-7405-4D71-BE15-BA2C0774FD6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531505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592F83-7405-4D71-BE15-BA2C0774FD6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141071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592F83-7405-4D71-BE15-BA2C0774FD6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23489091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592F83-7405-4D71-BE15-BA2C0774FD6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309808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592F83-7405-4D71-BE15-BA2C0774FD6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6486809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592F83-7405-4D71-BE15-BA2C0774FD6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26060085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592F83-7405-4D71-BE15-BA2C0774FD6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2056026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8839200" y="274639"/>
            <a:ext cx="2743200" cy="5851525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609600" y="274639"/>
            <a:ext cx="8026400" cy="5851525"/>
          </a:xfrm>
        </p:spPr>
        <p:txBody>
          <a:bodyPr vert="eaVert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592F83-7405-4D71-BE15-BA2C0774FD6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9656040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07EB53B2-E985-478F-A5E3-11C7A6F942E7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6912346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595423" y="1"/>
            <a:ext cx="10919884" cy="668337"/>
          </a:xfrm>
        </p:spPr>
        <p:txBody>
          <a:bodyPr/>
          <a:lstStyle>
            <a:lvl1pPr>
              <a:defRPr sz="2400" b="1">
                <a:solidFill>
                  <a:schemeClr val="tx1"/>
                </a:solidFill>
                <a:effectLst/>
              </a:defRPr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566136" y="1082306"/>
            <a:ext cx="10972800" cy="4530725"/>
          </a:xfrm>
        </p:spPr>
        <p:txBody>
          <a:bodyPr/>
          <a:lstStyle>
            <a:lvl1pPr marL="342900" indent="-342900">
              <a:buClr>
                <a:srgbClr val="0070C0"/>
              </a:buClr>
              <a:buFont typeface="Wingdings" pitchFamily="2" charset="2"/>
              <a:buChar char="q"/>
              <a:defRPr/>
            </a:lvl1pPr>
            <a:lvl2pPr marL="742950" indent="-285750">
              <a:buClr>
                <a:srgbClr val="0070C0"/>
              </a:buClr>
              <a:buFont typeface="Wingdings" pitchFamily="2" charset="2"/>
              <a:buChar char="q"/>
              <a:defRPr/>
            </a:lvl2pPr>
            <a:lvl3pPr marL="1143000" indent="-228600">
              <a:buClr>
                <a:srgbClr val="0070C0"/>
              </a:buClr>
              <a:buFont typeface="Wingdings" pitchFamily="2" charset="2"/>
              <a:buChar char="q"/>
              <a:defRPr/>
            </a:lvl3pPr>
            <a:lvl4pPr marL="1600200" indent="-228600">
              <a:buClr>
                <a:srgbClr val="0070C0"/>
              </a:buClr>
              <a:buFont typeface="Wingdings" pitchFamily="2" charset="2"/>
              <a:buChar char="q"/>
              <a:defRPr/>
            </a:lvl4pPr>
            <a:lvl5pPr marL="2057400" indent="-228600">
              <a:buClr>
                <a:srgbClr val="0070C0"/>
              </a:buClr>
              <a:buFont typeface="Wingdings" pitchFamily="2" charset="2"/>
              <a:buChar char="q"/>
              <a:defRPr/>
            </a:lvl5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9CB9D0F4-6BFF-4C0E-96D4-B15CA75DCB76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3324497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282A9BAC-E403-4D97-87A2-DFCB9D5D089B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0113549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353484" y="1390651"/>
            <a:ext cx="5384800" cy="453072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5941484" y="1390651"/>
            <a:ext cx="5384800" cy="453072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>
          <a:xfrm>
            <a:off x="8737600" y="6261100"/>
            <a:ext cx="2844800" cy="457200"/>
          </a:xfrm>
        </p:spPr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B2E4B0E4-6C80-4028-8872-7EABB0265BF2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029025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8161FE28-AEC1-49F9-9838-4547D22C4355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1573698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9C294879-6D49-4512-B836-ABB933BDC842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72837120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614F1B46-0AC9-4135-8EE5-190755A43C16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1714126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/>
          <a:lstStyle>
            <a:lvl1pPr algn="l">
              <a:defRPr sz="2000" b="1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754E0D6F-7A97-4D6E-82CC-70FFAD2E1269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07584936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/>
          <a:lstStyle>
            <a:lvl1pPr algn="l">
              <a:defRPr sz="2000" b="1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fr-FR" noProof="0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8B3B15DB-8568-40DE-84C3-7B9D0850B38D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20161170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CA57477B-2F79-4628-BB76-DEC0260D797B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87091800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8735484" y="277813"/>
            <a:ext cx="2794000" cy="5643562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353484" y="277813"/>
            <a:ext cx="8178800" cy="5643562"/>
          </a:xfrm>
        </p:spPr>
        <p:txBody>
          <a:bodyPr vert="eaVert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0E219003-BA4A-4291-B907-CA522A62CCB7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38885673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64640EB4-A8BF-4EBC-B774-6EE7128DEEC1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89880432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156ABF86-EFC2-454D-AD05-896C81F76FA1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72243172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58FC7ECB-76A1-4DC9-A595-49093BF4F892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14275456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353484" y="1390651"/>
            <a:ext cx="5384800" cy="453072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5941484" y="1390651"/>
            <a:ext cx="5384800" cy="453072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99A47FD4-52D3-45E5-8683-7184E3186221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82047602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8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9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D4C0D9E0-2032-4D65-ADAB-3F8253D14AC3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89383117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4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978C9DE4-95A5-4976-AD54-F60376D271E6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94969735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3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2"/>
          </p:nvPr>
        </p:nvSpPr>
        <p:spPr>
          <a:xfrm>
            <a:off x="9271000" y="6143625"/>
            <a:ext cx="2844800" cy="457200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4CD1EA84-7D06-47D0-91EA-C2B4E56378D3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09750396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/>
          <a:lstStyle>
            <a:lvl1pPr algn="l">
              <a:defRPr sz="2000" b="1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85391CA0-AC88-4A18-9B8B-481BAA40EFF4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18585616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/>
          <a:lstStyle>
            <a:lvl1pPr algn="l">
              <a:defRPr sz="2000" b="1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fr-FR" noProof="0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61196ED9-6912-4F09-8355-73C9EA411D2C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335999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3E3C876C-4E7B-4B8B-90AD-ACC17E61A1D6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25890491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8735484" y="277813"/>
            <a:ext cx="2794000" cy="5643562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353484" y="277813"/>
            <a:ext cx="8178800" cy="5643562"/>
          </a:xfrm>
        </p:spPr>
        <p:txBody>
          <a:bodyPr vert="eaVert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404D6E33-D709-4624-9DDE-899421A0F823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37621627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tbl" preserve="1">
  <p:cSld name="Titre et tablea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609601" y="277814"/>
            <a:ext cx="10919884" cy="668337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ableau 2"/>
          <p:cNvSpPr>
            <a:spLocks noGrp="1"/>
          </p:cNvSpPr>
          <p:nvPr>
            <p:ph type="tbl" idx="1"/>
          </p:nvPr>
        </p:nvSpPr>
        <p:spPr>
          <a:xfrm>
            <a:off x="353484" y="1390651"/>
            <a:ext cx="10972800" cy="4530725"/>
          </a:xfrm>
        </p:spPr>
        <p:txBody>
          <a:bodyPr/>
          <a:lstStyle/>
          <a:p>
            <a:pPr lvl="0"/>
            <a:endParaRPr lang="fr-FR" noProof="0"/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FD3D7511-AF88-45D3-B2DD-B29ACB6691EE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62642810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51D93EFE-FA1A-45C3-A227-2EFF1F740CEC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08416211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595423" y="1"/>
            <a:ext cx="10919884" cy="668337"/>
          </a:xfrm>
        </p:spPr>
        <p:txBody>
          <a:bodyPr/>
          <a:lstStyle>
            <a:lvl1pPr>
              <a:defRPr sz="2400" b="1">
                <a:solidFill>
                  <a:schemeClr val="tx1"/>
                </a:solidFill>
                <a:effectLst/>
              </a:defRPr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566136" y="1082306"/>
            <a:ext cx="10972800" cy="4530725"/>
          </a:xfrm>
        </p:spPr>
        <p:txBody>
          <a:bodyPr/>
          <a:lstStyle>
            <a:lvl1pPr marL="342900" indent="-342900">
              <a:buClr>
                <a:srgbClr val="0070C0"/>
              </a:buClr>
              <a:buFont typeface="Wingdings" pitchFamily="2" charset="2"/>
              <a:buChar char="q"/>
              <a:defRPr/>
            </a:lvl1pPr>
            <a:lvl2pPr marL="742950" indent="-285750">
              <a:buClr>
                <a:srgbClr val="0070C0"/>
              </a:buClr>
              <a:buFont typeface="Wingdings" pitchFamily="2" charset="2"/>
              <a:buChar char="q"/>
              <a:defRPr/>
            </a:lvl2pPr>
            <a:lvl3pPr marL="1143000" indent="-228600">
              <a:buClr>
                <a:srgbClr val="0070C0"/>
              </a:buClr>
              <a:buFont typeface="Wingdings" pitchFamily="2" charset="2"/>
              <a:buChar char="q"/>
              <a:defRPr/>
            </a:lvl3pPr>
            <a:lvl4pPr marL="1600200" indent="-228600">
              <a:buClr>
                <a:srgbClr val="0070C0"/>
              </a:buClr>
              <a:buFont typeface="Wingdings" pitchFamily="2" charset="2"/>
              <a:buChar char="q"/>
              <a:defRPr/>
            </a:lvl4pPr>
            <a:lvl5pPr marL="2057400" indent="-228600">
              <a:buClr>
                <a:srgbClr val="0070C0"/>
              </a:buClr>
              <a:buFont typeface="Wingdings" pitchFamily="2" charset="2"/>
              <a:buChar char="q"/>
              <a:defRPr/>
            </a:lvl5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C16EBFAD-7D7E-4EEE-8122-1782B4EC52E1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526045207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56FF5A99-2504-4C20-9EEB-6AE796D29E6C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65886208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353484" y="1390651"/>
            <a:ext cx="5384800" cy="453072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5941484" y="1390651"/>
            <a:ext cx="5384800" cy="453072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>
          <a:xfrm>
            <a:off x="8737600" y="6261100"/>
            <a:ext cx="2844800" cy="457200"/>
          </a:xfrm>
        </p:spPr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FD8BD287-F18D-43B9-8029-2BB5D35D7F8D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06100571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C59A3E84-0694-4A80-A0A2-D6C07B4D5FD1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57050843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D5951CBE-D9AA-43B0-8681-24BCF7F76340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25061840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27277C56-4702-4C9D-9C14-B0A506CA0B65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84444971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/>
          <a:lstStyle>
            <a:lvl1pPr algn="l">
              <a:defRPr sz="2000" b="1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8686A897-A6BD-4F9E-A949-150399EC367D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55077944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/>
          <a:lstStyle>
            <a:lvl1pPr algn="l">
              <a:defRPr sz="2000" b="1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fr-FR" noProof="0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B324F8E4-EF78-40BE-8768-3FD72F0BEE29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05417677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E8B19302-469D-4238-9B60-4DB8CF84F0D1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13529858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8735484" y="277813"/>
            <a:ext cx="2794000" cy="5643562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353484" y="277813"/>
            <a:ext cx="8178800" cy="5643562"/>
          </a:xfrm>
        </p:spPr>
        <p:txBody>
          <a:bodyPr vert="eaVert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08E19979-6883-4C6D-9B2F-E1A9BB9ED3E2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82653907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51D93EFE-FA1A-45C3-A227-2EFF1F740CEC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64044109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595423" y="1"/>
            <a:ext cx="10919884" cy="668337"/>
          </a:xfrm>
        </p:spPr>
        <p:txBody>
          <a:bodyPr/>
          <a:lstStyle>
            <a:lvl1pPr>
              <a:defRPr sz="2400" b="1">
                <a:solidFill>
                  <a:srgbClr val="FF66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566136" y="1082306"/>
            <a:ext cx="10972800" cy="4530725"/>
          </a:xfrm>
        </p:spPr>
        <p:txBody>
          <a:bodyPr/>
          <a:lstStyle>
            <a:lvl1pPr marL="342900" indent="-342900">
              <a:buClr>
                <a:srgbClr val="99CC00"/>
              </a:buClr>
              <a:buFont typeface="Wingdings" pitchFamily="2" charset="2"/>
              <a:buChar char="q"/>
              <a:defRPr/>
            </a:lvl1pPr>
            <a:lvl2pPr marL="742950" indent="-285750">
              <a:buClr>
                <a:srgbClr val="99CC00"/>
              </a:buClr>
              <a:buFont typeface="Wingdings" pitchFamily="2" charset="2"/>
              <a:buChar char="q"/>
              <a:defRPr/>
            </a:lvl2pPr>
            <a:lvl3pPr marL="1143000" indent="-228600">
              <a:buClr>
                <a:srgbClr val="99CC00"/>
              </a:buClr>
              <a:buFont typeface="Wingdings" pitchFamily="2" charset="2"/>
              <a:buChar char="q"/>
              <a:defRPr/>
            </a:lvl3pPr>
            <a:lvl4pPr marL="1600200" indent="-228600">
              <a:buClr>
                <a:srgbClr val="99CC00"/>
              </a:buClr>
              <a:buFont typeface="Wingdings" pitchFamily="2" charset="2"/>
              <a:buChar char="q"/>
              <a:defRPr/>
            </a:lvl4pPr>
            <a:lvl5pPr marL="2057400" indent="-228600">
              <a:buClr>
                <a:srgbClr val="99CC00"/>
              </a:buClr>
              <a:buFont typeface="Wingdings" pitchFamily="2" charset="2"/>
              <a:buChar char="q"/>
              <a:defRPr/>
            </a:lvl5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C16EBFAD-7D7E-4EEE-8122-1782B4EC52E1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01720252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56FF5A99-2504-4C20-9EEB-6AE796D29E6C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4335016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353484" y="1390651"/>
            <a:ext cx="5384800" cy="453072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5941484" y="1390651"/>
            <a:ext cx="5384800" cy="453072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>
          <a:xfrm>
            <a:off x="8737600" y="6261100"/>
            <a:ext cx="2844800" cy="457200"/>
          </a:xfrm>
        </p:spPr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FD8BD287-F18D-43B9-8029-2BB5D35D7F8D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97951328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C59A3E84-0694-4A80-A0A2-D6C07B4D5FD1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26762099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D5951CBE-D9AA-43B0-8681-24BCF7F76340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7499756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27277C56-4702-4C9D-9C14-B0A506CA0B65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47572357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/>
          <a:lstStyle>
            <a:lvl1pPr algn="l">
              <a:defRPr sz="2000" b="1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8686A897-A6BD-4F9E-A949-150399EC367D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187853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/>
          <a:lstStyle>
            <a:lvl1pPr algn="l">
              <a:defRPr sz="2000" b="1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fr-FR" noProof="0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B324F8E4-EF78-40BE-8768-3FD72F0BEE29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56124312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E8B19302-469D-4238-9B60-4DB8CF84F0D1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37086302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8735484" y="277813"/>
            <a:ext cx="2794000" cy="5643562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353484" y="277813"/>
            <a:ext cx="8178800" cy="5643562"/>
          </a:xfrm>
        </p:spPr>
        <p:txBody>
          <a:bodyPr vert="eaVert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08E19979-6883-4C6D-9B2F-E1A9BB9ED3E2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55093978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fld id="{DA7A2517-50FF-48FD-8285-83A922AD4B35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04430400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fld id="{F934AA8B-F284-4969-A995-87361A600EA4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83766865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fld id="{2029415A-1B15-4B89-A5B8-903213C7B10E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61062357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624417" y="1628776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6212417" y="1628776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fld id="{7C315ECE-DDED-4743-A6C7-93086EF8809C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256892259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8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9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fld id="{83E334DF-7989-4530-9C84-C3571690E9A0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52537280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4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fld id="{87904A2E-8EA2-4A1E-938F-CF49D7EEA20E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71384924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3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fld id="{E48C1755-F295-4333-B69B-DCD29E8C3B5B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44238829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fld id="{1873B73C-7FF6-49CE-92FC-18323EAF068B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96985693"/>
      </p:ext>
    </p:extLst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fr-FR" noProof="0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fld id="{C6987E73-DE5D-4C99-BA24-5BBCF7569498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7610788"/>
      </p:ext>
    </p:extLst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fld id="{57A95A3C-D119-451F-A486-E019CBE783E7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74047386"/>
      </p:ext>
    </p:extLst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8851900" y="274638"/>
            <a:ext cx="2745317" cy="5880100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609601" y="274638"/>
            <a:ext cx="8039100" cy="5880100"/>
          </a:xfrm>
        </p:spPr>
        <p:txBody>
          <a:bodyPr vert="eaVert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fld id="{F0CAC864-3C5D-461B-A721-33CB75B7F2C9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85178455"/>
      </p:ext>
    </p:extLst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07EB53B2-E985-478F-A5E3-11C7A6F942E7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54189632"/>
      </p:ext>
    </p:extLst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595423" y="1"/>
            <a:ext cx="10919884" cy="668337"/>
          </a:xfrm>
        </p:spPr>
        <p:txBody>
          <a:bodyPr/>
          <a:lstStyle>
            <a:lvl1pPr>
              <a:defRPr sz="2400" b="1">
                <a:solidFill>
                  <a:schemeClr val="tx1"/>
                </a:solidFill>
                <a:effectLst/>
              </a:defRPr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566136" y="1082306"/>
            <a:ext cx="10972800" cy="4530725"/>
          </a:xfrm>
        </p:spPr>
        <p:txBody>
          <a:bodyPr/>
          <a:lstStyle>
            <a:lvl1pPr marL="342900" indent="-342900">
              <a:buClr>
                <a:srgbClr val="0070C0"/>
              </a:buClr>
              <a:buFont typeface="Wingdings" pitchFamily="2" charset="2"/>
              <a:buChar char="q"/>
              <a:defRPr/>
            </a:lvl1pPr>
            <a:lvl2pPr marL="742950" indent="-285750">
              <a:buClr>
                <a:srgbClr val="0070C0"/>
              </a:buClr>
              <a:buFont typeface="Wingdings" pitchFamily="2" charset="2"/>
              <a:buChar char="q"/>
              <a:defRPr/>
            </a:lvl2pPr>
            <a:lvl3pPr marL="1143000" indent="-228600">
              <a:buClr>
                <a:srgbClr val="0070C0"/>
              </a:buClr>
              <a:buFont typeface="Wingdings" pitchFamily="2" charset="2"/>
              <a:buChar char="q"/>
              <a:defRPr/>
            </a:lvl3pPr>
            <a:lvl4pPr marL="1600200" indent="-228600">
              <a:buClr>
                <a:srgbClr val="0070C0"/>
              </a:buClr>
              <a:buFont typeface="Wingdings" pitchFamily="2" charset="2"/>
              <a:buChar char="q"/>
              <a:defRPr/>
            </a:lvl4pPr>
            <a:lvl5pPr marL="2057400" indent="-228600">
              <a:buClr>
                <a:srgbClr val="0070C0"/>
              </a:buClr>
              <a:buFont typeface="Wingdings" pitchFamily="2" charset="2"/>
              <a:buChar char="q"/>
              <a:defRPr/>
            </a:lvl5pPr>
          </a:lstStyle>
          <a:p>
            <a:pPr lvl="0"/>
            <a:r>
              <a:rPr lang="fr-FR" dirty="0"/>
              <a:t>Modifiez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9CB9D0F4-6BFF-4C0E-96D4-B15CA75DCB76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01199508"/>
      </p:ext>
    </p:extLst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282A9BAC-E403-4D97-87A2-DFCB9D5D089B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71635222"/>
      </p:ext>
    </p:extLst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353484" y="1390651"/>
            <a:ext cx="5384800" cy="453072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5941484" y="1390651"/>
            <a:ext cx="5384800" cy="453072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>
          <a:xfrm>
            <a:off x="8737600" y="6261100"/>
            <a:ext cx="2844800" cy="457200"/>
          </a:xfrm>
        </p:spPr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B2E4B0E4-6C80-4028-8872-7EABB0265BF2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39599000"/>
      </p:ext>
    </p:extLst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8161FE28-AEC1-49F9-9838-4547D22C4355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00434222"/>
      </p:ext>
    </p:extLst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9C294879-6D49-4512-B836-ABB933BDC842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63280736"/>
      </p:ext>
    </p:extLst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614F1B46-0AC9-4135-8EE5-190755A43C16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9102755"/>
      </p:ext>
    </p:extLst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/>
          <a:lstStyle>
            <a:lvl1pPr algn="l">
              <a:defRPr sz="2000" b="1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754E0D6F-7A97-4D6E-82CC-70FFAD2E1269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18003087"/>
      </p:ext>
    </p:extLst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/>
          <a:lstStyle>
            <a:lvl1pPr algn="l">
              <a:defRPr sz="2000" b="1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fr-FR" noProof="0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8B3B15DB-8568-40DE-84C3-7B9D0850B38D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02461131"/>
      </p:ext>
    </p:extLst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CA57477B-2F79-4628-BB76-DEC0260D797B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76281439"/>
      </p:ext>
    </p:extLst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8735484" y="277813"/>
            <a:ext cx="2794000" cy="5643562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353484" y="277813"/>
            <a:ext cx="8178800" cy="5643562"/>
          </a:xfrm>
        </p:spPr>
        <p:txBody>
          <a:bodyPr vert="eaVert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0E219003-BA4A-4291-B907-CA522A62CCB7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62550298"/>
      </p:ext>
    </p:extLst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51D93EFE-FA1A-45C3-A227-2EFF1F740CEC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19196034"/>
      </p:ext>
    </p:extLst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595423" y="1"/>
            <a:ext cx="10919884" cy="668337"/>
          </a:xfrm>
        </p:spPr>
        <p:txBody>
          <a:bodyPr/>
          <a:lstStyle>
            <a:lvl1pPr>
              <a:defRPr sz="2400" b="1">
                <a:solidFill>
                  <a:schemeClr val="tx1"/>
                </a:solidFill>
                <a:effectLst/>
              </a:defRPr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566136" y="1082306"/>
            <a:ext cx="10972800" cy="4530725"/>
          </a:xfrm>
        </p:spPr>
        <p:txBody>
          <a:bodyPr/>
          <a:lstStyle>
            <a:lvl1pPr marL="342900" indent="-342900">
              <a:buClr>
                <a:srgbClr val="0070C0"/>
              </a:buClr>
              <a:buFont typeface="Wingdings" pitchFamily="2" charset="2"/>
              <a:buChar char="q"/>
              <a:defRPr/>
            </a:lvl1pPr>
            <a:lvl2pPr marL="742950" indent="-285750">
              <a:buClr>
                <a:srgbClr val="0070C0"/>
              </a:buClr>
              <a:buFont typeface="Wingdings" pitchFamily="2" charset="2"/>
              <a:buChar char="q"/>
              <a:defRPr/>
            </a:lvl2pPr>
            <a:lvl3pPr marL="1143000" indent="-228600">
              <a:buClr>
                <a:srgbClr val="0070C0"/>
              </a:buClr>
              <a:buFont typeface="Wingdings" pitchFamily="2" charset="2"/>
              <a:buChar char="q"/>
              <a:defRPr/>
            </a:lvl3pPr>
            <a:lvl4pPr marL="1600200" indent="-228600">
              <a:buClr>
                <a:srgbClr val="0070C0"/>
              </a:buClr>
              <a:buFont typeface="Wingdings" pitchFamily="2" charset="2"/>
              <a:buChar char="q"/>
              <a:defRPr/>
            </a:lvl4pPr>
            <a:lvl5pPr marL="2057400" indent="-228600">
              <a:buClr>
                <a:srgbClr val="0070C0"/>
              </a:buClr>
              <a:buFont typeface="Wingdings" pitchFamily="2" charset="2"/>
              <a:buChar char="q"/>
              <a:defRPr/>
            </a:lvl5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C16EBFAD-7D7E-4EEE-8122-1782B4EC52E1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21641931"/>
      </p:ext>
    </p:extLst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56FF5A99-2504-4C20-9EEB-6AE796D29E6C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85255924"/>
      </p:ext>
    </p:extLst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353484" y="1390651"/>
            <a:ext cx="5384800" cy="453072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5941484" y="1390651"/>
            <a:ext cx="5384800" cy="453072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>
          <a:xfrm>
            <a:off x="8737600" y="6261100"/>
            <a:ext cx="2844800" cy="457200"/>
          </a:xfrm>
        </p:spPr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FD8BD287-F18D-43B9-8029-2BB5D35D7F8D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62620399"/>
      </p:ext>
    </p:extLst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C59A3E84-0694-4A80-A0A2-D6C07B4D5FD1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4982662"/>
      </p:ext>
    </p:extLst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D5951CBE-D9AA-43B0-8681-24BCF7F76340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52802278"/>
      </p:ext>
    </p:extLst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27277C56-4702-4C9D-9C14-B0A506CA0B65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54612808"/>
      </p:ext>
    </p:extLst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/>
          <a:lstStyle>
            <a:lvl1pPr algn="l">
              <a:defRPr sz="2000" b="1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8686A897-A6BD-4F9E-A949-150399EC367D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41293639"/>
      </p:ext>
    </p:extLst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/>
          <a:lstStyle>
            <a:lvl1pPr algn="l">
              <a:defRPr sz="2000" b="1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fr-FR" noProof="0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B324F8E4-EF78-40BE-8768-3FD72F0BEE29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10389364"/>
      </p:ext>
    </p:extLst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E8B19302-469D-4238-9B60-4DB8CF84F0D1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87775547"/>
      </p:ext>
    </p:extLst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8735484" y="277813"/>
            <a:ext cx="2794000" cy="5643562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353484" y="277813"/>
            <a:ext cx="8178800" cy="5643562"/>
          </a:xfrm>
        </p:spPr>
        <p:txBody>
          <a:bodyPr vert="eaVert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08E19979-6883-4C6D-9B2F-E1A9BB9ED3E2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7934462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theme" Target="../theme/theme2.xml"/><Relationship Id="rId13" Type="http://schemas.openxmlformats.org/officeDocument/2006/relationships/image" Target="../media/image1.jpeg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slideLayout" Target="../slideLayouts/slideLayout24.xml"/><Relationship Id="rId3" Type="http://schemas.openxmlformats.org/officeDocument/2006/relationships/slideLayout" Target="../slideLayouts/slideLayout25.xml"/><Relationship Id="rId4" Type="http://schemas.openxmlformats.org/officeDocument/2006/relationships/slideLayout" Target="../slideLayouts/slideLayout26.xml"/><Relationship Id="rId5" Type="http://schemas.openxmlformats.org/officeDocument/2006/relationships/slideLayout" Target="../slideLayouts/slideLayout27.xml"/><Relationship Id="rId6" Type="http://schemas.openxmlformats.org/officeDocument/2006/relationships/slideLayout" Target="../slideLayouts/slideLayout28.xml"/><Relationship Id="rId7" Type="http://schemas.openxmlformats.org/officeDocument/2006/relationships/slideLayout" Target="../slideLayouts/slideLayout29.xml"/><Relationship Id="rId8" Type="http://schemas.openxmlformats.org/officeDocument/2006/relationships/slideLayout" Target="../slideLayouts/slideLayout30.xml"/><Relationship Id="rId9" Type="http://schemas.openxmlformats.org/officeDocument/2006/relationships/slideLayout" Target="../slideLayouts/slideLayout31.xml"/><Relationship Id="rId10" Type="http://schemas.openxmlformats.org/officeDocument/2006/relationships/slideLayout" Target="../slideLayouts/slideLayout32.xml"/><Relationship Id="rId11" Type="http://schemas.openxmlformats.org/officeDocument/2006/relationships/slideLayout" Target="../slideLayouts/slideLayout33.xml"/><Relationship Id="rId12" Type="http://schemas.openxmlformats.org/officeDocument/2006/relationships/slideLayout" Target="../slideLayouts/slideLayout34.xml"/><Relationship Id="rId13" Type="http://schemas.openxmlformats.org/officeDocument/2006/relationships/theme" Target="../theme/theme3.xml"/><Relationship Id="rId14" Type="http://schemas.openxmlformats.org/officeDocument/2006/relationships/image" Target="../media/image1.jpeg"/></Relationships>
</file>

<file path=ppt/slideMasters/_rels/slideMaster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5.xml"/><Relationship Id="rId2" Type="http://schemas.openxmlformats.org/officeDocument/2006/relationships/slideLayout" Target="../slideLayouts/slideLayout36.xml"/><Relationship Id="rId3" Type="http://schemas.openxmlformats.org/officeDocument/2006/relationships/slideLayout" Target="../slideLayouts/slideLayout37.xml"/><Relationship Id="rId4" Type="http://schemas.openxmlformats.org/officeDocument/2006/relationships/slideLayout" Target="../slideLayouts/slideLayout38.xml"/><Relationship Id="rId5" Type="http://schemas.openxmlformats.org/officeDocument/2006/relationships/slideLayout" Target="../slideLayouts/slideLayout39.xml"/><Relationship Id="rId6" Type="http://schemas.openxmlformats.org/officeDocument/2006/relationships/slideLayout" Target="../slideLayouts/slideLayout40.xml"/><Relationship Id="rId7" Type="http://schemas.openxmlformats.org/officeDocument/2006/relationships/slideLayout" Target="../slideLayouts/slideLayout41.xml"/><Relationship Id="rId8" Type="http://schemas.openxmlformats.org/officeDocument/2006/relationships/slideLayout" Target="../slideLayouts/slideLayout42.xml"/><Relationship Id="rId9" Type="http://schemas.openxmlformats.org/officeDocument/2006/relationships/slideLayout" Target="../slideLayouts/slideLayout43.xml"/><Relationship Id="rId10" Type="http://schemas.openxmlformats.org/officeDocument/2006/relationships/slideLayout" Target="../slideLayouts/slideLayout44.xml"/><Relationship Id="rId11" Type="http://schemas.openxmlformats.org/officeDocument/2006/relationships/slideLayout" Target="../slideLayouts/slideLayout45.xml"/><Relationship Id="rId12" Type="http://schemas.openxmlformats.org/officeDocument/2006/relationships/theme" Target="../theme/theme4.xml"/><Relationship Id="rId13" Type="http://schemas.openxmlformats.org/officeDocument/2006/relationships/image" Target="../media/image1.jpeg"/></Relationships>
</file>

<file path=ppt/slideMasters/_rels/slideMaster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6.xml"/><Relationship Id="rId2" Type="http://schemas.openxmlformats.org/officeDocument/2006/relationships/slideLayout" Target="../slideLayouts/slideLayout47.xml"/><Relationship Id="rId3" Type="http://schemas.openxmlformats.org/officeDocument/2006/relationships/slideLayout" Target="../slideLayouts/slideLayout48.xml"/><Relationship Id="rId4" Type="http://schemas.openxmlformats.org/officeDocument/2006/relationships/slideLayout" Target="../slideLayouts/slideLayout49.xml"/><Relationship Id="rId5" Type="http://schemas.openxmlformats.org/officeDocument/2006/relationships/slideLayout" Target="../slideLayouts/slideLayout50.xml"/><Relationship Id="rId6" Type="http://schemas.openxmlformats.org/officeDocument/2006/relationships/slideLayout" Target="../slideLayouts/slideLayout51.xml"/><Relationship Id="rId7" Type="http://schemas.openxmlformats.org/officeDocument/2006/relationships/slideLayout" Target="../slideLayouts/slideLayout52.xml"/><Relationship Id="rId8" Type="http://schemas.openxmlformats.org/officeDocument/2006/relationships/slideLayout" Target="../slideLayouts/slideLayout53.xml"/><Relationship Id="rId9" Type="http://schemas.openxmlformats.org/officeDocument/2006/relationships/slideLayout" Target="../slideLayouts/slideLayout54.xml"/><Relationship Id="rId10" Type="http://schemas.openxmlformats.org/officeDocument/2006/relationships/slideLayout" Target="../slideLayouts/slideLayout55.xml"/><Relationship Id="rId11" Type="http://schemas.openxmlformats.org/officeDocument/2006/relationships/slideLayout" Target="../slideLayouts/slideLayout56.xml"/><Relationship Id="rId12" Type="http://schemas.openxmlformats.org/officeDocument/2006/relationships/theme" Target="../theme/theme5.xml"/><Relationship Id="rId13" Type="http://schemas.openxmlformats.org/officeDocument/2006/relationships/image" Target="../media/image1.jpeg"/></Relationships>
</file>

<file path=ppt/slideMasters/_rels/slideMaster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7.xml"/><Relationship Id="rId2" Type="http://schemas.openxmlformats.org/officeDocument/2006/relationships/slideLayout" Target="../slideLayouts/slideLayout58.xml"/><Relationship Id="rId3" Type="http://schemas.openxmlformats.org/officeDocument/2006/relationships/slideLayout" Target="../slideLayouts/slideLayout59.xml"/><Relationship Id="rId4" Type="http://schemas.openxmlformats.org/officeDocument/2006/relationships/slideLayout" Target="../slideLayouts/slideLayout60.xml"/><Relationship Id="rId5" Type="http://schemas.openxmlformats.org/officeDocument/2006/relationships/slideLayout" Target="../slideLayouts/slideLayout61.xml"/><Relationship Id="rId6" Type="http://schemas.openxmlformats.org/officeDocument/2006/relationships/slideLayout" Target="../slideLayouts/slideLayout62.xml"/><Relationship Id="rId7" Type="http://schemas.openxmlformats.org/officeDocument/2006/relationships/slideLayout" Target="../slideLayouts/slideLayout63.xml"/><Relationship Id="rId8" Type="http://schemas.openxmlformats.org/officeDocument/2006/relationships/slideLayout" Target="../slideLayouts/slideLayout64.xml"/><Relationship Id="rId9" Type="http://schemas.openxmlformats.org/officeDocument/2006/relationships/slideLayout" Target="../slideLayouts/slideLayout65.xml"/><Relationship Id="rId10" Type="http://schemas.openxmlformats.org/officeDocument/2006/relationships/slideLayout" Target="../slideLayouts/slideLayout66.xml"/><Relationship Id="rId11" Type="http://schemas.openxmlformats.org/officeDocument/2006/relationships/slideLayout" Target="../slideLayouts/slideLayout67.xml"/><Relationship Id="rId12" Type="http://schemas.openxmlformats.org/officeDocument/2006/relationships/theme" Target="../theme/theme6.xml"/></Relationships>
</file>

<file path=ppt/slideMasters/_rels/slideMaster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8.xml"/><Relationship Id="rId2" Type="http://schemas.openxmlformats.org/officeDocument/2006/relationships/slideLayout" Target="../slideLayouts/slideLayout69.xml"/><Relationship Id="rId3" Type="http://schemas.openxmlformats.org/officeDocument/2006/relationships/slideLayout" Target="../slideLayouts/slideLayout70.xml"/><Relationship Id="rId4" Type="http://schemas.openxmlformats.org/officeDocument/2006/relationships/slideLayout" Target="../slideLayouts/slideLayout71.xml"/><Relationship Id="rId5" Type="http://schemas.openxmlformats.org/officeDocument/2006/relationships/slideLayout" Target="../slideLayouts/slideLayout72.xml"/><Relationship Id="rId6" Type="http://schemas.openxmlformats.org/officeDocument/2006/relationships/slideLayout" Target="../slideLayouts/slideLayout73.xml"/><Relationship Id="rId7" Type="http://schemas.openxmlformats.org/officeDocument/2006/relationships/slideLayout" Target="../slideLayouts/slideLayout74.xml"/><Relationship Id="rId8" Type="http://schemas.openxmlformats.org/officeDocument/2006/relationships/slideLayout" Target="../slideLayouts/slideLayout75.xml"/><Relationship Id="rId9" Type="http://schemas.openxmlformats.org/officeDocument/2006/relationships/slideLayout" Target="../slideLayouts/slideLayout76.xml"/><Relationship Id="rId10" Type="http://schemas.openxmlformats.org/officeDocument/2006/relationships/slideLayout" Target="../slideLayouts/slideLayout77.xml"/><Relationship Id="rId11" Type="http://schemas.openxmlformats.org/officeDocument/2006/relationships/slideLayout" Target="../slideLayouts/slideLayout78.xml"/><Relationship Id="rId12" Type="http://schemas.openxmlformats.org/officeDocument/2006/relationships/theme" Target="../theme/theme7.xml"/><Relationship Id="rId13" Type="http://schemas.openxmlformats.org/officeDocument/2006/relationships/image" Target="../media/image2.jpeg"/></Relationships>
</file>

<file path=ppt/slideMasters/_rels/slideMaster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9.xml"/><Relationship Id="rId2" Type="http://schemas.openxmlformats.org/officeDocument/2006/relationships/slideLayout" Target="../slideLayouts/slideLayout80.xml"/><Relationship Id="rId3" Type="http://schemas.openxmlformats.org/officeDocument/2006/relationships/slideLayout" Target="../slideLayouts/slideLayout81.xml"/><Relationship Id="rId4" Type="http://schemas.openxmlformats.org/officeDocument/2006/relationships/slideLayout" Target="../slideLayouts/slideLayout82.xml"/><Relationship Id="rId5" Type="http://schemas.openxmlformats.org/officeDocument/2006/relationships/slideLayout" Target="../slideLayouts/slideLayout83.xml"/><Relationship Id="rId6" Type="http://schemas.openxmlformats.org/officeDocument/2006/relationships/slideLayout" Target="../slideLayouts/slideLayout84.xml"/><Relationship Id="rId7" Type="http://schemas.openxmlformats.org/officeDocument/2006/relationships/slideLayout" Target="../slideLayouts/slideLayout85.xml"/><Relationship Id="rId8" Type="http://schemas.openxmlformats.org/officeDocument/2006/relationships/slideLayout" Target="../slideLayouts/slideLayout86.xml"/><Relationship Id="rId9" Type="http://schemas.openxmlformats.org/officeDocument/2006/relationships/slideLayout" Target="../slideLayouts/slideLayout87.xml"/><Relationship Id="rId10" Type="http://schemas.openxmlformats.org/officeDocument/2006/relationships/slideLayout" Target="../slideLayouts/slideLayout88.xml"/><Relationship Id="rId11" Type="http://schemas.openxmlformats.org/officeDocument/2006/relationships/slideLayout" Target="../slideLayouts/slideLayout89.xml"/><Relationship Id="rId12" Type="http://schemas.openxmlformats.org/officeDocument/2006/relationships/theme" Target="../theme/theme8.xml"/><Relationship Id="rId13" Type="http://schemas.openxmlformats.org/officeDocument/2006/relationships/image" Target="../media/image3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609600" y="1600201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8592F83-7405-4D71-BE15-BA2C0774FD69}" type="slidenum">
              <a:rPr lang="fr-FR" smtClean="0"/>
              <a:t>‹N°›</a:t>
            </a:fld>
            <a:endParaRPr lang="fr-FR"/>
          </a:p>
        </p:txBody>
      </p:sp>
      <p:grpSp>
        <p:nvGrpSpPr>
          <p:cNvPr id="10" name="Groupe 9">
            <a:extLst>
              <a:ext uri="{FF2B5EF4-FFF2-40B4-BE49-F238E27FC236}">
                <a16:creationId xmlns:a16="http://schemas.microsoft.com/office/drawing/2014/main" id="{16A2F942-BD23-D892-F25B-DA5CAE5F04E6}"/>
              </a:ext>
            </a:extLst>
          </p:cNvPr>
          <p:cNvGrpSpPr/>
          <p:nvPr userDrawn="1"/>
        </p:nvGrpSpPr>
        <p:grpSpPr>
          <a:xfrm>
            <a:off x="0" y="0"/>
            <a:ext cx="152400" cy="6858000"/>
            <a:chOff x="0" y="0"/>
            <a:chExt cx="152400" cy="6858000"/>
          </a:xfrm>
        </p:grpSpPr>
        <p:sp>
          <p:nvSpPr>
            <p:cNvPr id="7" name="Rectangle 7"/>
            <p:cNvSpPr>
              <a:spLocks noChangeArrowheads="1"/>
            </p:cNvSpPr>
            <p:nvPr userDrawn="1"/>
          </p:nvSpPr>
          <p:spPr bwMode="auto">
            <a:xfrm>
              <a:off x="0" y="4572000"/>
              <a:ext cx="152400" cy="2286000"/>
            </a:xfrm>
            <a:prstGeom prst="rect">
              <a:avLst/>
            </a:prstGeom>
            <a:solidFill>
              <a:srgbClr val="FF6600"/>
            </a:solidFill>
            <a:ln w="9525">
              <a:solidFill>
                <a:srgbClr val="FF66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 fontAlgn="base">
                <a:spcBef>
                  <a:spcPct val="0"/>
                </a:spcBef>
                <a:spcAft>
                  <a:spcPct val="0"/>
                </a:spcAft>
              </a:pPr>
              <a:endParaRPr lang="fr-FR" sz="2400">
                <a:solidFill>
                  <a:srgbClr val="FFFF00"/>
                </a:solidFill>
                <a:latin typeface="Times New Roman" pitchFamily="18" charset="0"/>
                <a:cs typeface="Arial" charset="0"/>
              </a:endParaRPr>
            </a:p>
          </p:txBody>
        </p:sp>
        <p:sp>
          <p:nvSpPr>
            <p:cNvPr id="8" name="Rectangle 9"/>
            <p:cNvSpPr>
              <a:spLocks noChangeArrowheads="1"/>
            </p:cNvSpPr>
            <p:nvPr userDrawn="1"/>
          </p:nvSpPr>
          <p:spPr bwMode="auto">
            <a:xfrm>
              <a:off x="0" y="2286000"/>
              <a:ext cx="152400" cy="2286000"/>
            </a:xfrm>
            <a:prstGeom prst="rect">
              <a:avLst/>
            </a:prstGeom>
            <a:solidFill>
              <a:srgbClr val="0070C0"/>
            </a:solidFill>
            <a:ln>
              <a:noFill/>
            </a:ln>
            <a:effectLst/>
          </p:spPr>
          <p:txBody>
            <a:bodyPr wrap="none" anchor="ctr"/>
            <a:lstStyle/>
            <a:p>
              <a:pPr algn="ctr" fontAlgn="base">
                <a:spcBef>
                  <a:spcPct val="0"/>
                </a:spcBef>
                <a:spcAft>
                  <a:spcPct val="0"/>
                </a:spcAft>
              </a:pPr>
              <a:endParaRPr lang="fr-FR" sz="2400">
                <a:solidFill>
                  <a:srgbClr val="000000"/>
                </a:solidFill>
                <a:latin typeface="Times New Roman" pitchFamily="18" charset="0"/>
                <a:cs typeface="Arial" charset="0"/>
              </a:endParaRPr>
            </a:p>
          </p:txBody>
        </p:sp>
        <p:sp>
          <p:nvSpPr>
            <p:cNvPr id="9" name="Rectangle 10"/>
            <p:cNvSpPr>
              <a:spLocks noChangeArrowheads="1"/>
            </p:cNvSpPr>
            <p:nvPr userDrawn="1"/>
          </p:nvSpPr>
          <p:spPr bwMode="auto">
            <a:xfrm>
              <a:off x="0" y="0"/>
              <a:ext cx="152400" cy="2286000"/>
            </a:xfrm>
            <a:prstGeom prst="rect">
              <a:avLst/>
            </a:prstGeom>
            <a:solidFill>
              <a:srgbClr val="99CC00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2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itchFamily="18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4557177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622301" y="0"/>
            <a:ext cx="10919884" cy="6683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fr-FR"/>
              <a:t>Cliquez et modifiez le titre</a:t>
            </a:r>
          </a:p>
        </p:txBody>
      </p:sp>
      <p:sp>
        <p:nvSpPr>
          <p:cNvPr id="2051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622300" y="836614"/>
            <a:ext cx="10972800" cy="45307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</a:p>
        </p:txBody>
      </p:sp>
      <p:sp>
        <p:nvSpPr>
          <p:cNvPr id="78852" name="Rectangle 4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609600" y="6248400"/>
            <a:ext cx="2844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000" b="0">
                <a:solidFill>
                  <a:srgbClr val="000000"/>
                </a:solidFill>
                <a:latin typeface="Verdana" pitchFamily="34" charset="0"/>
                <a:cs typeface="Arial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endParaRPr lang="fr-FR"/>
          </a:p>
        </p:txBody>
      </p:sp>
      <p:sp>
        <p:nvSpPr>
          <p:cNvPr id="78853" name="Rectangle 5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4165600" y="6248400"/>
            <a:ext cx="3860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>
              <a:defRPr sz="1000" b="0">
                <a:solidFill>
                  <a:srgbClr val="000000"/>
                </a:solidFill>
                <a:latin typeface="Verdana" pitchFamily="34" charset="0"/>
                <a:cs typeface="Arial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endParaRPr lang="fr-FR"/>
          </a:p>
        </p:txBody>
      </p:sp>
      <p:sp>
        <p:nvSpPr>
          <p:cNvPr id="78854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8737600" y="6218238"/>
            <a:ext cx="2844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000" b="0">
                <a:solidFill>
                  <a:srgbClr val="000000"/>
                </a:solidFill>
                <a:latin typeface="Verdana" pitchFamily="34" charset="0"/>
                <a:cs typeface="Arial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fld id="{80418E13-F90D-4073-973C-40D860A95E76}" type="slidenum">
              <a:rPr lang="fr-FR"/>
              <a:pPr fontAlgn="base">
                <a:spcBef>
                  <a:spcPct val="0"/>
                </a:spcBef>
                <a:spcAft>
                  <a:spcPct val="0"/>
                </a:spcAft>
                <a:defRPr/>
              </a:pPr>
              <a:t>‹N°›</a:t>
            </a:fld>
            <a:endParaRPr lang="fr-FR"/>
          </a:p>
        </p:txBody>
      </p:sp>
      <p:sp>
        <p:nvSpPr>
          <p:cNvPr id="2055" name="Line 8"/>
          <p:cNvSpPr>
            <a:spLocks noChangeShapeType="1"/>
          </p:cNvSpPr>
          <p:nvPr/>
        </p:nvSpPr>
        <p:spPr bwMode="auto">
          <a:xfrm>
            <a:off x="622300" y="687388"/>
            <a:ext cx="10769600" cy="0"/>
          </a:xfrm>
          <a:prstGeom prst="line">
            <a:avLst/>
          </a:prstGeom>
          <a:noFill/>
          <a:ln w="19050">
            <a:solidFill>
              <a:srgbClr val="0070C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endParaRPr lang="fr-FR" sz="1800" b="1">
              <a:solidFill>
                <a:srgbClr val="000000"/>
              </a:solidFill>
            </a:endParaRPr>
          </a:p>
        </p:txBody>
      </p:sp>
      <p:sp>
        <p:nvSpPr>
          <p:cNvPr id="2057" name="Rectangle 7"/>
          <p:cNvSpPr>
            <a:spLocks noChangeArrowheads="1"/>
          </p:cNvSpPr>
          <p:nvPr userDrawn="1"/>
        </p:nvSpPr>
        <p:spPr bwMode="auto">
          <a:xfrm>
            <a:off x="0" y="4560886"/>
            <a:ext cx="152400" cy="2286000"/>
          </a:xfrm>
          <a:prstGeom prst="rect">
            <a:avLst/>
          </a:prstGeom>
          <a:solidFill>
            <a:srgbClr val="FF6600"/>
          </a:solidFill>
          <a:ln w="9525">
            <a:solidFill>
              <a:srgbClr val="FF66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fr-FR" sz="2400">
              <a:solidFill>
                <a:srgbClr val="FFFF00"/>
              </a:solidFill>
              <a:latin typeface="Times New Roman" pitchFamily="18" charset="0"/>
            </a:endParaRPr>
          </a:p>
        </p:txBody>
      </p:sp>
      <p:sp>
        <p:nvSpPr>
          <p:cNvPr id="2058" name="Rectangle 9"/>
          <p:cNvSpPr>
            <a:spLocks noChangeArrowheads="1"/>
          </p:cNvSpPr>
          <p:nvPr userDrawn="1"/>
        </p:nvSpPr>
        <p:spPr bwMode="auto">
          <a:xfrm>
            <a:off x="0" y="2286000"/>
            <a:ext cx="152400" cy="228600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txBody>
          <a:bodyPr wrap="none" anchor="ctr"/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fr-FR" sz="2400">
              <a:solidFill>
                <a:srgbClr val="000000"/>
              </a:solidFill>
              <a:latin typeface="Times New Roman" pitchFamily="18" charset="0"/>
            </a:endParaRPr>
          </a:p>
        </p:txBody>
      </p:sp>
      <p:sp>
        <p:nvSpPr>
          <p:cNvPr id="2059" name="Rectangle 10"/>
          <p:cNvSpPr>
            <a:spLocks noChangeArrowheads="1"/>
          </p:cNvSpPr>
          <p:nvPr userDrawn="1"/>
        </p:nvSpPr>
        <p:spPr bwMode="auto">
          <a:xfrm>
            <a:off x="0" y="-9128"/>
            <a:ext cx="152400" cy="229512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fr-FR" sz="2400">
              <a:solidFill>
                <a:srgbClr val="000000"/>
              </a:solidFill>
              <a:latin typeface="Times New Roman" pitchFamily="18" charset="0"/>
            </a:endParaRPr>
          </a:p>
        </p:txBody>
      </p:sp>
      <p:pic>
        <p:nvPicPr>
          <p:cNvPr id="3" name="Image 2" descr="Une image contenant oiseau, plume, colibri, texte&#10;&#10;Le contenu généré par l’IA peut être incorrect.">
            <a:extLst>
              <a:ext uri="{FF2B5EF4-FFF2-40B4-BE49-F238E27FC236}">
                <a16:creationId xmlns:a16="http://schemas.microsoft.com/office/drawing/2014/main" id="{A1A2F606-2FF5-BBDF-C78E-78FB5974DD1E}"/>
              </a:ext>
            </a:extLst>
          </p:cNvPr>
          <p:cNvPicPr>
            <a:picLocks noChangeAspect="1"/>
          </p:cNvPicPr>
          <p:nvPr userDrawn="1"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70314" y="25933"/>
            <a:ext cx="721686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82241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hf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effectLst/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Calibri" pitchFamily="34" charset="0"/>
          <a:cs typeface="Arial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Calibri" pitchFamily="34" charset="0"/>
          <a:cs typeface="Arial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Calibri" pitchFamily="34" charset="0"/>
          <a:cs typeface="Arial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Calibri" pitchFamily="34" charset="0"/>
          <a:cs typeface="Arial" charset="0"/>
        </a:defRPr>
      </a:lvl5pPr>
      <a:lvl6pPr marL="457200" algn="l" rtl="0" fontAlgn="base">
        <a:spcBef>
          <a:spcPct val="0"/>
        </a:spcBef>
        <a:spcAft>
          <a:spcPct val="0"/>
        </a:spcAft>
        <a:defRPr sz="3200">
          <a:solidFill>
            <a:srgbClr val="FF6600"/>
          </a:solidFill>
          <a:latin typeface="Calibri" pitchFamily="34" charset="0"/>
          <a:cs typeface="Arial" charset="0"/>
        </a:defRPr>
      </a:lvl6pPr>
      <a:lvl7pPr marL="914400" algn="l" rtl="0" fontAlgn="base">
        <a:spcBef>
          <a:spcPct val="0"/>
        </a:spcBef>
        <a:spcAft>
          <a:spcPct val="0"/>
        </a:spcAft>
        <a:defRPr sz="3200">
          <a:solidFill>
            <a:srgbClr val="FF6600"/>
          </a:solidFill>
          <a:latin typeface="Calibri" pitchFamily="34" charset="0"/>
          <a:cs typeface="Arial" charset="0"/>
        </a:defRPr>
      </a:lvl7pPr>
      <a:lvl8pPr marL="1371600" algn="l" rtl="0" fontAlgn="base">
        <a:spcBef>
          <a:spcPct val="0"/>
        </a:spcBef>
        <a:spcAft>
          <a:spcPct val="0"/>
        </a:spcAft>
        <a:defRPr sz="3200">
          <a:solidFill>
            <a:srgbClr val="FF6600"/>
          </a:solidFill>
          <a:latin typeface="Calibri" pitchFamily="34" charset="0"/>
          <a:cs typeface="Arial" charset="0"/>
        </a:defRPr>
      </a:lvl8pPr>
      <a:lvl9pPr marL="1828800" algn="l" rtl="0" fontAlgn="base">
        <a:spcBef>
          <a:spcPct val="0"/>
        </a:spcBef>
        <a:spcAft>
          <a:spcPct val="0"/>
        </a:spcAft>
        <a:defRPr sz="3200">
          <a:solidFill>
            <a:srgbClr val="FF6600"/>
          </a:solidFill>
          <a:latin typeface="Calibri" pitchFamily="34" charset="0"/>
          <a:cs typeface="Arial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20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1800">
          <a:solidFill>
            <a:schemeClr val="tx1"/>
          </a:solidFill>
          <a:latin typeface="+mn-lt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1600">
          <a:solidFill>
            <a:schemeClr val="tx1"/>
          </a:solidFill>
          <a:latin typeface="+mn-lt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1400">
          <a:solidFill>
            <a:schemeClr val="tx1"/>
          </a:solidFill>
          <a:latin typeface="+mn-lt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1400">
          <a:solidFill>
            <a:schemeClr val="tx1"/>
          </a:solidFill>
          <a:latin typeface="+mn-lt"/>
          <a:cs typeface="+mn-cs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SzPct val="80000"/>
        <a:buFont typeface="Wingdings" pitchFamily="2" charset="2"/>
        <a:buChar char="§"/>
        <a:defRPr>
          <a:solidFill>
            <a:schemeClr val="tx1"/>
          </a:solidFill>
          <a:latin typeface="+mn-lt"/>
          <a:cs typeface="+mn-cs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SzPct val="80000"/>
        <a:buFont typeface="Wingdings" pitchFamily="2" charset="2"/>
        <a:buChar char="§"/>
        <a:defRPr>
          <a:solidFill>
            <a:schemeClr val="tx1"/>
          </a:solidFill>
          <a:latin typeface="+mn-lt"/>
          <a:cs typeface="+mn-cs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SzPct val="80000"/>
        <a:buFont typeface="Wingdings" pitchFamily="2" charset="2"/>
        <a:buChar char="§"/>
        <a:defRPr>
          <a:solidFill>
            <a:schemeClr val="tx1"/>
          </a:solidFill>
          <a:latin typeface="+mn-lt"/>
          <a:cs typeface="+mn-cs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SzPct val="80000"/>
        <a:buFont typeface="Wingdings" pitchFamily="2" charset="2"/>
        <a:buChar char="§"/>
        <a:defRPr>
          <a:solidFill>
            <a:schemeClr val="tx1"/>
          </a:solidFill>
          <a:latin typeface="+mn-lt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622301" y="0"/>
            <a:ext cx="10919884" cy="6683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fr-FR"/>
              <a:t>Cliquez et modifiez le titre</a:t>
            </a:r>
          </a:p>
        </p:txBody>
      </p:sp>
      <p:sp>
        <p:nvSpPr>
          <p:cNvPr id="4099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655108" y="964523"/>
            <a:ext cx="10703984" cy="45307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8852" name="Rectangle 4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609600" y="6248400"/>
            <a:ext cx="2844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000" b="0">
                <a:solidFill>
                  <a:srgbClr val="000000"/>
                </a:solidFill>
                <a:latin typeface="Verdana" pitchFamily="34" charset="0"/>
                <a:cs typeface="+mn-cs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endParaRPr lang="fr-FR"/>
          </a:p>
        </p:txBody>
      </p:sp>
      <p:sp>
        <p:nvSpPr>
          <p:cNvPr id="78853" name="Rectangle 5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4165600" y="6248400"/>
            <a:ext cx="3860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>
              <a:defRPr sz="1000" b="0">
                <a:solidFill>
                  <a:srgbClr val="000000"/>
                </a:solidFill>
                <a:latin typeface="Verdana" pitchFamily="34" charset="0"/>
                <a:cs typeface="+mn-cs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endParaRPr lang="fr-FR"/>
          </a:p>
        </p:txBody>
      </p:sp>
      <p:sp>
        <p:nvSpPr>
          <p:cNvPr id="78854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9271000" y="6207125"/>
            <a:ext cx="2844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000" b="0">
                <a:solidFill>
                  <a:srgbClr val="000000"/>
                </a:solidFill>
                <a:latin typeface="Verdana" pitchFamily="34" charset="0"/>
                <a:cs typeface="+mn-cs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fld id="{F7DDE385-91C7-48CE-9175-CFD7D795D4AB}" type="slidenum">
              <a:rPr lang="fr-FR"/>
              <a:pPr fontAlgn="base">
                <a:spcBef>
                  <a:spcPct val="0"/>
                </a:spcBef>
                <a:spcAft>
                  <a:spcPct val="0"/>
                </a:spcAft>
                <a:defRPr/>
              </a:pPr>
              <a:t>‹N°›</a:t>
            </a:fld>
            <a:endParaRPr lang="fr-FR"/>
          </a:p>
        </p:txBody>
      </p:sp>
      <p:sp>
        <p:nvSpPr>
          <p:cNvPr id="4103" name="Line 8"/>
          <p:cNvSpPr>
            <a:spLocks noChangeShapeType="1"/>
          </p:cNvSpPr>
          <p:nvPr/>
        </p:nvSpPr>
        <p:spPr bwMode="auto">
          <a:xfrm>
            <a:off x="622300" y="687388"/>
            <a:ext cx="10769600" cy="0"/>
          </a:xfrm>
          <a:prstGeom prst="line">
            <a:avLst/>
          </a:prstGeom>
          <a:noFill/>
          <a:ln w="19050">
            <a:solidFill>
              <a:srgbClr val="0070C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endParaRPr lang="fr-FR" sz="1800" b="1">
              <a:solidFill>
                <a:srgbClr val="000000"/>
              </a:solidFill>
            </a:endParaRPr>
          </a:p>
        </p:txBody>
      </p:sp>
      <p:sp>
        <p:nvSpPr>
          <p:cNvPr id="3" name="Rectangle 7">
            <a:extLst>
              <a:ext uri="{FF2B5EF4-FFF2-40B4-BE49-F238E27FC236}">
                <a16:creationId xmlns:a16="http://schemas.microsoft.com/office/drawing/2014/main" id="{D7EF8DF1-394D-88A6-07C4-71C3970F3E8E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0" y="4560886"/>
            <a:ext cx="152400" cy="2286000"/>
          </a:xfrm>
          <a:prstGeom prst="rect">
            <a:avLst/>
          </a:prstGeom>
          <a:solidFill>
            <a:srgbClr val="FF6600"/>
          </a:solidFill>
          <a:ln w="9525">
            <a:solidFill>
              <a:srgbClr val="FF66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fr-FR" sz="2400">
              <a:solidFill>
                <a:srgbClr val="FFFF00"/>
              </a:solidFill>
              <a:latin typeface="Times New Roman" pitchFamily="18" charset="0"/>
            </a:endParaRPr>
          </a:p>
        </p:txBody>
      </p:sp>
      <p:sp>
        <p:nvSpPr>
          <p:cNvPr id="4" name="Rectangle 9">
            <a:extLst>
              <a:ext uri="{FF2B5EF4-FFF2-40B4-BE49-F238E27FC236}">
                <a16:creationId xmlns:a16="http://schemas.microsoft.com/office/drawing/2014/main" id="{9BA51E6E-01C5-FD14-EAFA-A493B490BD7F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0" y="2286000"/>
            <a:ext cx="152400" cy="228600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txBody>
          <a:bodyPr wrap="none" anchor="ctr"/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fr-FR" sz="2400">
              <a:solidFill>
                <a:srgbClr val="000000"/>
              </a:solidFill>
              <a:latin typeface="Times New Roman" pitchFamily="18" charset="0"/>
            </a:endParaRPr>
          </a:p>
        </p:txBody>
      </p:sp>
      <p:sp>
        <p:nvSpPr>
          <p:cNvPr id="5" name="Rectangle 10">
            <a:extLst>
              <a:ext uri="{FF2B5EF4-FFF2-40B4-BE49-F238E27FC236}">
                <a16:creationId xmlns:a16="http://schemas.microsoft.com/office/drawing/2014/main" id="{3C2D52B0-6A54-1AD9-EC09-B55699F66360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0" y="-9128"/>
            <a:ext cx="152400" cy="229512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fr-FR" sz="2400">
              <a:solidFill>
                <a:srgbClr val="000000"/>
              </a:solidFill>
              <a:latin typeface="Times New Roman" pitchFamily="18" charset="0"/>
            </a:endParaRPr>
          </a:p>
        </p:txBody>
      </p:sp>
      <p:pic>
        <p:nvPicPr>
          <p:cNvPr id="6" name="Image 5" descr="Une image contenant oiseau, plume, colibri, texte&#10;&#10;Le contenu généré par l’IA peut être incorrect.">
            <a:extLst>
              <a:ext uri="{FF2B5EF4-FFF2-40B4-BE49-F238E27FC236}">
                <a16:creationId xmlns:a16="http://schemas.microsoft.com/office/drawing/2014/main" id="{A1A2F606-2FF5-BBDF-C78E-78FB5974DD1E}"/>
              </a:ext>
            </a:extLst>
          </p:cNvPr>
          <p:cNvPicPr>
            <a:picLocks noChangeAspect="1"/>
          </p:cNvPicPr>
          <p:nvPr userDrawn="1"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70314" y="20203"/>
            <a:ext cx="721686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48211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  <p:sldLayoutId id="2147483696" r:id="rId12"/>
  </p:sldLayoutIdLst>
  <p:hf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effectLst/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Calibri" pitchFamily="34" charset="0"/>
          <a:cs typeface="Arial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Calibri" pitchFamily="34" charset="0"/>
          <a:cs typeface="Arial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Calibri" pitchFamily="34" charset="0"/>
          <a:cs typeface="Arial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Calibri" pitchFamily="34" charset="0"/>
          <a:cs typeface="Arial" charset="0"/>
        </a:defRPr>
      </a:lvl5pPr>
      <a:lvl6pPr marL="457200" algn="l" rtl="0" fontAlgn="base">
        <a:spcBef>
          <a:spcPct val="0"/>
        </a:spcBef>
        <a:spcAft>
          <a:spcPct val="0"/>
        </a:spcAft>
        <a:defRPr sz="3200">
          <a:solidFill>
            <a:srgbClr val="FF6600"/>
          </a:solidFill>
          <a:latin typeface="Calibri" pitchFamily="34" charset="0"/>
          <a:cs typeface="Arial" charset="0"/>
        </a:defRPr>
      </a:lvl6pPr>
      <a:lvl7pPr marL="914400" algn="l" rtl="0" fontAlgn="base">
        <a:spcBef>
          <a:spcPct val="0"/>
        </a:spcBef>
        <a:spcAft>
          <a:spcPct val="0"/>
        </a:spcAft>
        <a:defRPr sz="3200">
          <a:solidFill>
            <a:srgbClr val="FF6600"/>
          </a:solidFill>
          <a:latin typeface="Calibri" pitchFamily="34" charset="0"/>
          <a:cs typeface="Arial" charset="0"/>
        </a:defRPr>
      </a:lvl7pPr>
      <a:lvl8pPr marL="1371600" algn="l" rtl="0" fontAlgn="base">
        <a:spcBef>
          <a:spcPct val="0"/>
        </a:spcBef>
        <a:spcAft>
          <a:spcPct val="0"/>
        </a:spcAft>
        <a:defRPr sz="3200">
          <a:solidFill>
            <a:srgbClr val="FF6600"/>
          </a:solidFill>
          <a:latin typeface="Calibri" pitchFamily="34" charset="0"/>
          <a:cs typeface="Arial" charset="0"/>
        </a:defRPr>
      </a:lvl8pPr>
      <a:lvl9pPr marL="1828800" algn="l" rtl="0" fontAlgn="base">
        <a:spcBef>
          <a:spcPct val="0"/>
        </a:spcBef>
        <a:spcAft>
          <a:spcPct val="0"/>
        </a:spcAft>
        <a:defRPr sz="3200">
          <a:solidFill>
            <a:srgbClr val="FF6600"/>
          </a:solidFill>
          <a:latin typeface="Calibri" pitchFamily="34" charset="0"/>
          <a:cs typeface="Arial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20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1800">
          <a:solidFill>
            <a:schemeClr val="tx1"/>
          </a:solidFill>
          <a:latin typeface="+mn-lt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1600">
          <a:solidFill>
            <a:schemeClr val="tx1"/>
          </a:solidFill>
          <a:latin typeface="+mn-lt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1400">
          <a:solidFill>
            <a:schemeClr val="tx1"/>
          </a:solidFill>
          <a:latin typeface="+mn-lt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1400">
          <a:solidFill>
            <a:schemeClr val="tx1"/>
          </a:solidFill>
          <a:latin typeface="+mn-lt"/>
          <a:cs typeface="+mn-cs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lr>
          <a:schemeClr val="accent1"/>
        </a:buClr>
        <a:buSzPct val="75000"/>
        <a:buFont typeface="Wingdings" pitchFamily="2" charset="2"/>
        <a:buChar char="q"/>
        <a:defRPr>
          <a:solidFill>
            <a:schemeClr val="tx1"/>
          </a:solidFill>
          <a:latin typeface="+mn-lt"/>
          <a:cs typeface="+mn-cs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lr>
          <a:schemeClr val="accent1"/>
        </a:buClr>
        <a:buSzPct val="75000"/>
        <a:buFont typeface="Wingdings" pitchFamily="2" charset="2"/>
        <a:buChar char="q"/>
        <a:defRPr>
          <a:solidFill>
            <a:schemeClr val="tx1"/>
          </a:solidFill>
          <a:latin typeface="+mn-lt"/>
          <a:cs typeface="+mn-cs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lr>
          <a:schemeClr val="accent1"/>
        </a:buClr>
        <a:buSzPct val="75000"/>
        <a:buFont typeface="Wingdings" pitchFamily="2" charset="2"/>
        <a:buChar char="q"/>
        <a:defRPr>
          <a:solidFill>
            <a:schemeClr val="tx1"/>
          </a:solidFill>
          <a:latin typeface="+mn-lt"/>
          <a:cs typeface="+mn-cs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lr>
          <a:schemeClr val="accent1"/>
        </a:buClr>
        <a:buSzPct val="75000"/>
        <a:buFont typeface="Wingdings" pitchFamily="2" charset="2"/>
        <a:buChar char="q"/>
        <a:defRPr>
          <a:solidFill>
            <a:schemeClr val="tx1"/>
          </a:solidFill>
          <a:latin typeface="+mn-lt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622301" y="0"/>
            <a:ext cx="10919884" cy="6683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fr-FR"/>
              <a:t>Cliquez et modifiez le titre</a:t>
            </a:r>
          </a:p>
        </p:txBody>
      </p:sp>
      <p:sp>
        <p:nvSpPr>
          <p:cNvPr id="5123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622300" y="836614"/>
            <a:ext cx="10972800" cy="45307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8852" name="Rectangle 4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609600" y="6248400"/>
            <a:ext cx="2844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000" b="0">
                <a:solidFill>
                  <a:srgbClr val="000000"/>
                </a:solidFill>
                <a:latin typeface="Verdana" pitchFamily="34" charset="0"/>
                <a:cs typeface="Arial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endParaRPr lang="fr-FR"/>
          </a:p>
        </p:txBody>
      </p:sp>
      <p:sp>
        <p:nvSpPr>
          <p:cNvPr id="78853" name="Rectangle 5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4165600" y="6248400"/>
            <a:ext cx="3860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>
              <a:defRPr sz="1000" b="0">
                <a:solidFill>
                  <a:srgbClr val="000000"/>
                </a:solidFill>
                <a:latin typeface="Verdana" pitchFamily="34" charset="0"/>
                <a:cs typeface="Arial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endParaRPr lang="fr-FR"/>
          </a:p>
        </p:txBody>
      </p:sp>
      <p:sp>
        <p:nvSpPr>
          <p:cNvPr id="78854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8737600" y="6218238"/>
            <a:ext cx="2844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000" b="0">
                <a:solidFill>
                  <a:srgbClr val="000000"/>
                </a:solidFill>
                <a:latin typeface="Verdana" pitchFamily="34" charset="0"/>
                <a:cs typeface="Arial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fld id="{6911533A-F366-4931-B56A-5F9940D7E897}" type="slidenum">
              <a:rPr lang="fr-FR"/>
              <a:pPr fontAlgn="base">
                <a:spcBef>
                  <a:spcPct val="0"/>
                </a:spcBef>
                <a:spcAft>
                  <a:spcPct val="0"/>
                </a:spcAft>
                <a:defRPr/>
              </a:pPr>
              <a:t>‹N°›</a:t>
            </a:fld>
            <a:endParaRPr lang="fr-FR"/>
          </a:p>
        </p:txBody>
      </p:sp>
      <p:sp>
        <p:nvSpPr>
          <p:cNvPr id="3" name="Rectangle 7">
            <a:extLst>
              <a:ext uri="{FF2B5EF4-FFF2-40B4-BE49-F238E27FC236}">
                <a16:creationId xmlns:a16="http://schemas.microsoft.com/office/drawing/2014/main" id="{B8BF1605-FCA3-FC80-FCD2-4E5E05BA3BC4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0" y="4560886"/>
            <a:ext cx="152400" cy="2286000"/>
          </a:xfrm>
          <a:prstGeom prst="rect">
            <a:avLst/>
          </a:prstGeom>
          <a:solidFill>
            <a:srgbClr val="FF6600"/>
          </a:solidFill>
          <a:ln w="9525">
            <a:solidFill>
              <a:srgbClr val="FF66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fr-FR" sz="2400">
              <a:solidFill>
                <a:srgbClr val="FFFF00"/>
              </a:solidFill>
              <a:latin typeface="Times New Roman" pitchFamily="18" charset="0"/>
            </a:endParaRPr>
          </a:p>
        </p:txBody>
      </p:sp>
      <p:sp>
        <p:nvSpPr>
          <p:cNvPr id="4" name="Rectangle 9">
            <a:extLst>
              <a:ext uri="{FF2B5EF4-FFF2-40B4-BE49-F238E27FC236}">
                <a16:creationId xmlns:a16="http://schemas.microsoft.com/office/drawing/2014/main" id="{688C0A11-008E-D7C2-C3B2-DD262D388F05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0" y="2286000"/>
            <a:ext cx="152400" cy="228600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txBody>
          <a:bodyPr wrap="none" anchor="ctr"/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fr-FR" sz="2400">
              <a:solidFill>
                <a:srgbClr val="000000"/>
              </a:solidFill>
              <a:latin typeface="Times New Roman" pitchFamily="18" charset="0"/>
            </a:endParaRPr>
          </a:p>
        </p:txBody>
      </p:sp>
      <p:sp>
        <p:nvSpPr>
          <p:cNvPr id="5" name="Rectangle 10">
            <a:extLst>
              <a:ext uri="{FF2B5EF4-FFF2-40B4-BE49-F238E27FC236}">
                <a16:creationId xmlns:a16="http://schemas.microsoft.com/office/drawing/2014/main" id="{EE4CB4E5-B7B2-59E8-765F-9886B455F43E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0" y="-9128"/>
            <a:ext cx="152400" cy="229512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fr-FR" sz="2400">
              <a:solidFill>
                <a:srgbClr val="000000"/>
              </a:solidFill>
              <a:latin typeface="Times New Roman" pitchFamily="18" charset="0"/>
            </a:endParaRPr>
          </a:p>
        </p:txBody>
      </p:sp>
      <p:pic>
        <p:nvPicPr>
          <p:cNvPr id="6" name="Image 5" descr="Une image contenant oiseau, plume, colibri, texte&#10;&#10;Le contenu généré par l’IA peut être incorrect.">
            <a:extLst>
              <a:ext uri="{FF2B5EF4-FFF2-40B4-BE49-F238E27FC236}">
                <a16:creationId xmlns:a16="http://schemas.microsoft.com/office/drawing/2014/main" id="{6C49959D-21E0-5E18-8F93-9F417DA544C0}"/>
              </a:ext>
            </a:extLst>
          </p:cNvPr>
          <p:cNvPicPr>
            <a:picLocks noChangeAspect="1"/>
          </p:cNvPicPr>
          <p:nvPr userDrawn="1"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70314" y="20203"/>
            <a:ext cx="721686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298250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2" r:id="rId1"/>
    <p:sldLayoutId id="2147483723" r:id="rId2"/>
    <p:sldLayoutId id="2147483724" r:id="rId3"/>
    <p:sldLayoutId id="2147483725" r:id="rId4"/>
    <p:sldLayoutId id="2147483726" r:id="rId5"/>
    <p:sldLayoutId id="2147483727" r:id="rId6"/>
    <p:sldLayoutId id="2147483728" r:id="rId7"/>
    <p:sldLayoutId id="2147483729" r:id="rId8"/>
    <p:sldLayoutId id="2147483730" r:id="rId9"/>
    <p:sldLayoutId id="2147483731" r:id="rId10"/>
    <p:sldLayoutId id="2147483732" r:id="rId11"/>
  </p:sldLayoutIdLst>
  <p:hf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effectLst/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Calibri" pitchFamily="34" charset="0"/>
          <a:cs typeface="Arial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Calibri" pitchFamily="34" charset="0"/>
          <a:cs typeface="Arial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Calibri" pitchFamily="34" charset="0"/>
          <a:cs typeface="Arial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Calibri" pitchFamily="34" charset="0"/>
          <a:cs typeface="Arial" charset="0"/>
        </a:defRPr>
      </a:lvl5pPr>
      <a:lvl6pPr marL="457200" algn="l" rtl="0" fontAlgn="base">
        <a:spcBef>
          <a:spcPct val="0"/>
        </a:spcBef>
        <a:spcAft>
          <a:spcPct val="0"/>
        </a:spcAft>
        <a:defRPr sz="3200">
          <a:solidFill>
            <a:srgbClr val="FF6600"/>
          </a:solidFill>
          <a:latin typeface="Calibri" pitchFamily="34" charset="0"/>
          <a:cs typeface="Arial" charset="0"/>
        </a:defRPr>
      </a:lvl6pPr>
      <a:lvl7pPr marL="914400" algn="l" rtl="0" fontAlgn="base">
        <a:spcBef>
          <a:spcPct val="0"/>
        </a:spcBef>
        <a:spcAft>
          <a:spcPct val="0"/>
        </a:spcAft>
        <a:defRPr sz="3200">
          <a:solidFill>
            <a:srgbClr val="FF6600"/>
          </a:solidFill>
          <a:latin typeface="Calibri" pitchFamily="34" charset="0"/>
          <a:cs typeface="Arial" charset="0"/>
        </a:defRPr>
      </a:lvl7pPr>
      <a:lvl8pPr marL="1371600" algn="l" rtl="0" fontAlgn="base">
        <a:spcBef>
          <a:spcPct val="0"/>
        </a:spcBef>
        <a:spcAft>
          <a:spcPct val="0"/>
        </a:spcAft>
        <a:defRPr sz="3200">
          <a:solidFill>
            <a:srgbClr val="FF6600"/>
          </a:solidFill>
          <a:latin typeface="Calibri" pitchFamily="34" charset="0"/>
          <a:cs typeface="Arial" charset="0"/>
        </a:defRPr>
      </a:lvl8pPr>
      <a:lvl9pPr marL="1828800" algn="l" rtl="0" fontAlgn="base">
        <a:spcBef>
          <a:spcPct val="0"/>
        </a:spcBef>
        <a:spcAft>
          <a:spcPct val="0"/>
        </a:spcAft>
        <a:defRPr sz="3200">
          <a:solidFill>
            <a:srgbClr val="FF6600"/>
          </a:solidFill>
          <a:latin typeface="Calibri" pitchFamily="34" charset="0"/>
          <a:cs typeface="Arial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20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1800">
          <a:solidFill>
            <a:schemeClr val="tx1"/>
          </a:solidFill>
          <a:latin typeface="+mn-lt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1600">
          <a:solidFill>
            <a:schemeClr val="tx1"/>
          </a:solidFill>
          <a:latin typeface="+mn-lt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1400">
          <a:solidFill>
            <a:schemeClr val="tx1"/>
          </a:solidFill>
          <a:latin typeface="+mn-lt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1400">
          <a:solidFill>
            <a:schemeClr val="tx1"/>
          </a:solidFill>
          <a:latin typeface="+mn-lt"/>
          <a:cs typeface="+mn-cs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SzPct val="80000"/>
        <a:buFont typeface="Wingdings" pitchFamily="2" charset="2"/>
        <a:buChar char="§"/>
        <a:defRPr>
          <a:solidFill>
            <a:schemeClr val="tx1"/>
          </a:solidFill>
          <a:latin typeface="+mn-lt"/>
          <a:cs typeface="+mn-cs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SzPct val="80000"/>
        <a:buFont typeface="Wingdings" pitchFamily="2" charset="2"/>
        <a:buChar char="§"/>
        <a:defRPr>
          <a:solidFill>
            <a:schemeClr val="tx1"/>
          </a:solidFill>
          <a:latin typeface="+mn-lt"/>
          <a:cs typeface="+mn-cs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SzPct val="80000"/>
        <a:buFont typeface="Wingdings" pitchFamily="2" charset="2"/>
        <a:buChar char="§"/>
        <a:defRPr>
          <a:solidFill>
            <a:schemeClr val="tx1"/>
          </a:solidFill>
          <a:latin typeface="+mn-lt"/>
          <a:cs typeface="+mn-cs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SzPct val="80000"/>
        <a:buFont typeface="Wingdings" pitchFamily="2" charset="2"/>
        <a:buChar char="§"/>
        <a:defRPr>
          <a:solidFill>
            <a:schemeClr val="tx1"/>
          </a:solidFill>
          <a:latin typeface="+mn-lt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622301" y="0"/>
            <a:ext cx="10919884" cy="6683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fr-FR"/>
              <a:t>Cliquez et modifiez le titre</a:t>
            </a:r>
          </a:p>
        </p:txBody>
      </p:sp>
      <p:sp>
        <p:nvSpPr>
          <p:cNvPr id="5123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622300" y="836614"/>
            <a:ext cx="10848014" cy="45307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8852" name="Rectangle 4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609600" y="6248400"/>
            <a:ext cx="2844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000" b="0">
                <a:solidFill>
                  <a:srgbClr val="000000"/>
                </a:solidFill>
                <a:latin typeface="Verdana" pitchFamily="34" charset="0"/>
                <a:cs typeface="Arial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endParaRPr lang="fr-FR"/>
          </a:p>
        </p:txBody>
      </p:sp>
      <p:sp>
        <p:nvSpPr>
          <p:cNvPr id="78853" name="Rectangle 5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4165600" y="6248400"/>
            <a:ext cx="3860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>
              <a:defRPr sz="1000" b="0">
                <a:solidFill>
                  <a:srgbClr val="000000"/>
                </a:solidFill>
                <a:latin typeface="Verdana" pitchFamily="34" charset="0"/>
                <a:cs typeface="Arial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endParaRPr lang="fr-FR"/>
          </a:p>
        </p:txBody>
      </p:sp>
      <p:sp>
        <p:nvSpPr>
          <p:cNvPr id="78854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8737600" y="6218238"/>
            <a:ext cx="2844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000" b="0">
                <a:solidFill>
                  <a:srgbClr val="000000"/>
                </a:solidFill>
                <a:latin typeface="Verdana" pitchFamily="34" charset="0"/>
                <a:cs typeface="Arial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fld id="{6911533A-F366-4931-B56A-5F9940D7E897}" type="slidenum">
              <a:rPr lang="fr-FR"/>
              <a:pPr fontAlgn="base">
                <a:spcBef>
                  <a:spcPct val="0"/>
                </a:spcBef>
                <a:spcAft>
                  <a:spcPct val="0"/>
                </a:spcAft>
                <a:defRPr/>
              </a:pPr>
              <a:t>‹N°›</a:t>
            </a:fld>
            <a:endParaRPr lang="fr-FR"/>
          </a:p>
        </p:txBody>
      </p:sp>
      <p:sp>
        <p:nvSpPr>
          <p:cNvPr id="5127" name="Line 8"/>
          <p:cNvSpPr>
            <a:spLocks noChangeShapeType="1"/>
          </p:cNvSpPr>
          <p:nvPr/>
        </p:nvSpPr>
        <p:spPr bwMode="auto">
          <a:xfrm>
            <a:off x="622300" y="687388"/>
            <a:ext cx="10769600" cy="0"/>
          </a:xfrm>
          <a:prstGeom prst="line">
            <a:avLst/>
          </a:prstGeom>
          <a:noFill/>
          <a:ln w="19050">
            <a:solidFill>
              <a:srgbClr val="0070C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endParaRPr lang="fr-FR" sz="1800" b="1">
              <a:solidFill>
                <a:srgbClr val="000000"/>
              </a:solidFill>
            </a:endParaRPr>
          </a:p>
        </p:txBody>
      </p:sp>
      <p:sp>
        <p:nvSpPr>
          <p:cNvPr id="3" name="Rectangle 7">
            <a:extLst>
              <a:ext uri="{FF2B5EF4-FFF2-40B4-BE49-F238E27FC236}">
                <a16:creationId xmlns:a16="http://schemas.microsoft.com/office/drawing/2014/main" id="{B8BF1605-FCA3-FC80-FCD2-4E5E05BA3BC4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0" y="4560886"/>
            <a:ext cx="152400" cy="2286000"/>
          </a:xfrm>
          <a:prstGeom prst="rect">
            <a:avLst/>
          </a:prstGeom>
          <a:solidFill>
            <a:srgbClr val="FF6600"/>
          </a:solidFill>
          <a:ln w="9525">
            <a:solidFill>
              <a:srgbClr val="FF66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fr-FR" sz="2400">
              <a:solidFill>
                <a:srgbClr val="FFFF00"/>
              </a:solidFill>
              <a:latin typeface="Times New Roman" pitchFamily="18" charset="0"/>
            </a:endParaRPr>
          </a:p>
        </p:txBody>
      </p:sp>
      <p:sp>
        <p:nvSpPr>
          <p:cNvPr id="4" name="Rectangle 9">
            <a:extLst>
              <a:ext uri="{FF2B5EF4-FFF2-40B4-BE49-F238E27FC236}">
                <a16:creationId xmlns:a16="http://schemas.microsoft.com/office/drawing/2014/main" id="{688C0A11-008E-D7C2-C3B2-DD262D388F05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0" y="2286000"/>
            <a:ext cx="152400" cy="228600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txBody>
          <a:bodyPr wrap="none" anchor="ctr"/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fr-FR" sz="2400">
              <a:solidFill>
                <a:srgbClr val="000000"/>
              </a:solidFill>
              <a:latin typeface="Times New Roman" pitchFamily="18" charset="0"/>
            </a:endParaRPr>
          </a:p>
        </p:txBody>
      </p:sp>
      <p:sp>
        <p:nvSpPr>
          <p:cNvPr id="5" name="Rectangle 10">
            <a:extLst>
              <a:ext uri="{FF2B5EF4-FFF2-40B4-BE49-F238E27FC236}">
                <a16:creationId xmlns:a16="http://schemas.microsoft.com/office/drawing/2014/main" id="{EE4CB4E5-B7B2-59E8-765F-9886B455F43E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0" y="-9128"/>
            <a:ext cx="152400" cy="229512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fr-FR" sz="2400">
              <a:solidFill>
                <a:srgbClr val="000000"/>
              </a:solidFill>
              <a:latin typeface="Times New Roman" pitchFamily="18" charset="0"/>
            </a:endParaRPr>
          </a:p>
        </p:txBody>
      </p:sp>
      <p:pic>
        <p:nvPicPr>
          <p:cNvPr id="6" name="Image 5" descr="Une image contenant oiseau, plume, colibri, texte&#10;&#10;Le contenu généré par l’IA peut être incorrect.">
            <a:extLst>
              <a:ext uri="{FF2B5EF4-FFF2-40B4-BE49-F238E27FC236}">
                <a16:creationId xmlns:a16="http://schemas.microsoft.com/office/drawing/2014/main" id="{ED88D6CE-7697-11F4-B00D-17654021533A}"/>
              </a:ext>
            </a:extLst>
          </p:cNvPr>
          <p:cNvPicPr>
            <a:picLocks noChangeAspect="1"/>
          </p:cNvPicPr>
          <p:nvPr userDrawn="1"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70314" y="20203"/>
            <a:ext cx="721686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72590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8" r:id="rId1"/>
    <p:sldLayoutId id="2147483699" r:id="rId2"/>
    <p:sldLayoutId id="2147483700" r:id="rId3"/>
    <p:sldLayoutId id="2147483701" r:id="rId4"/>
    <p:sldLayoutId id="2147483702" r:id="rId5"/>
    <p:sldLayoutId id="2147483703" r:id="rId6"/>
    <p:sldLayoutId id="2147483704" r:id="rId7"/>
    <p:sldLayoutId id="2147483705" r:id="rId8"/>
    <p:sldLayoutId id="2147483706" r:id="rId9"/>
    <p:sldLayoutId id="2147483707" r:id="rId10"/>
    <p:sldLayoutId id="2147483708" r:id="rId11"/>
  </p:sldLayoutIdLst>
  <p:hf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effectLst/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Calibri" pitchFamily="34" charset="0"/>
          <a:cs typeface="Arial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Calibri" pitchFamily="34" charset="0"/>
          <a:cs typeface="Arial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Calibri" pitchFamily="34" charset="0"/>
          <a:cs typeface="Arial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Calibri" pitchFamily="34" charset="0"/>
          <a:cs typeface="Arial" charset="0"/>
        </a:defRPr>
      </a:lvl5pPr>
      <a:lvl6pPr marL="457200" algn="l" rtl="0" fontAlgn="base">
        <a:spcBef>
          <a:spcPct val="0"/>
        </a:spcBef>
        <a:spcAft>
          <a:spcPct val="0"/>
        </a:spcAft>
        <a:defRPr sz="3200">
          <a:solidFill>
            <a:srgbClr val="FF6600"/>
          </a:solidFill>
          <a:latin typeface="Calibri" pitchFamily="34" charset="0"/>
          <a:cs typeface="Arial" charset="0"/>
        </a:defRPr>
      </a:lvl6pPr>
      <a:lvl7pPr marL="914400" algn="l" rtl="0" fontAlgn="base">
        <a:spcBef>
          <a:spcPct val="0"/>
        </a:spcBef>
        <a:spcAft>
          <a:spcPct val="0"/>
        </a:spcAft>
        <a:defRPr sz="3200">
          <a:solidFill>
            <a:srgbClr val="FF6600"/>
          </a:solidFill>
          <a:latin typeface="Calibri" pitchFamily="34" charset="0"/>
          <a:cs typeface="Arial" charset="0"/>
        </a:defRPr>
      </a:lvl7pPr>
      <a:lvl8pPr marL="1371600" algn="l" rtl="0" fontAlgn="base">
        <a:spcBef>
          <a:spcPct val="0"/>
        </a:spcBef>
        <a:spcAft>
          <a:spcPct val="0"/>
        </a:spcAft>
        <a:defRPr sz="3200">
          <a:solidFill>
            <a:srgbClr val="FF6600"/>
          </a:solidFill>
          <a:latin typeface="Calibri" pitchFamily="34" charset="0"/>
          <a:cs typeface="Arial" charset="0"/>
        </a:defRPr>
      </a:lvl8pPr>
      <a:lvl9pPr marL="1828800" algn="l" rtl="0" fontAlgn="base">
        <a:spcBef>
          <a:spcPct val="0"/>
        </a:spcBef>
        <a:spcAft>
          <a:spcPct val="0"/>
        </a:spcAft>
        <a:defRPr sz="3200">
          <a:solidFill>
            <a:srgbClr val="FF6600"/>
          </a:solidFill>
          <a:latin typeface="Calibri" pitchFamily="34" charset="0"/>
          <a:cs typeface="Arial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20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1800">
          <a:solidFill>
            <a:schemeClr val="tx1"/>
          </a:solidFill>
          <a:latin typeface="+mn-lt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1600">
          <a:solidFill>
            <a:schemeClr val="tx1"/>
          </a:solidFill>
          <a:latin typeface="+mn-lt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1400">
          <a:solidFill>
            <a:schemeClr val="tx1"/>
          </a:solidFill>
          <a:latin typeface="+mn-lt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1400">
          <a:solidFill>
            <a:schemeClr val="tx1"/>
          </a:solidFill>
          <a:latin typeface="+mn-lt"/>
          <a:cs typeface="+mn-cs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SzPct val="80000"/>
        <a:buFont typeface="Wingdings" pitchFamily="2" charset="2"/>
        <a:buChar char="§"/>
        <a:defRPr>
          <a:solidFill>
            <a:schemeClr val="tx1"/>
          </a:solidFill>
          <a:latin typeface="+mn-lt"/>
          <a:cs typeface="+mn-cs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SzPct val="80000"/>
        <a:buFont typeface="Wingdings" pitchFamily="2" charset="2"/>
        <a:buChar char="§"/>
        <a:defRPr>
          <a:solidFill>
            <a:schemeClr val="tx1"/>
          </a:solidFill>
          <a:latin typeface="+mn-lt"/>
          <a:cs typeface="+mn-cs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SzPct val="80000"/>
        <a:buFont typeface="Wingdings" pitchFamily="2" charset="2"/>
        <a:buChar char="§"/>
        <a:defRPr>
          <a:solidFill>
            <a:schemeClr val="tx1"/>
          </a:solidFill>
          <a:latin typeface="+mn-lt"/>
          <a:cs typeface="+mn-cs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SzPct val="80000"/>
        <a:buFont typeface="Wingdings" pitchFamily="2" charset="2"/>
        <a:buChar char="§"/>
        <a:defRPr>
          <a:solidFill>
            <a:schemeClr val="tx1"/>
          </a:solidFill>
          <a:latin typeface="+mn-lt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fr-FR"/>
              <a:t>Cliquez et modifiez le titre</a:t>
            </a:r>
          </a:p>
        </p:txBody>
      </p:sp>
      <p:sp>
        <p:nvSpPr>
          <p:cNvPr id="614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624417" y="1628776"/>
            <a:ext cx="10972800" cy="45259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30724" name="Rectangle 4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400" b="0">
                <a:solidFill>
                  <a:srgbClr val="000000"/>
                </a:solidFill>
                <a:latin typeface="Arial" pitchFamily="34" charset="0"/>
                <a:cs typeface="Arial" pitchFamily="34" charset="0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endParaRPr lang="fr-FR"/>
          </a:p>
        </p:txBody>
      </p:sp>
      <p:sp>
        <p:nvSpPr>
          <p:cNvPr id="30725" name="Rectangle 5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>
              <a:defRPr sz="1400" b="0">
                <a:solidFill>
                  <a:srgbClr val="000000"/>
                </a:solidFill>
                <a:latin typeface="Arial" pitchFamily="34" charset="0"/>
                <a:cs typeface="Arial" pitchFamily="34" charset="0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endParaRPr lang="fr-FR"/>
          </a:p>
        </p:txBody>
      </p:sp>
      <p:sp>
        <p:nvSpPr>
          <p:cNvPr id="30726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400" b="0">
                <a:solidFill>
                  <a:srgbClr val="000000"/>
                </a:solidFill>
                <a:latin typeface="Arial" pitchFamily="34" charset="0"/>
                <a:cs typeface="Arial" pitchFamily="34" charset="0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fld id="{AD7F5E77-4F71-47D3-8E55-9F272F2A433C}" type="slidenum">
              <a:rPr lang="fr-FR"/>
              <a:pPr fontAlgn="base">
                <a:spcBef>
                  <a:spcPct val="0"/>
                </a:spcBef>
                <a:spcAft>
                  <a:spcPct val="0"/>
                </a:spcAft>
                <a:defRPr/>
              </a:pPr>
              <a:t>‹N°›</a:t>
            </a:fld>
            <a:endParaRPr lang="fr-FR"/>
          </a:p>
        </p:txBody>
      </p:sp>
      <p:sp>
        <p:nvSpPr>
          <p:cNvPr id="2" name="Rectangle 7">
            <a:extLst>
              <a:ext uri="{FF2B5EF4-FFF2-40B4-BE49-F238E27FC236}">
                <a16:creationId xmlns:a16="http://schemas.microsoft.com/office/drawing/2014/main" id="{358290FC-1922-9005-B90C-8B7B2750E5FF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0" y="4560886"/>
            <a:ext cx="152400" cy="2286000"/>
          </a:xfrm>
          <a:prstGeom prst="rect">
            <a:avLst/>
          </a:prstGeom>
          <a:solidFill>
            <a:srgbClr val="FF6600"/>
          </a:solidFill>
          <a:ln w="9525">
            <a:solidFill>
              <a:srgbClr val="FF66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fr-FR" sz="2400">
              <a:solidFill>
                <a:srgbClr val="FFFF00"/>
              </a:solidFill>
              <a:latin typeface="Times New Roman" pitchFamily="18" charset="0"/>
            </a:endParaRPr>
          </a:p>
        </p:txBody>
      </p:sp>
      <p:sp>
        <p:nvSpPr>
          <p:cNvPr id="3" name="Rectangle 9">
            <a:extLst>
              <a:ext uri="{FF2B5EF4-FFF2-40B4-BE49-F238E27FC236}">
                <a16:creationId xmlns:a16="http://schemas.microsoft.com/office/drawing/2014/main" id="{CCD44586-CE33-2831-FED3-93D4DBEEADD3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0" y="2286000"/>
            <a:ext cx="152400" cy="228600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txBody>
          <a:bodyPr wrap="none" anchor="ctr"/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fr-FR" sz="2400">
              <a:solidFill>
                <a:srgbClr val="000000"/>
              </a:solidFill>
              <a:latin typeface="Times New Roman" pitchFamily="18" charset="0"/>
            </a:endParaRPr>
          </a:p>
        </p:txBody>
      </p:sp>
      <p:sp>
        <p:nvSpPr>
          <p:cNvPr id="4" name="Rectangle 10">
            <a:extLst>
              <a:ext uri="{FF2B5EF4-FFF2-40B4-BE49-F238E27FC236}">
                <a16:creationId xmlns:a16="http://schemas.microsoft.com/office/drawing/2014/main" id="{B34D6B35-DA65-0521-C32B-53AD1992A9F3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0" y="-9128"/>
            <a:ext cx="152400" cy="2295128"/>
          </a:xfrm>
          <a:prstGeom prst="rect">
            <a:avLst/>
          </a:prstGeom>
          <a:solidFill>
            <a:srgbClr val="99CC00"/>
          </a:solidFill>
          <a:ln>
            <a:noFill/>
          </a:ln>
          <a:effectLst/>
        </p:spPr>
        <p:txBody>
          <a:bodyPr wrap="none" anchor="ctr"/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fr-FR" sz="2400">
              <a:solidFill>
                <a:srgbClr val="000000"/>
              </a:solidFill>
              <a:latin typeface="Times New Roman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594661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0" r:id="rId1"/>
    <p:sldLayoutId id="2147483711" r:id="rId2"/>
    <p:sldLayoutId id="2147483712" r:id="rId3"/>
    <p:sldLayoutId id="2147483713" r:id="rId4"/>
    <p:sldLayoutId id="2147483714" r:id="rId5"/>
    <p:sldLayoutId id="2147483715" r:id="rId6"/>
    <p:sldLayoutId id="2147483716" r:id="rId7"/>
    <p:sldLayoutId id="2147483717" r:id="rId8"/>
    <p:sldLayoutId id="2147483718" r:id="rId9"/>
    <p:sldLayoutId id="2147483719" r:id="rId10"/>
    <p:sldLayoutId id="2147483720" r:id="rId11"/>
  </p:sldLayoutIdLst>
  <p:hf hdr="0" ftr="0" dt="0"/>
  <p:txStyles>
    <p:titleStyle>
      <a:lvl1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pitchFamily="34" charset="0"/>
          <a:cs typeface="Arial" pitchFamily="34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pitchFamily="34" charset="0"/>
          <a:cs typeface="Arial" pitchFamily="34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pitchFamily="34" charset="0"/>
          <a:cs typeface="Arial" pitchFamily="34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pitchFamily="34" charset="0"/>
          <a:cs typeface="Arial" pitchFamily="34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pitchFamily="34" charset="0"/>
          <a:cs typeface="Arial" pitchFamily="34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pitchFamily="34" charset="0"/>
          <a:cs typeface="Arial" pitchFamily="34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pitchFamily="34" charset="0"/>
          <a:cs typeface="Arial" pitchFamily="34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pitchFamily="34" charset="0"/>
          <a:cs typeface="Arial" pitchFamily="34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sz="3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800">
          <a:solidFill>
            <a:schemeClr val="tx1"/>
          </a:solidFill>
          <a:latin typeface="+mn-lt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400">
          <a:solidFill>
            <a:schemeClr val="tx1"/>
          </a:solidFill>
          <a:latin typeface="+mn-lt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2000">
          <a:solidFill>
            <a:schemeClr val="tx1"/>
          </a:solidFill>
          <a:latin typeface="+mn-lt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  <a:cs typeface="+mn-cs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  <a:cs typeface="+mn-cs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  <a:cs typeface="+mn-cs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  <a:cs typeface="+mn-cs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7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622301" y="0"/>
            <a:ext cx="10919884" cy="6683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fr-FR"/>
              <a:t>Cliquez et modifiez le titre</a:t>
            </a:r>
          </a:p>
        </p:txBody>
      </p:sp>
      <p:sp>
        <p:nvSpPr>
          <p:cNvPr id="2051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622300" y="836614"/>
            <a:ext cx="10972800" cy="45307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</a:p>
        </p:txBody>
      </p:sp>
      <p:sp>
        <p:nvSpPr>
          <p:cNvPr id="78852" name="Rectangle 4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609600" y="6248400"/>
            <a:ext cx="2844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000" b="0">
                <a:solidFill>
                  <a:srgbClr val="000000"/>
                </a:solidFill>
                <a:latin typeface="Verdana" pitchFamily="34" charset="0"/>
                <a:cs typeface="Arial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endParaRPr lang="fr-FR"/>
          </a:p>
        </p:txBody>
      </p:sp>
      <p:sp>
        <p:nvSpPr>
          <p:cNvPr id="78853" name="Rectangle 5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4165600" y="6248400"/>
            <a:ext cx="3860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>
              <a:defRPr sz="1000" b="0">
                <a:solidFill>
                  <a:srgbClr val="000000"/>
                </a:solidFill>
                <a:latin typeface="Verdana" pitchFamily="34" charset="0"/>
                <a:cs typeface="Arial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endParaRPr lang="fr-FR"/>
          </a:p>
        </p:txBody>
      </p:sp>
      <p:sp>
        <p:nvSpPr>
          <p:cNvPr id="78854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8737600" y="6218238"/>
            <a:ext cx="2844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000" b="0">
                <a:solidFill>
                  <a:srgbClr val="000000"/>
                </a:solidFill>
                <a:latin typeface="Verdana" pitchFamily="34" charset="0"/>
                <a:cs typeface="Arial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fld id="{80418E13-F90D-4073-973C-40D860A95E76}" type="slidenum">
              <a:rPr lang="fr-FR"/>
              <a:pPr fontAlgn="base">
                <a:spcBef>
                  <a:spcPct val="0"/>
                </a:spcBef>
                <a:spcAft>
                  <a:spcPct val="0"/>
                </a:spcAft>
                <a:defRPr/>
              </a:pPr>
              <a:t>‹N°›</a:t>
            </a:fld>
            <a:endParaRPr lang="fr-FR"/>
          </a:p>
        </p:txBody>
      </p:sp>
      <p:sp>
        <p:nvSpPr>
          <p:cNvPr id="2055" name="Line 8"/>
          <p:cNvSpPr>
            <a:spLocks noChangeShapeType="1"/>
          </p:cNvSpPr>
          <p:nvPr/>
        </p:nvSpPr>
        <p:spPr bwMode="auto">
          <a:xfrm>
            <a:off x="622300" y="687388"/>
            <a:ext cx="10769600" cy="0"/>
          </a:xfrm>
          <a:prstGeom prst="line">
            <a:avLst/>
          </a:prstGeom>
          <a:noFill/>
          <a:ln w="19050">
            <a:solidFill>
              <a:srgbClr val="0070C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endParaRPr lang="fr-FR" sz="1800" b="1">
              <a:solidFill>
                <a:srgbClr val="000000"/>
              </a:solidFill>
            </a:endParaRPr>
          </a:p>
        </p:txBody>
      </p:sp>
      <p:sp>
        <p:nvSpPr>
          <p:cNvPr id="2057" name="Rectangle 7"/>
          <p:cNvSpPr>
            <a:spLocks noChangeArrowheads="1"/>
          </p:cNvSpPr>
          <p:nvPr userDrawn="1"/>
        </p:nvSpPr>
        <p:spPr bwMode="auto">
          <a:xfrm>
            <a:off x="0" y="4560886"/>
            <a:ext cx="152400" cy="2286000"/>
          </a:xfrm>
          <a:prstGeom prst="rect">
            <a:avLst/>
          </a:prstGeom>
          <a:solidFill>
            <a:srgbClr val="FF6600"/>
          </a:solidFill>
          <a:ln w="9525">
            <a:solidFill>
              <a:srgbClr val="FF66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fr-FR" sz="2400">
              <a:solidFill>
                <a:srgbClr val="FFFF00"/>
              </a:solidFill>
              <a:latin typeface="Times New Roman" pitchFamily="18" charset="0"/>
            </a:endParaRPr>
          </a:p>
        </p:txBody>
      </p:sp>
      <p:sp>
        <p:nvSpPr>
          <p:cNvPr id="2058" name="Rectangle 9"/>
          <p:cNvSpPr>
            <a:spLocks noChangeArrowheads="1"/>
          </p:cNvSpPr>
          <p:nvPr userDrawn="1"/>
        </p:nvSpPr>
        <p:spPr bwMode="auto">
          <a:xfrm>
            <a:off x="0" y="2286000"/>
            <a:ext cx="152400" cy="228600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txBody>
          <a:bodyPr wrap="none" anchor="ctr"/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fr-FR" sz="2400">
              <a:solidFill>
                <a:srgbClr val="000000"/>
              </a:solidFill>
              <a:latin typeface="Times New Roman" pitchFamily="18" charset="0"/>
            </a:endParaRPr>
          </a:p>
        </p:txBody>
      </p:sp>
      <p:sp>
        <p:nvSpPr>
          <p:cNvPr id="2059" name="Rectangle 10"/>
          <p:cNvSpPr>
            <a:spLocks noChangeArrowheads="1"/>
          </p:cNvSpPr>
          <p:nvPr userDrawn="1"/>
        </p:nvSpPr>
        <p:spPr bwMode="auto">
          <a:xfrm>
            <a:off x="0" y="-9128"/>
            <a:ext cx="152400" cy="229512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fr-FR" sz="2400">
              <a:solidFill>
                <a:srgbClr val="000000"/>
              </a:solidFill>
              <a:latin typeface="Times New Roman" pitchFamily="18" charset="0"/>
            </a:endParaRPr>
          </a:p>
        </p:txBody>
      </p:sp>
      <p:pic>
        <p:nvPicPr>
          <p:cNvPr id="3" name="Image 2" descr="Une image contenant oiseau, plume, colibri, texte&#10;&#10;Le contenu généré par l’IA peut être incorrect.">
            <a:extLst>
              <a:ext uri="{FF2B5EF4-FFF2-40B4-BE49-F238E27FC236}">
                <a16:creationId xmlns:a16="http://schemas.microsoft.com/office/drawing/2014/main" id="{A1A2F606-2FF5-BBDF-C78E-78FB5974DD1E}"/>
              </a:ext>
            </a:extLst>
          </p:cNvPr>
          <p:cNvPicPr>
            <a:picLocks noChangeAspect="1"/>
          </p:cNvPicPr>
          <p:nvPr userDrawn="1"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70314" y="33765"/>
            <a:ext cx="721686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80510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4" r:id="rId1"/>
    <p:sldLayoutId id="2147483735" r:id="rId2"/>
    <p:sldLayoutId id="2147483736" r:id="rId3"/>
    <p:sldLayoutId id="2147483737" r:id="rId4"/>
    <p:sldLayoutId id="2147483738" r:id="rId5"/>
    <p:sldLayoutId id="2147483739" r:id="rId6"/>
    <p:sldLayoutId id="2147483740" r:id="rId7"/>
    <p:sldLayoutId id="2147483741" r:id="rId8"/>
    <p:sldLayoutId id="2147483742" r:id="rId9"/>
    <p:sldLayoutId id="2147483743" r:id="rId10"/>
    <p:sldLayoutId id="2147483744" r:id="rId11"/>
  </p:sldLayoutIdLst>
  <p:hf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effectLst/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Calibri" pitchFamily="34" charset="0"/>
          <a:cs typeface="Arial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Calibri" pitchFamily="34" charset="0"/>
          <a:cs typeface="Arial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Calibri" pitchFamily="34" charset="0"/>
          <a:cs typeface="Arial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Calibri" pitchFamily="34" charset="0"/>
          <a:cs typeface="Arial" charset="0"/>
        </a:defRPr>
      </a:lvl5pPr>
      <a:lvl6pPr marL="457200" algn="l" rtl="0" fontAlgn="base">
        <a:spcBef>
          <a:spcPct val="0"/>
        </a:spcBef>
        <a:spcAft>
          <a:spcPct val="0"/>
        </a:spcAft>
        <a:defRPr sz="3200">
          <a:solidFill>
            <a:srgbClr val="FF6600"/>
          </a:solidFill>
          <a:latin typeface="Calibri" pitchFamily="34" charset="0"/>
          <a:cs typeface="Arial" charset="0"/>
        </a:defRPr>
      </a:lvl6pPr>
      <a:lvl7pPr marL="914400" algn="l" rtl="0" fontAlgn="base">
        <a:spcBef>
          <a:spcPct val="0"/>
        </a:spcBef>
        <a:spcAft>
          <a:spcPct val="0"/>
        </a:spcAft>
        <a:defRPr sz="3200">
          <a:solidFill>
            <a:srgbClr val="FF6600"/>
          </a:solidFill>
          <a:latin typeface="Calibri" pitchFamily="34" charset="0"/>
          <a:cs typeface="Arial" charset="0"/>
        </a:defRPr>
      </a:lvl7pPr>
      <a:lvl8pPr marL="1371600" algn="l" rtl="0" fontAlgn="base">
        <a:spcBef>
          <a:spcPct val="0"/>
        </a:spcBef>
        <a:spcAft>
          <a:spcPct val="0"/>
        </a:spcAft>
        <a:defRPr sz="3200">
          <a:solidFill>
            <a:srgbClr val="FF6600"/>
          </a:solidFill>
          <a:latin typeface="Calibri" pitchFamily="34" charset="0"/>
          <a:cs typeface="Arial" charset="0"/>
        </a:defRPr>
      </a:lvl8pPr>
      <a:lvl9pPr marL="1828800" algn="l" rtl="0" fontAlgn="base">
        <a:spcBef>
          <a:spcPct val="0"/>
        </a:spcBef>
        <a:spcAft>
          <a:spcPct val="0"/>
        </a:spcAft>
        <a:defRPr sz="3200">
          <a:solidFill>
            <a:srgbClr val="FF6600"/>
          </a:solidFill>
          <a:latin typeface="Calibri" pitchFamily="34" charset="0"/>
          <a:cs typeface="Arial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2400">
          <a:solidFill>
            <a:schemeClr val="tx1"/>
          </a:solidFill>
          <a:latin typeface="+mn-lt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2000">
          <a:solidFill>
            <a:schemeClr val="tx1"/>
          </a:solidFill>
          <a:latin typeface="+mn-lt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>
          <a:solidFill>
            <a:schemeClr val="tx1"/>
          </a:solidFill>
          <a:latin typeface="+mn-lt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>
          <a:solidFill>
            <a:schemeClr val="tx1"/>
          </a:solidFill>
          <a:latin typeface="+mn-lt"/>
          <a:cs typeface="+mn-cs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SzPct val="80000"/>
        <a:buFont typeface="Wingdings" pitchFamily="2" charset="2"/>
        <a:buChar char="§"/>
        <a:defRPr>
          <a:solidFill>
            <a:schemeClr val="tx1"/>
          </a:solidFill>
          <a:latin typeface="+mn-lt"/>
          <a:cs typeface="+mn-cs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SzPct val="80000"/>
        <a:buFont typeface="Wingdings" pitchFamily="2" charset="2"/>
        <a:buChar char="§"/>
        <a:defRPr>
          <a:solidFill>
            <a:schemeClr val="tx1"/>
          </a:solidFill>
          <a:latin typeface="+mn-lt"/>
          <a:cs typeface="+mn-cs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SzPct val="80000"/>
        <a:buFont typeface="Wingdings" pitchFamily="2" charset="2"/>
        <a:buChar char="§"/>
        <a:defRPr>
          <a:solidFill>
            <a:schemeClr val="tx1"/>
          </a:solidFill>
          <a:latin typeface="+mn-lt"/>
          <a:cs typeface="+mn-cs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SzPct val="80000"/>
        <a:buFont typeface="Wingdings" pitchFamily="2" charset="2"/>
        <a:buChar char="§"/>
        <a:defRPr>
          <a:solidFill>
            <a:schemeClr val="tx1"/>
          </a:solidFill>
          <a:latin typeface="+mn-lt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8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622301" y="0"/>
            <a:ext cx="10919884" cy="6683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fr-FR"/>
              <a:t>Cliquez et modifiez le titre</a:t>
            </a:r>
          </a:p>
        </p:txBody>
      </p:sp>
      <p:sp>
        <p:nvSpPr>
          <p:cNvPr id="5123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622300" y="836614"/>
            <a:ext cx="10972800" cy="45307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8852" name="Rectangle 4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609600" y="6248400"/>
            <a:ext cx="2844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000" b="0">
                <a:solidFill>
                  <a:srgbClr val="000000"/>
                </a:solidFill>
                <a:latin typeface="Verdana" pitchFamily="34" charset="0"/>
                <a:cs typeface="Arial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endParaRPr lang="fr-FR"/>
          </a:p>
        </p:txBody>
      </p:sp>
      <p:sp>
        <p:nvSpPr>
          <p:cNvPr id="78853" name="Rectangle 5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4165600" y="6248400"/>
            <a:ext cx="3860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>
              <a:defRPr sz="1000" b="0">
                <a:solidFill>
                  <a:srgbClr val="000000"/>
                </a:solidFill>
                <a:latin typeface="Verdana" pitchFamily="34" charset="0"/>
                <a:cs typeface="Arial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endParaRPr lang="fr-FR"/>
          </a:p>
        </p:txBody>
      </p:sp>
      <p:sp>
        <p:nvSpPr>
          <p:cNvPr id="78854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8737600" y="6218238"/>
            <a:ext cx="2844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000" b="0">
                <a:solidFill>
                  <a:srgbClr val="000000"/>
                </a:solidFill>
                <a:latin typeface="Verdana" pitchFamily="34" charset="0"/>
                <a:cs typeface="Arial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fld id="{6911533A-F366-4931-B56A-5F9940D7E897}" type="slidenum">
              <a:rPr lang="fr-FR"/>
              <a:pPr fontAlgn="base">
                <a:spcBef>
                  <a:spcPct val="0"/>
                </a:spcBef>
                <a:spcAft>
                  <a:spcPct val="0"/>
                </a:spcAft>
                <a:defRPr/>
              </a:pPr>
              <a:t>‹N°›</a:t>
            </a:fld>
            <a:endParaRPr lang="fr-FR"/>
          </a:p>
        </p:txBody>
      </p:sp>
      <p:sp>
        <p:nvSpPr>
          <p:cNvPr id="3" name="Rectangle 7">
            <a:extLst>
              <a:ext uri="{FF2B5EF4-FFF2-40B4-BE49-F238E27FC236}">
                <a16:creationId xmlns:a16="http://schemas.microsoft.com/office/drawing/2014/main" id="{B8BF1605-FCA3-FC80-FCD2-4E5E05BA3BC4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0" y="4560886"/>
            <a:ext cx="152400" cy="2286000"/>
          </a:xfrm>
          <a:prstGeom prst="rect">
            <a:avLst/>
          </a:prstGeom>
          <a:solidFill>
            <a:srgbClr val="FF6600"/>
          </a:solidFill>
          <a:ln w="9525">
            <a:solidFill>
              <a:srgbClr val="FF66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fr-FR" sz="2400">
              <a:solidFill>
                <a:srgbClr val="FFFF00"/>
              </a:solidFill>
              <a:latin typeface="Times New Roman" pitchFamily="18" charset="0"/>
            </a:endParaRPr>
          </a:p>
        </p:txBody>
      </p:sp>
      <p:sp>
        <p:nvSpPr>
          <p:cNvPr id="4" name="Rectangle 9">
            <a:extLst>
              <a:ext uri="{FF2B5EF4-FFF2-40B4-BE49-F238E27FC236}">
                <a16:creationId xmlns:a16="http://schemas.microsoft.com/office/drawing/2014/main" id="{688C0A11-008E-D7C2-C3B2-DD262D388F05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0" y="2286000"/>
            <a:ext cx="152400" cy="228600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txBody>
          <a:bodyPr wrap="none" anchor="ctr"/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fr-FR" sz="2400">
              <a:solidFill>
                <a:srgbClr val="000000"/>
              </a:solidFill>
              <a:latin typeface="Times New Roman" pitchFamily="18" charset="0"/>
            </a:endParaRPr>
          </a:p>
        </p:txBody>
      </p:sp>
      <p:sp>
        <p:nvSpPr>
          <p:cNvPr id="5" name="Rectangle 10">
            <a:extLst>
              <a:ext uri="{FF2B5EF4-FFF2-40B4-BE49-F238E27FC236}">
                <a16:creationId xmlns:a16="http://schemas.microsoft.com/office/drawing/2014/main" id="{EE4CB4E5-B7B2-59E8-765F-9886B455F43E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0" y="-9128"/>
            <a:ext cx="152400" cy="229512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fr-FR" sz="2400">
              <a:solidFill>
                <a:srgbClr val="000000"/>
              </a:solidFill>
              <a:latin typeface="Times New Roman" pitchFamily="18" charset="0"/>
            </a:endParaRPr>
          </a:p>
        </p:txBody>
      </p:sp>
      <p:pic>
        <p:nvPicPr>
          <p:cNvPr id="6" name="Image 5" descr="Une image contenant oiseau, plume, colibri, texte&#10;&#10;Le contenu généré par l’IA peut être incorrect.">
            <a:extLst>
              <a:ext uri="{FF2B5EF4-FFF2-40B4-BE49-F238E27FC236}">
                <a16:creationId xmlns:a16="http://schemas.microsoft.com/office/drawing/2014/main" id="{6C49959D-21E0-5E18-8F93-9F417DA544C0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70314" y="20203"/>
            <a:ext cx="721686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26560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6" r:id="rId1"/>
    <p:sldLayoutId id="2147483747" r:id="rId2"/>
    <p:sldLayoutId id="2147483748" r:id="rId3"/>
    <p:sldLayoutId id="2147483749" r:id="rId4"/>
    <p:sldLayoutId id="2147483750" r:id="rId5"/>
    <p:sldLayoutId id="2147483751" r:id="rId6"/>
    <p:sldLayoutId id="2147483752" r:id="rId7"/>
    <p:sldLayoutId id="2147483753" r:id="rId8"/>
    <p:sldLayoutId id="2147483754" r:id="rId9"/>
    <p:sldLayoutId id="2147483755" r:id="rId10"/>
    <p:sldLayoutId id="2147483756" r:id="rId11"/>
  </p:sldLayoutIdLst>
  <p:hf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effectLst/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Calibri" pitchFamily="34" charset="0"/>
          <a:cs typeface="Arial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Calibri" pitchFamily="34" charset="0"/>
          <a:cs typeface="Arial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Calibri" pitchFamily="34" charset="0"/>
          <a:cs typeface="Arial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Calibri" pitchFamily="34" charset="0"/>
          <a:cs typeface="Arial" charset="0"/>
        </a:defRPr>
      </a:lvl5pPr>
      <a:lvl6pPr marL="457200" algn="l" rtl="0" fontAlgn="base">
        <a:spcBef>
          <a:spcPct val="0"/>
        </a:spcBef>
        <a:spcAft>
          <a:spcPct val="0"/>
        </a:spcAft>
        <a:defRPr sz="3200">
          <a:solidFill>
            <a:srgbClr val="FF6600"/>
          </a:solidFill>
          <a:latin typeface="Calibri" pitchFamily="34" charset="0"/>
          <a:cs typeface="Arial" charset="0"/>
        </a:defRPr>
      </a:lvl6pPr>
      <a:lvl7pPr marL="914400" algn="l" rtl="0" fontAlgn="base">
        <a:spcBef>
          <a:spcPct val="0"/>
        </a:spcBef>
        <a:spcAft>
          <a:spcPct val="0"/>
        </a:spcAft>
        <a:defRPr sz="3200">
          <a:solidFill>
            <a:srgbClr val="FF6600"/>
          </a:solidFill>
          <a:latin typeface="Calibri" pitchFamily="34" charset="0"/>
          <a:cs typeface="Arial" charset="0"/>
        </a:defRPr>
      </a:lvl7pPr>
      <a:lvl8pPr marL="1371600" algn="l" rtl="0" fontAlgn="base">
        <a:spcBef>
          <a:spcPct val="0"/>
        </a:spcBef>
        <a:spcAft>
          <a:spcPct val="0"/>
        </a:spcAft>
        <a:defRPr sz="3200">
          <a:solidFill>
            <a:srgbClr val="FF6600"/>
          </a:solidFill>
          <a:latin typeface="Calibri" pitchFamily="34" charset="0"/>
          <a:cs typeface="Arial" charset="0"/>
        </a:defRPr>
      </a:lvl8pPr>
      <a:lvl9pPr marL="1828800" algn="l" rtl="0" fontAlgn="base">
        <a:spcBef>
          <a:spcPct val="0"/>
        </a:spcBef>
        <a:spcAft>
          <a:spcPct val="0"/>
        </a:spcAft>
        <a:defRPr sz="3200">
          <a:solidFill>
            <a:srgbClr val="FF6600"/>
          </a:solidFill>
          <a:latin typeface="Calibri" pitchFamily="34" charset="0"/>
          <a:cs typeface="Arial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20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1800">
          <a:solidFill>
            <a:schemeClr val="tx1"/>
          </a:solidFill>
          <a:latin typeface="+mn-lt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1600">
          <a:solidFill>
            <a:schemeClr val="tx1"/>
          </a:solidFill>
          <a:latin typeface="+mn-lt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1400">
          <a:solidFill>
            <a:schemeClr val="tx1"/>
          </a:solidFill>
          <a:latin typeface="+mn-lt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1400">
          <a:solidFill>
            <a:schemeClr val="tx1"/>
          </a:solidFill>
          <a:latin typeface="+mn-lt"/>
          <a:cs typeface="+mn-cs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SzPct val="80000"/>
        <a:buFont typeface="Wingdings" pitchFamily="2" charset="2"/>
        <a:buChar char="§"/>
        <a:defRPr>
          <a:solidFill>
            <a:schemeClr val="tx1"/>
          </a:solidFill>
          <a:latin typeface="+mn-lt"/>
          <a:cs typeface="+mn-cs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SzPct val="80000"/>
        <a:buFont typeface="Wingdings" pitchFamily="2" charset="2"/>
        <a:buChar char="§"/>
        <a:defRPr>
          <a:solidFill>
            <a:schemeClr val="tx1"/>
          </a:solidFill>
          <a:latin typeface="+mn-lt"/>
          <a:cs typeface="+mn-cs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SzPct val="80000"/>
        <a:buFont typeface="Wingdings" pitchFamily="2" charset="2"/>
        <a:buChar char="§"/>
        <a:defRPr>
          <a:solidFill>
            <a:schemeClr val="tx1"/>
          </a:solidFill>
          <a:latin typeface="+mn-lt"/>
          <a:cs typeface="+mn-cs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SzPct val="80000"/>
        <a:buFont typeface="Wingdings" pitchFamily="2" charset="2"/>
        <a:buChar char="§"/>
        <a:defRPr>
          <a:solidFill>
            <a:schemeClr val="tx1"/>
          </a:solidFill>
          <a:latin typeface="+mn-lt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jpeg"/><Relationship Id="rId4" Type="http://schemas.openxmlformats.org/officeDocument/2006/relationships/image" Target="../media/image1.jpe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7.png"/><Relationship Id="rId4" Type="http://schemas.openxmlformats.org/officeDocument/2006/relationships/image" Target="../media/image1.jpe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jpeg"/><Relationship Id="rId4" Type="http://schemas.openxmlformats.org/officeDocument/2006/relationships/image" Target="../media/image1.jpe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chart" Target="../charts/chart1.xml"/><Relationship Id="rId8" Type="http://schemas.openxmlformats.org/officeDocument/2006/relationships/image" Target="../media/image1.jpe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chart" Target="../charts/chart2.xml"/><Relationship Id="rId8" Type="http://schemas.openxmlformats.org/officeDocument/2006/relationships/image" Target="../media/image1.jpe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chart" Target="../charts/chart3.xml"/><Relationship Id="rId8" Type="http://schemas.openxmlformats.org/officeDocument/2006/relationships/image" Target="../media/image1.jpe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chart" Target="../charts/chart4.xml"/><Relationship Id="rId8" Type="http://schemas.openxmlformats.org/officeDocument/2006/relationships/image" Target="../media/image1.jpe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chart" Target="../charts/chart5.xml"/><Relationship Id="rId8" Type="http://schemas.openxmlformats.org/officeDocument/2006/relationships/image" Target="../media/image1.jpe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chart" Target="../charts/chart6.xml"/><Relationship Id="rId8" Type="http://schemas.openxmlformats.org/officeDocument/2006/relationships/image" Target="../media/image1.jpe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chart" Target="../charts/chart7.xml"/><Relationship Id="rId8" Type="http://schemas.openxmlformats.org/officeDocument/2006/relationships/image" Target="../media/image1.jpe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chart" Target="../charts/chart8.xml"/><Relationship Id="rId8" Type="http://schemas.openxmlformats.org/officeDocument/2006/relationships/image" Target="../media/image1.jpe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chart" Target="../charts/chart9.xml"/><Relationship Id="rId8" Type="http://schemas.openxmlformats.org/officeDocument/2006/relationships/image" Target="../media/image1.jpe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chart" Target="../charts/chart10.xml"/><Relationship Id="rId8" Type="http://schemas.openxmlformats.org/officeDocument/2006/relationships/image" Target="../media/image1.jpe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.jpe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Rectangle 2"/>
          <p:cNvSpPr>
            <a:spLocks noGrp="1" noChangeArrowheads="1"/>
          </p:cNvSpPr>
          <p:nvPr>
            <p:ph type="title"/>
          </p:nvPr>
        </p:nvSpPr>
        <p:spPr>
          <a:xfrm>
            <a:off x="640852" y="20320"/>
            <a:ext cx="10711731" cy="668338"/>
          </a:xfrm>
        </p:spPr>
        <p:txBody>
          <a:bodyPr anchor="ctr"/>
          <a:lstStyle/>
          <a:p>
            <a:pPr eaLnBrk="1" hangingPunct="1" algn="l">
              <a:defRPr/>
            </a:pPr>
            <a:r>
              <a:rPr lang="fr-FR" dirty="0" sz="2400" b="1">
                <a:solidFill>
                  <a:schemeClr val="tx1"/>
                </a:solidFill>
                <a:effectLst/>
                <a:latin typeface="Calibri"/>
              </a:rPr>
              <a:t>Evaluation de la formation</a:t>
            </a:r>
          </a:p>
        </p:txBody>
      </p:sp>
      <p:sp>
        <p:nvSpPr>
          <p:cNvPr id="56323" name="Rectangle 3"/>
          <p:cNvSpPr>
            <a:spLocks noGrp="1" noChangeArrowheads="1"/>
          </p:cNvSpPr>
          <p:nvPr>
            <p:ph idx="1"/>
          </p:nvPr>
        </p:nvSpPr>
        <p:spPr>
          <a:xfrm>
            <a:off x="640854" y="836712"/>
            <a:ext cx="10711730" cy="4776689"/>
          </a:xfrm>
        </p:spPr>
        <p:txBody>
          <a:bodyPr/>
          <a:lstStyle/>
          <a:p>
            <a:pPr marL="0" indent="355600" algn="just" eaLnBrk="1" hangingPunct="1">
              <a:lnSpc>
                <a:spcPct val="80000"/>
              </a:lnSpc>
              <a:buClr>
                <a:srgbClr val="0070C0"/>
              </a:buClr>
              <a:buFont typeface="Wingdings" pitchFamily="2" charset="2"/>
              <a:buChar char="q"/>
            </a:pPr>
            <a:r>
              <a:rPr lang="fr-FR" sz="1600" dirty="0"/>
              <a:t>L'évaluation de l'efficacité de l’action de formation se déclinera en trois dimensions complémentaires et hiérarchisées, appelant chacune des méthodologies différentes, et présentant chacune des difficultés spécifiques.</a:t>
            </a:r>
          </a:p>
          <a:p>
            <a:pPr marL="0" indent="355600" algn="just" eaLnBrk="1" hangingPunct="1">
              <a:lnSpc>
                <a:spcPct val="80000"/>
              </a:lnSpc>
              <a:buClr>
                <a:srgbClr val="0070C0"/>
              </a:buClr>
              <a:buFont typeface="Wingdings" pitchFamily="2" charset="2"/>
              <a:buChar char="q"/>
            </a:pPr>
            <a:endParaRPr lang="fr-FR" sz="1600" dirty="0"/>
          </a:p>
          <a:p>
            <a:pPr marL="0" indent="355600" algn="just" eaLnBrk="1" hangingPunct="1">
              <a:lnSpc>
                <a:spcPct val="80000"/>
              </a:lnSpc>
              <a:buClr>
                <a:srgbClr val="0070C0"/>
              </a:buClr>
              <a:buFont typeface="Wingdings" pitchFamily="2" charset="2"/>
              <a:buChar char="q"/>
            </a:pPr>
            <a:r>
              <a:rPr lang="fr-FR" sz="1600" dirty="0"/>
              <a:t>Le premier niveau  concerne l'évaluation des acquis, ou encore l'efficacité pédagogique : est-ce que les objectifs ont été atteints ? En d'autres termes, " les participants ont-ils acquis à la fin de la formation les compétences qui étaient visées par les objectifs de formation ? ".</a:t>
            </a:r>
          </a:p>
          <a:p>
            <a:pPr marL="0" indent="355600" algn="just" eaLnBrk="1" hangingPunct="1">
              <a:lnSpc>
                <a:spcPct val="80000"/>
              </a:lnSpc>
              <a:buClr>
                <a:srgbClr val="0070C0"/>
              </a:buClr>
              <a:buFont typeface="Wingdings" pitchFamily="2" charset="2"/>
              <a:buChar char="q"/>
            </a:pPr>
            <a:endParaRPr lang="fr-FR" sz="1600" dirty="0"/>
          </a:p>
          <a:p>
            <a:pPr marL="0" indent="355600" algn="just" eaLnBrk="1" hangingPunct="1">
              <a:lnSpc>
                <a:spcPct val="80000"/>
              </a:lnSpc>
              <a:buClr>
                <a:srgbClr val="0070C0"/>
              </a:buClr>
              <a:buFont typeface="Wingdings" pitchFamily="2" charset="2"/>
              <a:buChar char="q"/>
            </a:pPr>
            <a:r>
              <a:rPr lang="fr-FR" sz="1600" dirty="0"/>
              <a:t>Le deuxième niveau concerne le transfert : est-ce que les acquis de la formation sont appliqués sur le terrain ? En d'autres termes, " les participants, une fois revenus sur leur poste de travail, pensent-ils pouvoir mettre en œuvre les compétences acquises lors de la formation ? ".</a:t>
            </a:r>
          </a:p>
          <a:p>
            <a:pPr marL="0" indent="355600" algn="just" eaLnBrk="1" hangingPunct="1">
              <a:lnSpc>
                <a:spcPct val="80000"/>
              </a:lnSpc>
              <a:buClr>
                <a:srgbClr val="0070C0"/>
              </a:buClr>
              <a:buFont typeface="Wingdings" pitchFamily="2" charset="2"/>
              <a:buChar char="q"/>
            </a:pPr>
            <a:endParaRPr lang="fr-FR" sz="1600" dirty="0"/>
          </a:p>
          <a:p>
            <a:pPr marL="0" indent="355600" algn="just" eaLnBrk="1" hangingPunct="1">
              <a:lnSpc>
                <a:spcPct val="80000"/>
              </a:lnSpc>
              <a:buClr>
                <a:srgbClr val="0070C0"/>
              </a:buClr>
              <a:buFont typeface="Wingdings" pitchFamily="2" charset="2"/>
              <a:buChar char="q"/>
            </a:pPr>
            <a:r>
              <a:rPr lang="fr-FR" sz="1600" dirty="0"/>
              <a:t>Le troisième niveau concerne l'impact de la formation : est-ce que les acquis de la formation permettent d'atteindre certains résultats sur le terrain ? En d'autres termes, " les nouvelles compétences des participants permettent-elles de faire évoluer l'organisation ? ".</a:t>
            </a:r>
          </a:p>
          <a:p>
            <a:pPr marL="0" indent="355600" algn="just" eaLnBrk="1" hangingPunct="1">
              <a:lnSpc>
                <a:spcPct val="80000"/>
              </a:lnSpc>
              <a:buClr>
                <a:srgbClr val="0070C0"/>
              </a:buClr>
              <a:buFont typeface="Wingdings" pitchFamily="2" charset="2"/>
              <a:buChar char="q"/>
            </a:pPr>
            <a:endParaRPr lang="fr-FR" sz="1600" dirty="0"/>
          </a:p>
          <a:p>
            <a:pPr marL="0" indent="355600" eaLnBrk="1" hangingPunct="1">
              <a:lnSpc>
                <a:spcPct val="80000"/>
              </a:lnSpc>
              <a:buClr>
                <a:srgbClr val="0070C0"/>
              </a:buClr>
              <a:buFont typeface="Wingdings" pitchFamily="2" charset="2"/>
              <a:buChar char="q"/>
            </a:pPr>
            <a:r>
              <a:rPr lang="fr-FR" sz="1600" dirty="0"/>
              <a:t>Nous évaluerons également le processus de formation, qui est indispensable si on souhaite interpréter en profondeur les éventuelles difficultés rencontrées et apporter les améliorations nécessaires.</a:t>
            </a:r>
            <a:br>
              <a:rPr lang="fr-FR" sz="1600" dirty="0"/>
            </a:br>
            <a:endParaRPr lang="fr-FR" sz="1600" dirty="0"/>
          </a:p>
        </p:txBody>
      </p:sp>
      <p:pic>
        <p:nvPicPr>
          <p:cNvPr id="56324" name="Picture 4" descr="Fotolia_10083216_XS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94164" y="5500688"/>
            <a:ext cx="1455737" cy="1092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Espace réservé du numéro de diapositiv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16EBFAD-7D7E-4EEE-8122-1782B4EC52E1}" type="slidenum">
              <a:rPr lang="fr-FR" smtClean="0"/>
              <a:pPr>
                <a:defRPr/>
              </a:pPr>
              <a:t>4</a:t>
            </a:fld>
            <a:endParaRPr lang="fr-FR"/>
          </a:p>
        </p:txBody>
      </p:sp>
      <p:sp>
        <p:nvSpPr>
          <p:cNvPr id="56325" name="PIC_Bandeau_Line"/>
          <p:cNvSpPr>
            <a:spLocks noChangeShapeType="1"/>
          </p:cNvSpPr>
          <p:nvPr/>
        </p:nvSpPr>
        <p:spPr bwMode="auto">
          <a:xfrm>
            <a:off x="622300" y="687388"/>
            <a:ext cx="10769600" cy="0"/>
          </a:xfrm>
          <a:prstGeom prst="line">
            <a:avLst/>
          </a:prstGeom>
          <a:noFill/>
          <a:ln w="19050">
            <a:solidFill>
              <a:srgbClr val="0070C0"/>
            </a:solidFill>
            <a:round/>
            <a:headEnd/>
            <a:tailEnd/>
          </a:ln>
        </p:spPr>
        <p:txBody>
          <a:bodyPr/>
          <a:lstStyle/>
          <a:p>
            <a:endParaRPr lang="fr-FR"/>
          </a:p>
        </p:txBody>
      </p:sp>
      <p:sp>
        <p:nvSpPr>
          <p:cNvPr id="56326" name="PIC_Bandeau_Rect_Top"/>
          <p:cNvSpPr>
            <a:spLocks noChangeArrowheads="1"/>
          </p:cNvSpPr>
          <p:nvPr/>
        </p:nvSpPr>
        <p:spPr bwMode="auto">
          <a:xfrm>
            <a:off x="0" y="-9128"/>
            <a:ext cx="152400" cy="2295128"/>
          </a:xfrm>
          <a:prstGeom prst="rect">
            <a:avLst/>
          </a:prstGeom>
          <a:solidFill>
            <a:srgbClr val="99CC0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sp>
        <p:nvSpPr>
          <p:cNvPr id="56327" name="PIC_Bandeau_Rect_Mid"/>
          <p:cNvSpPr>
            <a:spLocks noChangeArrowheads="1"/>
          </p:cNvSpPr>
          <p:nvPr/>
        </p:nvSpPr>
        <p:spPr bwMode="auto">
          <a:xfrm>
            <a:off x="0" y="2286000"/>
            <a:ext cx="152400" cy="22860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sp>
        <p:nvSpPr>
          <p:cNvPr id="56328" name="PIC_Bandeau_Rect_Bot"/>
          <p:cNvSpPr>
            <a:spLocks noChangeArrowheads="1"/>
          </p:cNvSpPr>
          <p:nvPr/>
        </p:nvSpPr>
        <p:spPr bwMode="auto">
          <a:xfrm>
            <a:off x="0" y="4560886"/>
            <a:ext cx="152400" cy="2286000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pic>
        <p:nvPicPr>
          <p:cNvPr id="56329" name="PIC_Bandeau_Logo" descr="image.jpe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70314" y="20203"/>
            <a:ext cx="721686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397661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ZoneTexte 3"/>
          <p:cNvSpPr txBox="1"/>
          <p:nvPr/>
        </p:nvSpPr>
        <p:spPr>
          <a:xfrm>
            <a:off x="623392" y="0"/>
            <a:ext cx="8226921" cy="6524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fontAlgn="base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FF66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latin typeface="Calibri" pitchFamily="34" charset="0"/>
                <a:cs typeface="Arial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latin typeface="Calibri" pitchFamily="34" charset="0"/>
                <a:cs typeface="Arial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latin typeface="Calibri" pitchFamily="34" charset="0"/>
                <a:cs typeface="Arial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latin typeface="Calibri" pitchFamily="34" charset="0"/>
                <a:cs typeface="Arial" charset="0"/>
              </a:defRPr>
            </a:lvl5pPr>
            <a:lvl6pPr marL="457200" fontAlgn="base">
              <a:spcBef>
                <a:spcPct val="0"/>
              </a:spcBef>
              <a:spcAft>
                <a:spcPct val="0"/>
              </a:spcAft>
              <a:defRPr sz="3200">
                <a:solidFill>
                  <a:srgbClr val="FF6600"/>
                </a:solidFill>
                <a:latin typeface="Calibri" pitchFamily="34" charset="0"/>
                <a:cs typeface="Arial" charset="0"/>
              </a:defRPr>
            </a:lvl6pPr>
            <a:lvl7pPr marL="914400" fontAlgn="base">
              <a:spcBef>
                <a:spcPct val="0"/>
              </a:spcBef>
              <a:spcAft>
                <a:spcPct val="0"/>
              </a:spcAft>
              <a:defRPr sz="3200">
                <a:solidFill>
                  <a:srgbClr val="FF6600"/>
                </a:solidFill>
                <a:latin typeface="Calibri" pitchFamily="34" charset="0"/>
                <a:cs typeface="Arial" charset="0"/>
              </a:defRPr>
            </a:lvl7pPr>
            <a:lvl8pPr marL="1371600" fontAlgn="base">
              <a:spcBef>
                <a:spcPct val="0"/>
              </a:spcBef>
              <a:spcAft>
                <a:spcPct val="0"/>
              </a:spcAft>
              <a:defRPr sz="3200">
                <a:solidFill>
                  <a:srgbClr val="FF6600"/>
                </a:solidFill>
                <a:latin typeface="Calibri" pitchFamily="34" charset="0"/>
                <a:cs typeface="Arial" charset="0"/>
              </a:defRPr>
            </a:lvl8pPr>
            <a:lvl9pPr marL="1828800" fontAlgn="base">
              <a:spcBef>
                <a:spcPct val="0"/>
              </a:spcBef>
              <a:spcAft>
                <a:spcPct val="0"/>
              </a:spcAft>
              <a:defRPr sz="3200">
                <a:solidFill>
                  <a:srgbClr val="FF6600"/>
                </a:solidFill>
                <a:latin typeface="Calibri" pitchFamily="34" charset="0"/>
                <a:cs typeface="Arial" charset="0"/>
              </a:defRPr>
            </a:lvl9pPr>
          </a:lstStyle>
          <a:p>
            <a:pPr algn="l"/>
            <a:r>
              <a:rPr lang="fr-FR" dirty="0" sz="2400" b="1">
                <a:solidFill>
                  <a:schemeClr val="tx1"/>
                </a:solidFill>
                <a:effectLst/>
                <a:latin typeface="Calibri"/>
              </a:rPr>
              <a:t>Les questions de la fiche d’évaluation pour mémoire</a:t>
            </a:r>
          </a:p>
        </p:txBody>
      </p:sp>
      <p:sp>
        <p:nvSpPr>
          <p:cNvPr id="2" name="Espace réservé du numéro de diapositiv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16EBFAD-7D7E-4EEE-8122-1782B4EC52E1}" type="slidenum">
              <a:rPr kumimoji="0" lang="fr-FR" sz="10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Verdana" pitchFamily="34" charset="0"/>
                <a:ea typeface="+mn-ea"/>
                <a:cs typeface="Arial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fr-FR" sz="10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Verdana" pitchFamily="34" charset="0"/>
              <a:ea typeface="+mn-ea"/>
              <a:cs typeface="Arial" charset="0"/>
            </a:endParaRP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F5A46E7E-C1CE-4674-3246-78DD13B8CD3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7328" y="785862"/>
            <a:ext cx="9782125" cy="5992819"/>
          </a:xfrm>
          <a:prstGeom prst="rect">
            <a:avLst/>
          </a:prstGeom>
        </p:spPr>
      </p:pic>
      <p:sp>
        <p:nvSpPr>
          <p:cNvPr id="7" name="PIC_Bandeau_Line"/>
          <p:cNvSpPr>
            <a:spLocks noChangeShapeType="1"/>
          </p:cNvSpPr>
          <p:nvPr/>
        </p:nvSpPr>
        <p:spPr bwMode="auto">
          <a:xfrm>
            <a:off x="622300" y="687388"/>
            <a:ext cx="10769600" cy="0"/>
          </a:xfrm>
          <a:prstGeom prst="line">
            <a:avLst/>
          </a:prstGeom>
          <a:noFill/>
          <a:ln w="19050">
            <a:solidFill>
              <a:srgbClr val="0070C0"/>
            </a:solidFill>
            <a:round/>
            <a:headEnd/>
            <a:tailEnd/>
          </a:ln>
        </p:spPr>
        <p:txBody>
          <a:bodyPr/>
          <a:lstStyle/>
          <a:p>
            <a:endParaRPr lang="fr-FR"/>
          </a:p>
        </p:txBody>
      </p:sp>
      <p:sp>
        <p:nvSpPr>
          <p:cNvPr id="8" name="PIC_Bandeau_Rect_Top"/>
          <p:cNvSpPr>
            <a:spLocks noChangeArrowheads="1"/>
          </p:cNvSpPr>
          <p:nvPr/>
        </p:nvSpPr>
        <p:spPr bwMode="auto">
          <a:xfrm>
            <a:off x="0" y="-9128"/>
            <a:ext cx="152400" cy="2295128"/>
          </a:xfrm>
          <a:prstGeom prst="rect">
            <a:avLst/>
          </a:prstGeom>
          <a:solidFill>
            <a:srgbClr val="99CC0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sp>
        <p:nvSpPr>
          <p:cNvPr id="9" name="PIC_Bandeau_Rect_Mid"/>
          <p:cNvSpPr>
            <a:spLocks noChangeArrowheads="1"/>
          </p:cNvSpPr>
          <p:nvPr/>
        </p:nvSpPr>
        <p:spPr bwMode="auto">
          <a:xfrm>
            <a:off x="0" y="2286000"/>
            <a:ext cx="152400" cy="22860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sp>
        <p:nvSpPr>
          <p:cNvPr id="10" name="PIC_Bandeau_Rect_Bot"/>
          <p:cNvSpPr>
            <a:spLocks noChangeArrowheads="1"/>
          </p:cNvSpPr>
          <p:nvPr/>
        </p:nvSpPr>
        <p:spPr bwMode="auto">
          <a:xfrm>
            <a:off x="0" y="4560886"/>
            <a:ext cx="152400" cy="2286000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pic>
        <p:nvPicPr>
          <p:cNvPr id="11" name="PIC_Bandeau_Logo" descr="image.jpe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70314" y="20203"/>
            <a:ext cx="721686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26761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re 5"/>
          <p:cNvSpPr>
            <a:spLocks noGrp="1"/>
          </p:cNvSpPr>
          <p:nvPr>
            <p:ph type="ctrTitle"/>
          </p:nvPr>
        </p:nvSpPr>
        <p:spPr>
          <a:xfrm>
            <a:off x="1596000" y="2636913"/>
            <a:ext cx="9000000" cy="1080000"/>
          </a:xfrm>
          <a:prstGeom prst="roundRect">
            <a:avLst/>
          </a:prstGeom>
          <a:solidFill>
            <a:srgbClr val="0070C0"/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>
              <a:spcBef>
                <a:spcPts val="0"/>
              </a:spcBef>
            </a:pPr>
            <a:r>
              <a:rPr lang="fr-FR" sz="2800" dirty="0">
                <a:solidFill>
                  <a:schemeClr val="bg1"/>
                </a:solidFill>
                <a:effectLst>
                  <a:outerShdw blurRad="38100" dist="38100" dir="2700000" algn="tl">
                    <a:srgbClr val="C0C0C0"/>
                  </a:outerShdw>
                </a:effectLst>
              </a:rPr>
              <a:t>Évaluation globale de l’action</a:t>
            </a:r>
          </a:p>
        </p:txBody>
      </p:sp>
      <p:sp>
        <p:nvSpPr>
          <p:cNvPr id="2" name="Espace réservé du numéro de diapositive 1">
            <a:extLst>
              <a:ext uri="{FF2B5EF4-FFF2-40B4-BE49-F238E27FC236}">
                <a16:creationId xmlns:a16="http://schemas.microsoft.com/office/drawing/2014/main" id="{1394BFB7-BF34-498D-817B-1A99E05434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73600" y="6219191"/>
            <a:ext cx="2844800" cy="365125"/>
          </a:xfrm>
        </p:spPr>
        <p:txBody>
          <a:bodyPr/>
          <a:lstStyle/>
          <a:p>
            <a:fld id="{E8592F83-7405-4D71-BE15-BA2C0774FD69}" type="slidenum">
              <a:rPr lang="fr-FR" smtClean="0">
                <a:solidFill>
                  <a:schemeClr val="tx1"/>
                </a:solidFill>
              </a:rPr>
              <a:t>6</a:t>
            </a:fld>
            <a:endParaRPr lang="fr-FR">
              <a:solidFill>
                <a:schemeClr val="tx1"/>
              </a:solidFill>
            </a:endParaRPr>
          </a:p>
        </p:txBody>
      </p:sp>
      <p:pic>
        <p:nvPicPr>
          <p:cNvPr id="3" name="Image 2" descr="Une image contenant oiseau, plume, colibri, texte&#10;&#10;Le contenu généré par l’IA peut être incorrect.">
            <a:extLst>
              <a:ext uri="{FF2B5EF4-FFF2-40B4-BE49-F238E27FC236}">
                <a16:creationId xmlns:a16="http://schemas.microsoft.com/office/drawing/2014/main" id="{13EEA51A-5A43-6543-5C36-26FD821D05B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06538" y="442729"/>
            <a:ext cx="1778924" cy="17747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55381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numéro de diapositive 2"/>
          <p:cNvSpPr>
            <a:spLocks noGrp="1"/>
          </p:cNvSpPr>
          <p:nvPr>
            <p:ph type="sldNum" sz="quarter" idx="12"/>
          </p:nvPr>
        </p:nvSpPr>
        <p:spPr>
          <a:xfrm>
            <a:off x="9271000" y="6207125"/>
            <a:ext cx="2844800" cy="457200"/>
          </a:xfrm>
        </p:spPr>
        <p:txBody>
          <a:bodyPr wrap="square" anchor="t">
            <a:normAutofit/>
          </a:bodyPr>
          <a:lstStyle/>
          <a:p>
            <a:pPr>
              <a:spcAft>
                <a:spcPts val="600"/>
              </a:spcAft>
              <a:defRPr/>
            </a:pPr>
            <a:fld id="{156ABF86-EFC2-454D-AD05-896C81F76FA1}" type="slidenum">
              <a:rPr lang="fr-FR" smtClean="0"/>
              <a:pPr>
                <a:spcAft>
                  <a:spcPts val="600"/>
                </a:spcAft>
                <a:defRPr/>
              </a:pPr>
              <a:t>7</a:t>
            </a:fld>
            <a:endParaRPr lang="fr-FR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8E874541-DCD9-8062-9A46-EE920F140889}"/>
              </a:ext>
            </a:extLst>
          </p:cNvPr>
          <p:cNvSpPr txBox="1"/>
          <p:nvPr/>
        </p:nvSpPr>
        <p:spPr>
          <a:xfrm>
            <a:off x="633234" y="122612"/>
            <a:ext cx="10476482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lang="fr-FR" sz="2400" b="1" dirty="0">
                <a:latin typeface="Calibri" panose="020F0502020204030204" pitchFamily="34" charset="0"/>
                <a:ea typeface="Times New Roman" panose="02020603050405020304" pitchFamily="18" charset="0"/>
              </a:rPr>
              <a:t>1. Cette </a:t>
            </a:r>
            <a:r>
              <a:rPr lang="fr-FR" sz="2400" b="1" dirty="0">
                <a:latin typeface="Calibri" panose="020F0502020204030204" pitchFamily="34" charset="0"/>
                <a:ea typeface="Times New Roman" panose="02020603050405020304" pitchFamily="18" charset="0"/>
              </a:rPr>
              <a:t>formation</a:t>
            </a:r>
            <a:r>
              <a:rPr lang="fr-FR" sz="2400" b="1" dirty="0">
                <a:latin typeface="Calibri" panose="020F0502020204030204" pitchFamily="34" charset="0"/>
                <a:ea typeface="Times New Roman" panose="02020603050405020304" pitchFamily="18" charset="0"/>
              </a:rPr>
              <a:t> m'a apporté de nouvelles compétences et connaissances</a:t>
            </a:r>
            <a:endParaRPr lang="fr-FR" sz="2400" b="1" dirty="0"/>
          </a:p>
        </p:txBody>
      </p:sp>
      <p:grpSp>
        <p:nvGrpSpPr>
          <p:cNvPr id="23" name="Groupe 22">
            <a:extLst>
              <a:ext uri="{FF2B5EF4-FFF2-40B4-BE49-F238E27FC236}">
                <a16:creationId xmlns:a16="http://schemas.microsoft.com/office/drawing/2014/main" id="{980EC6F2-4971-7031-ACAC-AD05F54997DA}"/>
              </a:ext>
            </a:extLst>
          </p:cNvPr>
          <p:cNvGrpSpPr/>
          <p:nvPr/>
        </p:nvGrpSpPr>
        <p:grpSpPr>
          <a:xfrm>
            <a:off x="9232592" y="1876755"/>
            <a:ext cx="2276869" cy="3104489"/>
            <a:chOff x="9375619" y="1843456"/>
            <a:chExt cx="2276869" cy="3104489"/>
          </a:xfrm>
        </p:grpSpPr>
        <p:grpSp>
          <p:nvGrpSpPr>
            <p:cNvPr id="14" name="Groupe 13">
              <a:extLst>
                <a:ext uri="{FF2B5EF4-FFF2-40B4-BE49-F238E27FC236}">
                  <a16:creationId xmlns:a16="http://schemas.microsoft.com/office/drawing/2014/main" id="{B24DD23F-8D0C-B01B-EDDF-1F3B6B61803F}"/>
                </a:ext>
              </a:extLst>
            </p:cNvPr>
            <p:cNvGrpSpPr/>
            <p:nvPr/>
          </p:nvGrpSpPr>
          <p:grpSpPr>
            <a:xfrm>
              <a:off x="9375619" y="1843456"/>
              <a:ext cx="576051" cy="3104489"/>
              <a:chOff x="9424517" y="1534516"/>
              <a:chExt cx="576051" cy="3104489"/>
            </a:xfrm>
          </p:grpSpPr>
          <p:pic>
            <p:nvPicPr>
              <p:cNvPr id="7" name="Image 6">
                <a:extLst>
                  <a:ext uri="{FF2B5EF4-FFF2-40B4-BE49-F238E27FC236}">
                    <a16:creationId xmlns:a16="http://schemas.microsoft.com/office/drawing/2014/main" id="{743319DD-3EDB-D93A-C9AD-9F2039E7FCC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9424517" y="1534516"/>
                <a:ext cx="540000" cy="540000"/>
              </a:xfrm>
              <a:prstGeom prst="rect">
                <a:avLst/>
              </a:prstGeom>
            </p:spPr>
          </p:pic>
          <p:pic>
            <p:nvPicPr>
              <p:cNvPr id="11" name="Image 10">
                <a:extLst>
                  <a:ext uri="{FF2B5EF4-FFF2-40B4-BE49-F238E27FC236}">
                    <a16:creationId xmlns:a16="http://schemas.microsoft.com/office/drawing/2014/main" id="{1246BCD9-35B2-03EF-6E8B-1F291DFD85C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9476507" y="2350426"/>
                <a:ext cx="488010" cy="540000"/>
              </a:xfrm>
              <a:prstGeom prst="rect">
                <a:avLst/>
              </a:prstGeom>
            </p:spPr>
          </p:pic>
          <p:pic>
            <p:nvPicPr>
              <p:cNvPr id="12" name="Image 11">
                <a:extLst>
                  <a:ext uri="{FF2B5EF4-FFF2-40B4-BE49-F238E27FC236}">
                    <a16:creationId xmlns:a16="http://schemas.microsoft.com/office/drawing/2014/main" id="{BCB2870E-5F43-BE4B-0CA4-A60C38575F6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9449290" y="3238206"/>
                <a:ext cx="490454" cy="468000"/>
              </a:xfrm>
              <a:prstGeom prst="rect">
                <a:avLst/>
              </a:prstGeom>
            </p:spPr>
          </p:pic>
          <p:pic>
            <p:nvPicPr>
              <p:cNvPr id="13" name="Image 12">
                <a:extLst>
                  <a:ext uri="{FF2B5EF4-FFF2-40B4-BE49-F238E27FC236}">
                    <a16:creationId xmlns:a16="http://schemas.microsoft.com/office/drawing/2014/main" id="{CDE87796-171C-5C8A-45CE-C79C5FAEBD8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9440455" y="4099005"/>
                <a:ext cx="560113" cy="540000"/>
              </a:xfrm>
              <a:prstGeom prst="rect">
                <a:avLst/>
              </a:prstGeom>
            </p:spPr>
          </p:pic>
        </p:grpSp>
        <p:sp>
          <p:nvSpPr>
            <p:cNvPr id="16" name="ZoneTexte 15">
              <a:extLst>
                <a:ext uri="{FF2B5EF4-FFF2-40B4-BE49-F238E27FC236}">
                  <a16:creationId xmlns:a16="http://schemas.microsoft.com/office/drawing/2014/main" id="{B9DAED92-7CC2-94F1-203B-6B58CCE8FE9B}"/>
                </a:ext>
              </a:extLst>
            </p:cNvPr>
            <p:cNvSpPr txBox="1"/>
            <p:nvPr/>
          </p:nvSpPr>
          <p:spPr>
            <a:xfrm>
              <a:off x="10080404" y="1928790"/>
              <a:ext cx="1572084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Très satisfait</a:t>
              </a:r>
            </a:p>
          </p:txBody>
        </p:sp>
        <p:sp>
          <p:nvSpPr>
            <p:cNvPr id="18" name="ZoneTexte 17">
              <a:extLst>
                <a:ext uri="{FF2B5EF4-FFF2-40B4-BE49-F238E27FC236}">
                  <a16:creationId xmlns:a16="http://schemas.microsoft.com/office/drawing/2014/main" id="{2DE30B4E-BB1F-7828-609A-B6B9A8EBCCB7}"/>
                </a:ext>
              </a:extLst>
            </p:cNvPr>
            <p:cNvSpPr txBox="1"/>
            <p:nvPr/>
          </p:nvSpPr>
          <p:spPr>
            <a:xfrm>
              <a:off x="10105396" y="2744700"/>
              <a:ext cx="1176007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Satisfait</a:t>
              </a:r>
            </a:p>
          </p:txBody>
        </p:sp>
        <p:sp>
          <p:nvSpPr>
            <p:cNvPr id="20" name="ZoneTexte 19">
              <a:extLst>
                <a:ext uri="{FF2B5EF4-FFF2-40B4-BE49-F238E27FC236}">
                  <a16:creationId xmlns:a16="http://schemas.microsoft.com/office/drawing/2014/main" id="{F95629AA-8965-D392-D305-537D67306950}"/>
                </a:ext>
              </a:extLst>
            </p:cNvPr>
            <p:cNvSpPr txBox="1"/>
            <p:nvPr/>
          </p:nvSpPr>
          <p:spPr>
            <a:xfrm>
              <a:off x="10132291" y="3642635"/>
              <a:ext cx="1122218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Déçu</a:t>
              </a:r>
            </a:p>
          </p:txBody>
        </p:sp>
        <p:sp>
          <p:nvSpPr>
            <p:cNvPr id="22" name="ZoneTexte 21">
              <a:extLst>
                <a:ext uri="{FF2B5EF4-FFF2-40B4-BE49-F238E27FC236}">
                  <a16:creationId xmlns:a16="http://schemas.microsoft.com/office/drawing/2014/main" id="{BE1DF9B2-5229-AE4C-9A24-6792BD40D1E0}"/>
                </a:ext>
              </a:extLst>
            </p:cNvPr>
            <p:cNvSpPr txBox="1"/>
            <p:nvPr/>
          </p:nvSpPr>
          <p:spPr>
            <a:xfrm>
              <a:off x="10105396" y="4540570"/>
              <a:ext cx="1303142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 sz="1800" b="0" i="0" u="none" strike="noStrike">
                  <a:solidFill>
                    <a:srgbClr val="000000"/>
                  </a:solidFill>
                  <a:effectLst/>
                  <a:latin typeface="Calibri" panose="020F0502020204030204" pitchFamily="34" charset="0"/>
                </a:rPr>
                <a:t>Très déçu</a:t>
              </a:r>
              <a:r>
                <a:rPr lang="fr-FR"/>
                <a:t> </a:t>
              </a:r>
            </a:p>
          </p:txBody>
        </p:sp>
      </p:grpSp>
      <p:graphicFrame>
        <p:nvGraphicFramePr>
          <p:cNvPr id="5" name="Graphique 4">
            <a:extLst>
              <a:ext uri="{FF2B5EF4-FFF2-40B4-BE49-F238E27FC236}">
                <a16:creationId xmlns:a16="http://schemas.microsoft.com/office/drawing/2014/main" id="{0025103B-5F35-56B2-D49D-94AFD15AA384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664346128"/>
              </p:ext>
            </p:extLst>
          </p:nvPr>
        </p:nvGraphicFramePr>
        <p:xfrm>
          <a:off x="633234" y="871111"/>
          <a:ext cx="8128799" cy="4021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  <p:sp>
        <p:nvSpPr>
          <p:cNvPr id="24" name="PIC_Bandeau_Line"/>
          <p:cNvSpPr>
            <a:spLocks noChangeShapeType="1"/>
          </p:cNvSpPr>
          <p:nvPr/>
        </p:nvSpPr>
        <p:spPr bwMode="auto">
          <a:xfrm>
            <a:off x="622300" y="687388"/>
            <a:ext cx="10769600" cy="0"/>
          </a:xfrm>
          <a:prstGeom prst="line">
            <a:avLst/>
          </a:prstGeom>
          <a:noFill/>
          <a:ln w="19050">
            <a:solidFill>
              <a:srgbClr val="0070C0"/>
            </a:solidFill>
            <a:round/>
            <a:headEnd/>
            <a:tailEnd/>
          </a:ln>
        </p:spPr>
        <p:txBody>
          <a:bodyPr/>
          <a:lstStyle/>
          <a:p>
            <a:endParaRPr lang="fr-FR"/>
          </a:p>
        </p:txBody>
      </p:sp>
      <p:sp>
        <p:nvSpPr>
          <p:cNvPr id="25" name="PIC_Bandeau_Rect_Top"/>
          <p:cNvSpPr>
            <a:spLocks noChangeArrowheads="1"/>
          </p:cNvSpPr>
          <p:nvPr/>
        </p:nvSpPr>
        <p:spPr bwMode="auto">
          <a:xfrm>
            <a:off x="0" y="-9128"/>
            <a:ext cx="152400" cy="2295128"/>
          </a:xfrm>
          <a:prstGeom prst="rect">
            <a:avLst/>
          </a:prstGeom>
          <a:solidFill>
            <a:srgbClr val="99CC0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sp>
        <p:nvSpPr>
          <p:cNvPr id="26" name="PIC_Bandeau_Rect_Mid"/>
          <p:cNvSpPr>
            <a:spLocks noChangeArrowheads="1"/>
          </p:cNvSpPr>
          <p:nvPr/>
        </p:nvSpPr>
        <p:spPr bwMode="auto">
          <a:xfrm>
            <a:off x="0" y="2286000"/>
            <a:ext cx="152400" cy="22860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sp>
        <p:nvSpPr>
          <p:cNvPr id="27" name="PIC_Bandeau_Rect_Bot"/>
          <p:cNvSpPr>
            <a:spLocks noChangeArrowheads="1"/>
          </p:cNvSpPr>
          <p:nvPr/>
        </p:nvSpPr>
        <p:spPr bwMode="auto">
          <a:xfrm>
            <a:off x="0" y="4560886"/>
            <a:ext cx="152400" cy="2286000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pic>
        <p:nvPicPr>
          <p:cNvPr id="28" name="PIC_Bandeau_Logo" descr="image.jpe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470314" y="20203"/>
            <a:ext cx="721686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086888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numéro de diapositive 2"/>
          <p:cNvSpPr>
            <a:spLocks noGrp="1"/>
          </p:cNvSpPr>
          <p:nvPr>
            <p:ph type="sldNum" sz="quarter" idx="12"/>
          </p:nvPr>
        </p:nvSpPr>
        <p:spPr>
          <a:xfrm>
            <a:off x="9271000" y="6207125"/>
            <a:ext cx="2844800" cy="457200"/>
          </a:xfrm>
        </p:spPr>
        <p:txBody>
          <a:bodyPr wrap="square" anchor="t">
            <a:normAutofit/>
          </a:bodyPr>
          <a:lstStyle/>
          <a:p>
            <a:pPr>
              <a:spcAft>
                <a:spcPts val="600"/>
              </a:spcAft>
              <a:defRPr/>
            </a:pPr>
            <a:fld id="{156ABF86-EFC2-454D-AD05-896C81F76FA1}" type="slidenum">
              <a:rPr lang="fr-FR" smtClean="0"/>
              <a:pPr>
                <a:spcAft>
                  <a:spcPts val="600"/>
                </a:spcAft>
                <a:defRPr/>
              </a:pPr>
              <a:t>8</a:t>
            </a:fld>
            <a:endParaRPr lang="fr-FR"/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A56BAA16-F5FA-776A-E5AE-4B9FEAC92795}"/>
              </a:ext>
            </a:extLst>
          </p:cNvPr>
          <p:cNvSpPr txBox="1"/>
          <p:nvPr/>
        </p:nvSpPr>
        <p:spPr>
          <a:xfrm>
            <a:off x="633234" y="116418"/>
            <a:ext cx="10476482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lang="fr-FR" sz="2400" b="1">
                <a:latin typeface="Calibri" panose="020F0502020204030204" pitchFamily="34" charset="0"/>
                <a:ea typeface="Times New Roman" panose="02020603050405020304" pitchFamily="18" charset="0"/>
              </a:rPr>
              <a:t>2. Ces compétences vont m'aider dans mon travail</a:t>
            </a:r>
            <a:endParaRPr lang="fr-FR" sz="2400" b="1"/>
          </a:p>
        </p:txBody>
      </p:sp>
      <p:grpSp>
        <p:nvGrpSpPr>
          <p:cNvPr id="4" name="Groupe 3">
            <a:extLst>
              <a:ext uri="{FF2B5EF4-FFF2-40B4-BE49-F238E27FC236}">
                <a16:creationId xmlns:a16="http://schemas.microsoft.com/office/drawing/2014/main" id="{50BF517B-791D-5A28-2B4B-09015AF5C648}"/>
              </a:ext>
            </a:extLst>
          </p:cNvPr>
          <p:cNvGrpSpPr/>
          <p:nvPr/>
        </p:nvGrpSpPr>
        <p:grpSpPr>
          <a:xfrm>
            <a:off x="9232592" y="1876755"/>
            <a:ext cx="2276869" cy="3104489"/>
            <a:chOff x="9375619" y="1843456"/>
            <a:chExt cx="2276869" cy="3104489"/>
          </a:xfrm>
        </p:grpSpPr>
        <p:grpSp>
          <p:nvGrpSpPr>
            <p:cNvPr id="5" name="Groupe 4">
              <a:extLst>
                <a:ext uri="{FF2B5EF4-FFF2-40B4-BE49-F238E27FC236}">
                  <a16:creationId xmlns:a16="http://schemas.microsoft.com/office/drawing/2014/main" id="{97E83DCF-E7DF-654B-F109-55FF76891147}"/>
                </a:ext>
              </a:extLst>
            </p:cNvPr>
            <p:cNvGrpSpPr/>
            <p:nvPr/>
          </p:nvGrpSpPr>
          <p:grpSpPr>
            <a:xfrm>
              <a:off x="9375619" y="1843456"/>
              <a:ext cx="576051" cy="3104489"/>
              <a:chOff x="9424517" y="1534516"/>
              <a:chExt cx="576051" cy="3104489"/>
            </a:xfrm>
          </p:grpSpPr>
          <p:pic>
            <p:nvPicPr>
              <p:cNvPr id="10" name="Image 9">
                <a:extLst>
                  <a:ext uri="{FF2B5EF4-FFF2-40B4-BE49-F238E27FC236}">
                    <a16:creationId xmlns:a16="http://schemas.microsoft.com/office/drawing/2014/main" id="{B3EF4AD9-8C92-25DB-6C02-9416D352CFF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9424517" y="1534516"/>
                <a:ext cx="540000" cy="540000"/>
              </a:xfrm>
              <a:prstGeom prst="rect">
                <a:avLst/>
              </a:prstGeom>
            </p:spPr>
          </p:pic>
          <p:pic>
            <p:nvPicPr>
              <p:cNvPr id="11" name="Image 10">
                <a:extLst>
                  <a:ext uri="{FF2B5EF4-FFF2-40B4-BE49-F238E27FC236}">
                    <a16:creationId xmlns:a16="http://schemas.microsoft.com/office/drawing/2014/main" id="{A7193D63-6693-9E2D-6096-C8F24030913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9476507" y="2350426"/>
                <a:ext cx="488010" cy="540000"/>
              </a:xfrm>
              <a:prstGeom prst="rect">
                <a:avLst/>
              </a:prstGeom>
            </p:spPr>
          </p:pic>
          <p:pic>
            <p:nvPicPr>
              <p:cNvPr id="12" name="Image 11">
                <a:extLst>
                  <a:ext uri="{FF2B5EF4-FFF2-40B4-BE49-F238E27FC236}">
                    <a16:creationId xmlns:a16="http://schemas.microsoft.com/office/drawing/2014/main" id="{E82EB21C-6E19-EBC8-4F4A-34FFB1D4607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9449290" y="3238206"/>
                <a:ext cx="490454" cy="468000"/>
              </a:xfrm>
              <a:prstGeom prst="rect">
                <a:avLst/>
              </a:prstGeom>
            </p:spPr>
          </p:pic>
          <p:pic>
            <p:nvPicPr>
              <p:cNvPr id="13" name="Image 12">
                <a:extLst>
                  <a:ext uri="{FF2B5EF4-FFF2-40B4-BE49-F238E27FC236}">
                    <a16:creationId xmlns:a16="http://schemas.microsoft.com/office/drawing/2014/main" id="{DDAE736A-02D4-1B03-BA66-3C0649DADAB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9440455" y="4099005"/>
                <a:ext cx="560113" cy="540000"/>
              </a:xfrm>
              <a:prstGeom prst="rect">
                <a:avLst/>
              </a:prstGeom>
            </p:spPr>
          </p:pic>
        </p:grpSp>
        <p:sp>
          <p:nvSpPr>
            <p:cNvPr id="6" name="ZoneTexte 5">
              <a:extLst>
                <a:ext uri="{FF2B5EF4-FFF2-40B4-BE49-F238E27FC236}">
                  <a16:creationId xmlns:a16="http://schemas.microsoft.com/office/drawing/2014/main" id="{B217308C-7EB4-930C-3D3A-1100FB0E6EEF}"/>
                </a:ext>
              </a:extLst>
            </p:cNvPr>
            <p:cNvSpPr txBox="1"/>
            <p:nvPr/>
          </p:nvSpPr>
          <p:spPr>
            <a:xfrm>
              <a:off x="10080404" y="1928790"/>
              <a:ext cx="1572084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Très satisfait</a:t>
              </a:r>
            </a:p>
          </p:txBody>
        </p:sp>
        <p:sp>
          <p:nvSpPr>
            <p:cNvPr id="7" name="ZoneTexte 6">
              <a:extLst>
                <a:ext uri="{FF2B5EF4-FFF2-40B4-BE49-F238E27FC236}">
                  <a16:creationId xmlns:a16="http://schemas.microsoft.com/office/drawing/2014/main" id="{FA9C7C71-4847-BBFA-0402-B5E6B6C5779D}"/>
                </a:ext>
              </a:extLst>
            </p:cNvPr>
            <p:cNvSpPr txBox="1"/>
            <p:nvPr/>
          </p:nvSpPr>
          <p:spPr>
            <a:xfrm>
              <a:off x="10105396" y="2744700"/>
              <a:ext cx="1176007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Satisfait</a:t>
              </a:r>
            </a:p>
          </p:txBody>
        </p:sp>
        <p:sp>
          <p:nvSpPr>
            <p:cNvPr id="8" name="ZoneTexte 7">
              <a:extLst>
                <a:ext uri="{FF2B5EF4-FFF2-40B4-BE49-F238E27FC236}">
                  <a16:creationId xmlns:a16="http://schemas.microsoft.com/office/drawing/2014/main" id="{62EA30C1-D529-DCD8-EDFB-D2F55ABA15B2}"/>
                </a:ext>
              </a:extLst>
            </p:cNvPr>
            <p:cNvSpPr txBox="1"/>
            <p:nvPr/>
          </p:nvSpPr>
          <p:spPr>
            <a:xfrm>
              <a:off x="10132291" y="3642635"/>
              <a:ext cx="1122218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Déçu</a:t>
              </a:r>
            </a:p>
          </p:txBody>
        </p:sp>
        <p:sp>
          <p:nvSpPr>
            <p:cNvPr id="9" name="ZoneTexte 8">
              <a:extLst>
                <a:ext uri="{FF2B5EF4-FFF2-40B4-BE49-F238E27FC236}">
                  <a16:creationId xmlns:a16="http://schemas.microsoft.com/office/drawing/2014/main" id="{E99E9FD3-4B41-AF33-57F4-839C5C84E7F7}"/>
                </a:ext>
              </a:extLst>
            </p:cNvPr>
            <p:cNvSpPr txBox="1"/>
            <p:nvPr/>
          </p:nvSpPr>
          <p:spPr>
            <a:xfrm>
              <a:off x="10105396" y="4540570"/>
              <a:ext cx="1303142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 sz="1800" b="0" i="0" u="none" strike="noStrike">
                  <a:solidFill>
                    <a:srgbClr val="000000"/>
                  </a:solidFill>
                  <a:effectLst/>
                  <a:latin typeface="Calibri" panose="020F0502020204030204" pitchFamily="34" charset="0"/>
                </a:rPr>
                <a:t>Très déçu</a:t>
              </a:r>
              <a:r>
                <a:rPr lang="fr-FR"/>
                <a:t> </a:t>
              </a:r>
            </a:p>
          </p:txBody>
        </p:sp>
      </p:grpSp>
      <p:graphicFrame>
        <p:nvGraphicFramePr>
          <p:cNvPr id="14" name="Graphique 13">
            <a:extLst>
              <a:ext uri="{FF2B5EF4-FFF2-40B4-BE49-F238E27FC236}">
                <a16:creationId xmlns:a16="http://schemas.microsoft.com/office/drawing/2014/main" id="{0A5A05F8-80D8-86AC-F56C-48C3E6C92A0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1513403"/>
              </p:ext>
            </p:extLst>
          </p:nvPr>
        </p:nvGraphicFramePr>
        <p:xfrm>
          <a:off x="633234" y="871111"/>
          <a:ext cx="8128799" cy="4021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  <p:sp>
        <p:nvSpPr>
          <p:cNvPr id="15" name="PIC_Bandeau_Line"/>
          <p:cNvSpPr>
            <a:spLocks noChangeShapeType="1"/>
          </p:cNvSpPr>
          <p:nvPr/>
        </p:nvSpPr>
        <p:spPr bwMode="auto">
          <a:xfrm>
            <a:off x="622300" y="687388"/>
            <a:ext cx="10769600" cy="0"/>
          </a:xfrm>
          <a:prstGeom prst="line">
            <a:avLst/>
          </a:prstGeom>
          <a:noFill/>
          <a:ln w="19050">
            <a:solidFill>
              <a:srgbClr val="0070C0"/>
            </a:solidFill>
            <a:round/>
            <a:headEnd/>
            <a:tailEnd/>
          </a:ln>
        </p:spPr>
        <p:txBody>
          <a:bodyPr/>
          <a:lstStyle/>
          <a:p>
            <a:endParaRPr lang="fr-FR"/>
          </a:p>
        </p:txBody>
      </p:sp>
      <p:sp>
        <p:nvSpPr>
          <p:cNvPr id="16" name="PIC_Bandeau_Rect_Top"/>
          <p:cNvSpPr>
            <a:spLocks noChangeArrowheads="1"/>
          </p:cNvSpPr>
          <p:nvPr/>
        </p:nvSpPr>
        <p:spPr bwMode="auto">
          <a:xfrm>
            <a:off x="0" y="-9128"/>
            <a:ext cx="152400" cy="2295128"/>
          </a:xfrm>
          <a:prstGeom prst="rect">
            <a:avLst/>
          </a:prstGeom>
          <a:solidFill>
            <a:srgbClr val="99CC0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sp>
        <p:nvSpPr>
          <p:cNvPr id="17" name="PIC_Bandeau_Rect_Mid"/>
          <p:cNvSpPr>
            <a:spLocks noChangeArrowheads="1"/>
          </p:cNvSpPr>
          <p:nvPr/>
        </p:nvSpPr>
        <p:spPr bwMode="auto">
          <a:xfrm>
            <a:off x="0" y="2286000"/>
            <a:ext cx="152400" cy="22860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sp>
        <p:nvSpPr>
          <p:cNvPr id="18" name="PIC_Bandeau_Rect_Bot"/>
          <p:cNvSpPr>
            <a:spLocks noChangeArrowheads="1"/>
          </p:cNvSpPr>
          <p:nvPr/>
        </p:nvSpPr>
        <p:spPr bwMode="auto">
          <a:xfrm>
            <a:off x="0" y="4560886"/>
            <a:ext cx="152400" cy="2286000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pic>
        <p:nvPicPr>
          <p:cNvPr id="19" name="PIC_Bandeau_Logo" descr="image.jpe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470314" y="20203"/>
            <a:ext cx="721686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831893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numéro de diapositive 2"/>
          <p:cNvSpPr>
            <a:spLocks noGrp="1"/>
          </p:cNvSpPr>
          <p:nvPr>
            <p:ph type="sldNum" sz="quarter" idx="12"/>
          </p:nvPr>
        </p:nvSpPr>
        <p:spPr>
          <a:xfrm>
            <a:off x="9271000" y="6207125"/>
            <a:ext cx="2844800" cy="457200"/>
          </a:xfrm>
        </p:spPr>
        <p:txBody>
          <a:bodyPr wrap="square" anchor="t">
            <a:normAutofit/>
          </a:bodyPr>
          <a:lstStyle/>
          <a:p>
            <a:pPr>
              <a:spcAft>
                <a:spcPts val="600"/>
              </a:spcAft>
              <a:defRPr/>
            </a:pPr>
            <a:fld id="{156ABF86-EFC2-454D-AD05-896C81F76FA1}" type="slidenum">
              <a:rPr lang="fr-FR" smtClean="0"/>
              <a:pPr>
                <a:spcAft>
                  <a:spcPts val="600"/>
                </a:spcAft>
                <a:defRPr/>
              </a:pPr>
              <a:t>9</a:t>
            </a:fld>
            <a:endParaRPr lang="fr-FR"/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CB94D363-11F2-7FD8-7529-735C580D0D94}"/>
              </a:ext>
            </a:extLst>
          </p:cNvPr>
          <p:cNvSpPr txBox="1"/>
          <p:nvPr/>
        </p:nvSpPr>
        <p:spPr>
          <a:xfrm>
            <a:off x="633234" y="120004"/>
            <a:ext cx="10476482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lang="fr-FR" sz="2400" b="1" dirty="0">
                <a:latin typeface="Calibri" panose="020F0502020204030204" pitchFamily="34" charset="0"/>
                <a:ea typeface="Times New Roman" panose="02020603050405020304" pitchFamily="18" charset="0"/>
              </a:rPr>
              <a:t>3. L'ambiance du groupe était bonne</a:t>
            </a:r>
            <a:endParaRPr lang="fr-FR" sz="2400" b="1" dirty="0"/>
          </a:p>
        </p:txBody>
      </p:sp>
      <p:grpSp>
        <p:nvGrpSpPr>
          <p:cNvPr id="4" name="Groupe 3">
            <a:extLst>
              <a:ext uri="{FF2B5EF4-FFF2-40B4-BE49-F238E27FC236}">
                <a16:creationId xmlns:a16="http://schemas.microsoft.com/office/drawing/2014/main" id="{A4B1B8D2-92F6-D08B-7613-01CA1808B50A}"/>
              </a:ext>
            </a:extLst>
          </p:cNvPr>
          <p:cNvGrpSpPr/>
          <p:nvPr/>
        </p:nvGrpSpPr>
        <p:grpSpPr>
          <a:xfrm>
            <a:off x="9232592" y="1876755"/>
            <a:ext cx="2276869" cy="3104489"/>
            <a:chOff x="9375619" y="1843456"/>
            <a:chExt cx="2276869" cy="3104489"/>
          </a:xfrm>
        </p:grpSpPr>
        <p:grpSp>
          <p:nvGrpSpPr>
            <p:cNvPr id="5" name="Groupe 4">
              <a:extLst>
                <a:ext uri="{FF2B5EF4-FFF2-40B4-BE49-F238E27FC236}">
                  <a16:creationId xmlns:a16="http://schemas.microsoft.com/office/drawing/2014/main" id="{52EC1D80-14C8-15CC-383A-D4C879C456FB}"/>
                </a:ext>
              </a:extLst>
            </p:cNvPr>
            <p:cNvGrpSpPr/>
            <p:nvPr/>
          </p:nvGrpSpPr>
          <p:grpSpPr>
            <a:xfrm>
              <a:off x="9375619" y="1843456"/>
              <a:ext cx="576051" cy="3104489"/>
              <a:chOff x="9424517" y="1534516"/>
              <a:chExt cx="576051" cy="3104489"/>
            </a:xfrm>
          </p:grpSpPr>
          <p:pic>
            <p:nvPicPr>
              <p:cNvPr id="10" name="Image 9">
                <a:extLst>
                  <a:ext uri="{FF2B5EF4-FFF2-40B4-BE49-F238E27FC236}">
                    <a16:creationId xmlns:a16="http://schemas.microsoft.com/office/drawing/2014/main" id="{51035916-3920-EA23-D6FA-EA49EB7D443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9424517" y="1534516"/>
                <a:ext cx="540000" cy="540000"/>
              </a:xfrm>
              <a:prstGeom prst="rect">
                <a:avLst/>
              </a:prstGeom>
            </p:spPr>
          </p:pic>
          <p:pic>
            <p:nvPicPr>
              <p:cNvPr id="11" name="Image 10">
                <a:extLst>
                  <a:ext uri="{FF2B5EF4-FFF2-40B4-BE49-F238E27FC236}">
                    <a16:creationId xmlns:a16="http://schemas.microsoft.com/office/drawing/2014/main" id="{5F8D5FC8-62B1-7C6D-BB47-CF14841A234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9476507" y="2350426"/>
                <a:ext cx="488010" cy="540000"/>
              </a:xfrm>
              <a:prstGeom prst="rect">
                <a:avLst/>
              </a:prstGeom>
            </p:spPr>
          </p:pic>
          <p:pic>
            <p:nvPicPr>
              <p:cNvPr id="12" name="Image 11">
                <a:extLst>
                  <a:ext uri="{FF2B5EF4-FFF2-40B4-BE49-F238E27FC236}">
                    <a16:creationId xmlns:a16="http://schemas.microsoft.com/office/drawing/2014/main" id="{C612A6D1-30BF-128C-0708-1E917B71B2B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9449290" y="3238206"/>
                <a:ext cx="490454" cy="468000"/>
              </a:xfrm>
              <a:prstGeom prst="rect">
                <a:avLst/>
              </a:prstGeom>
            </p:spPr>
          </p:pic>
          <p:pic>
            <p:nvPicPr>
              <p:cNvPr id="13" name="Image 12">
                <a:extLst>
                  <a:ext uri="{FF2B5EF4-FFF2-40B4-BE49-F238E27FC236}">
                    <a16:creationId xmlns:a16="http://schemas.microsoft.com/office/drawing/2014/main" id="{E0614C23-8BAA-0052-F2CB-CFC66D16839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9440455" y="4099005"/>
                <a:ext cx="560113" cy="540000"/>
              </a:xfrm>
              <a:prstGeom prst="rect">
                <a:avLst/>
              </a:prstGeom>
            </p:spPr>
          </p:pic>
        </p:grpSp>
        <p:sp>
          <p:nvSpPr>
            <p:cNvPr id="6" name="ZoneTexte 5">
              <a:extLst>
                <a:ext uri="{FF2B5EF4-FFF2-40B4-BE49-F238E27FC236}">
                  <a16:creationId xmlns:a16="http://schemas.microsoft.com/office/drawing/2014/main" id="{F1F594CE-0A1B-83FE-3098-30CBD9A0C4E2}"/>
                </a:ext>
              </a:extLst>
            </p:cNvPr>
            <p:cNvSpPr txBox="1"/>
            <p:nvPr/>
          </p:nvSpPr>
          <p:spPr>
            <a:xfrm>
              <a:off x="10080404" y="1928790"/>
              <a:ext cx="1572084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Très satisfait</a:t>
              </a:r>
            </a:p>
          </p:txBody>
        </p:sp>
        <p:sp>
          <p:nvSpPr>
            <p:cNvPr id="7" name="ZoneTexte 6">
              <a:extLst>
                <a:ext uri="{FF2B5EF4-FFF2-40B4-BE49-F238E27FC236}">
                  <a16:creationId xmlns:a16="http://schemas.microsoft.com/office/drawing/2014/main" id="{8A06F076-EA03-41C2-E4C8-14F7E4BB59AE}"/>
                </a:ext>
              </a:extLst>
            </p:cNvPr>
            <p:cNvSpPr txBox="1"/>
            <p:nvPr/>
          </p:nvSpPr>
          <p:spPr>
            <a:xfrm>
              <a:off x="10105396" y="2744700"/>
              <a:ext cx="1176007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Satisfait</a:t>
              </a:r>
            </a:p>
          </p:txBody>
        </p:sp>
        <p:sp>
          <p:nvSpPr>
            <p:cNvPr id="8" name="ZoneTexte 7">
              <a:extLst>
                <a:ext uri="{FF2B5EF4-FFF2-40B4-BE49-F238E27FC236}">
                  <a16:creationId xmlns:a16="http://schemas.microsoft.com/office/drawing/2014/main" id="{67B9431D-2F98-0F30-482F-7351121A4305}"/>
                </a:ext>
              </a:extLst>
            </p:cNvPr>
            <p:cNvSpPr txBox="1"/>
            <p:nvPr/>
          </p:nvSpPr>
          <p:spPr>
            <a:xfrm>
              <a:off x="10132291" y="3642635"/>
              <a:ext cx="1122218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Déçu</a:t>
              </a:r>
            </a:p>
          </p:txBody>
        </p:sp>
        <p:sp>
          <p:nvSpPr>
            <p:cNvPr id="9" name="ZoneTexte 8">
              <a:extLst>
                <a:ext uri="{FF2B5EF4-FFF2-40B4-BE49-F238E27FC236}">
                  <a16:creationId xmlns:a16="http://schemas.microsoft.com/office/drawing/2014/main" id="{2433CD1D-6385-8995-B9E3-81260982589F}"/>
                </a:ext>
              </a:extLst>
            </p:cNvPr>
            <p:cNvSpPr txBox="1"/>
            <p:nvPr/>
          </p:nvSpPr>
          <p:spPr>
            <a:xfrm>
              <a:off x="10105396" y="4540570"/>
              <a:ext cx="1303142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 sz="1800" b="0" i="0" u="none" strike="noStrike">
                  <a:solidFill>
                    <a:srgbClr val="000000"/>
                  </a:solidFill>
                  <a:effectLst/>
                  <a:latin typeface="Calibri" panose="020F0502020204030204" pitchFamily="34" charset="0"/>
                </a:rPr>
                <a:t>Très déçu</a:t>
              </a:r>
              <a:r>
                <a:rPr lang="fr-FR"/>
                <a:t> </a:t>
              </a:r>
            </a:p>
          </p:txBody>
        </p:sp>
      </p:grpSp>
      <p:graphicFrame>
        <p:nvGraphicFramePr>
          <p:cNvPr id="15" name="Graphique 14">
            <a:extLst>
              <a:ext uri="{FF2B5EF4-FFF2-40B4-BE49-F238E27FC236}">
                <a16:creationId xmlns:a16="http://schemas.microsoft.com/office/drawing/2014/main" id="{531DE953-D6A1-90AE-4B13-E9088DF6FC5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1513403"/>
              </p:ext>
            </p:extLst>
          </p:nvPr>
        </p:nvGraphicFramePr>
        <p:xfrm>
          <a:off x="633234" y="871111"/>
          <a:ext cx="8128799" cy="4021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  <p:sp>
        <p:nvSpPr>
          <p:cNvPr id="16" name="PIC_Bandeau_Line"/>
          <p:cNvSpPr>
            <a:spLocks noChangeShapeType="1"/>
          </p:cNvSpPr>
          <p:nvPr/>
        </p:nvSpPr>
        <p:spPr bwMode="auto">
          <a:xfrm>
            <a:off x="622300" y="687388"/>
            <a:ext cx="10769600" cy="0"/>
          </a:xfrm>
          <a:prstGeom prst="line">
            <a:avLst/>
          </a:prstGeom>
          <a:noFill/>
          <a:ln w="19050">
            <a:solidFill>
              <a:srgbClr val="0070C0"/>
            </a:solidFill>
            <a:round/>
            <a:headEnd/>
            <a:tailEnd/>
          </a:ln>
        </p:spPr>
        <p:txBody>
          <a:bodyPr/>
          <a:lstStyle/>
          <a:p>
            <a:endParaRPr lang="fr-FR"/>
          </a:p>
        </p:txBody>
      </p:sp>
      <p:sp>
        <p:nvSpPr>
          <p:cNvPr id="17" name="PIC_Bandeau_Rect_Top"/>
          <p:cNvSpPr>
            <a:spLocks noChangeArrowheads="1"/>
          </p:cNvSpPr>
          <p:nvPr/>
        </p:nvSpPr>
        <p:spPr bwMode="auto">
          <a:xfrm>
            <a:off x="0" y="-9128"/>
            <a:ext cx="152400" cy="2295128"/>
          </a:xfrm>
          <a:prstGeom prst="rect">
            <a:avLst/>
          </a:prstGeom>
          <a:solidFill>
            <a:srgbClr val="99CC0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sp>
        <p:nvSpPr>
          <p:cNvPr id="18" name="PIC_Bandeau_Rect_Mid"/>
          <p:cNvSpPr>
            <a:spLocks noChangeArrowheads="1"/>
          </p:cNvSpPr>
          <p:nvPr/>
        </p:nvSpPr>
        <p:spPr bwMode="auto">
          <a:xfrm>
            <a:off x="0" y="2286000"/>
            <a:ext cx="152400" cy="22860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sp>
        <p:nvSpPr>
          <p:cNvPr id="19" name="PIC_Bandeau_Rect_Bot"/>
          <p:cNvSpPr>
            <a:spLocks noChangeArrowheads="1"/>
          </p:cNvSpPr>
          <p:nvPr/>
        </p:nvSpPr>
        <p:spPr bwMode="auto">
          <a:xfrm>
            <a:off x="0" y="4560886"/>
            <a:ext cx="152400" cy="2286000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pic>
        <p:nvPicPr>
          <p:cNvPr id="20" name="PIC_Bandeau_Logo" descr="image.jpe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470314" y="20203"/>
            <a:ext cx="721686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080525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FE3099-8B0F-5EDD-17AC-2324C08949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66A7D70A-2B2C-EB4B-012A-E99DDBC470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71000" y="6207125"/>
            <a:ext cx="2844800" cy="457200"/>
          </a:xfrm>
        </p:spPr>
        <p:txBody>
          <a:bodyPr wrap="square" anchor="t">
            <a:normAutofit/>
          </a:bodyPr>
          <a:lstStyle/>
          <a:p>
            <a:pPr>
              <a:spcAft>
                <a:spcPts val="600"/>
              </a:spcAft>
              <a:defRPr/>
            </a:pPr>
            <a:fld id="{156ABF86-EFC2-454D-AD05-896C81F76FA1}" type="slidenum">
              <a:rPr lang="fr-FR" smtClean="0"/>
              <a:pPr>
                <a:spcAft>
                  <a:spcPts val="600"/>
                </a:spcAft>
                <a:defRPr/>
              </a:pPr>
              <a:t>10</a:t>
            </a:fld>
            <a:endParaRPr lang="fr-FR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7ECD1B34-E07E-5BB5-43DF-F6A2F6864639}"/>
              </a:ext>
            </a:extLst>
          </p:cNvPr>
          <p:cNvSpPr txBox="1"/>
          <p:nvPr/>
        </p:nvSpPr>
        <p:spPr>
          <a:xfrm>
            <a:off x="633234" y="111676"/>
            <a:ext cx="10476482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lang="fr-FR" sz="2400" b="1" dirty="0">
                <a:latin typeface="Calibri" panose="020F0502020204030204" pitchFamily="34" charset="0"/>
                <a:ea typeface="Times New Roman" panose="02020603050405020304" pitchFamily="18" charset="0"/>
              </a:rPr>
              <a:t>4. Les conditions d’accueil étaient bien respectées</a:t>
            </a:r>
            <a:endParaRPr lang="fr-FR" sz="2400" b="1" dirty="0"/>
          </a:p>
        </p:txBody>
      </p:sp>
      <p:grpSp>
        <p:nvGrpSpPr>
          <p:cNvPr id="23" name="Groupe 22">
            <a:extLst>
              <a:ext uri="{FF2B5EF4-FFF2-40B4-BE49-F238E27FC236}">
                <a16:creationId xmlns:a16="http://schemas.microsoft.com/office/drawing/2014/main" id="{87F9A716-1F7C-194B-53E7-93DD04CC35F2}"/>
              </a:ext>
            </a:extLst>
          </p:cNvPr>
          <p:cNvGrpSpPr/>
          <p:nvPr/>
        </p:nvGrpSpPr>
        <p:grpSpPr>
          <a:xfrm>
            <a:off x="9232592" y="1876755"/>
            <a:ext cx="2276869" cy="3104489"/>
            <a:chOff x="9375619" y="1843456"/>
            <a:chExt cx="2276869" cy="3104489"/>
          </a:xfrm>
        </p:grpSpPr>
        <p:grpSp>
          <p:nvGrpSpPr>
            <p:cNvPr id="14" name="Groupe 13">
              <a:extLst>
                <a:ext uri="{FF2B5EF4-FFF2-40B4-BE49-F238E27FC236}">
                  <a16:creationId xmlns:a16="http://schemas.microsoft.com/office/drawing/2014/main" id="{BD636667-743C-30AA-FEA2-AB62298AD317}"/>
                </a:ext>
              </a:extLst>
            </p:cNvPr>
            <p:cNvGrpSpPr/>
            <p:nvPr/>
          </p:nvGrpSpPr>
          <p:grpSpPr>
            <a:xfrm>
              <a:off x="9375619" y="1843456"/>
              <a:ext cx="576051" cy="3104489"/>
              <a:chOff x="9424517" y="1534516"/>
              <a:chExt cx="576051" cy="3104489"/>
            </a:xfrm>
          </p:grpSpPr>
          <p:pic>
            <p:nvPicPr>
              <p:cNvPr id="7" name="Image 6">
                <a:extLst>
                  <a:ext uri="{FF2B5EF4-FFF2-40B4-BE49-F238E27FC236}">
                    <a16:creationId xmlns:a16="http://schemas.microsoft.com/office/drawing/2014/main" id="{82C5818E-4794-1C3C-EFD3-5E9BA7E2DAB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9424517" y="1534516"/>
                <a:ext cx="540000" cy="540000"/>
              </a:xfrm>
              <a:prstGeom prst="rect">
                <a:avLst/>
              </a:prstGeom>
            </p:spPr>
          </p:pic>
          <p:pic>
            <p:nvPicPr>
              <p:cNvPr id="11" name="Image 10">
                <a:extLst>
                  <a:ext uri="{FF2B5EF4-FFF2-40B4-BE49-F238E27FC236}">
                    <a16:creationId xmlns:a16="http://schemas.microsoft.com/office/drawing/2014/main" id="{FD5575B3-D2AB-292C-8BC5-7D5562B0B04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9476507" y="2350426"/>
                <a:ext cx="488010" cy="540000"/>
              </a:xfrm>
              <a:prstGeom prst="rect">
                <a:avLst/>
              </a:prstGeom>
            </p:spPr>
          </p:pic>
          <p:pic>
            <p:nvPicPr>
              <p:cNvPr id="12" name="Image 11">
                <a:extLst>
                  <a:ext uri="{FF2B5EF4-FFF2-40B4-BE49-F238E27FC236}">
                    <a16:creationId xmlns:a16="http://schemas.microsoft.com/office/drawing/2014/main" id="{9021D0DB-2C57-F08D-174E-E62D31E9883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9449290" y="3238206"/>
                <a:ext cx="490454" cy="468000"/>
              </a:xfrm>
              <a:prstGeom prst="rect">
                <a:avLst/>
              </a:prstGeom>
            </p:spPr>
          </p:pic>
          <p:pic>
            <p:nvPicPr>
              <p:cNvPr id="13" name="Image 12">
                <a:extLst>
                  <a:ext uri="{FF2B5EF4-FFF2-40B4-BE49-F238E27FC236}">
                    <a16:creationId xmlns:a16="http://schemas.microsoft.com/office/drawing/2014/main" id="{AE451A4A-C441-D76F-2570-B31CCE7C52F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9440455" y="4099005"/>
                <a:ext cx="560113" cy="540000"/>
              </a:xfrm>
              <a:prstGeom prst="rect">
                <a:avLst/>
              </a:prstGeom>
            </p:spPr>
          </p:pic>
        </p:grpSp>
        <p:sp>
          <p:nvSpPr>
            <p:cNvPr id="16" name="ZoneTexte 15">
              <a:extLst>
                <a:ext uri="{FF2B5EF4-FFF2-40B4-BE49-F238E27FC236}">
                  <a16:creationId xmlns:a16="http://schemas.microsoft.com/office/drawing/2014/main" id="{4A2FBAF5-1D8F-D1A5-08B1-7B957695D0FD}"/>
                </a:ext>
              </a:extLst>
            </p:cNvPr>
            <p:cNvSpPr txBox="1"/>
            <p:nvPr/>
          </p:nvSpPr>
          <p:spPr>
            <a:xfrm>
              <a:off x="10080404" y="1928790"/>
              <a:ext cx="1572084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Très satisfait</a:t>
              </a:r>
            </a:p>
          </p:txBody>
        </p:sp>
        <p:sp>
          <p:nvSpPr>
            <p:cNvPr id="18" name="ZoneTexte 17">
              <a:extLst>
                <a:ext uri="{FF2B5EF4-FFF2-40B4-BE49-F238E27FC236}">
                  <a16:creationId xmlns:a16="http://schemas.microsoft.com/office/drawing/2014/main" id="{DD699669-0DF9-51B7-FFAB-CBF5D64134F6}"/>
                </a:ext>
              </a:extLst>
            </p:cNvPr>
            <p:cNvSpPr txBox="1"/>
            <p:nvPr/>
          </p:nvSpPr>
          <p:spPr>
            <a:xfrm>
              <a:off x="10105396" y="2744700"/>
              <a:ext cx="1176007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Satisfait</a:t>
              </a:r>
            </a:p>
          </p:txBody>
        </p:sp>
        <p:sp>
          <p:nvSpPr>
            <p:cNvPr id="20" name="ZoneTexte 19">
              <a:extLst>
                <a:ext uri="{FF2B5EF4-FFF2-40B4-BE49-F238E27FC236}">
                  <a16:creationId xmlns:a16="http://schemas.microsoft.com/office/drawing/2014/main" id="{9057C913-5EA0-B7FC-712D-AD4A660CA0D5}"/>
                </a:ext>
              </a:extLst>
            </p:cNvPr>
            <p:cNvSpPr txBox="1"/>
            <p:nvPr/>
          </p:nvSpPr>
          <p:spPr>
            <a:xfrm>
              <a:off x="10132291" y="3642635"/>
              <a:ext cx="1122218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Déçu</a:t>
              </a:r>
            </a:p>
          </p:txBody>
        </p:sp>
        <p:sp>
          <p:nvSpPr>
            <p:cNvPr id="22" name="ZoneTexte 21">
              <a:extLst>
                <a:ext uri="{FF2B5EF4-FFF2-40B4-BE49-F238E27FC236}">
                  <a16:creationId xmlns:a16="http://schemas.microsoft.com/office/drawing/2014/main" id="{ECCF7F26-9CCD-A64E-C476-31B031A1CFD4}"/>
                </a:ext>
              </a:extLst>
            </p:cNvPr>
            <p:cNvSpPr txBox="1"/>
            <p:nvPr/>
          </p:nvSpPr>
          <p:spPr>
            <a:xfrm>
              <a:off x="10105396" y="4540570"/>
              <a:ext cx="1303142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 sz="1800" b="0" i="0" u="none" strike="noStrike">
                  <a:solidFill>
                    <a:srgbClr val="000000"/>
                  </a:solidFill>
                  <a:effectLst/>
                  <a:latin typeface="Calibri" panose="020F0502020204030204" pitchFamily="34" charset="0"/>
                </a:rPr>
                <a:t>Très déçu</a:t>
              </a:r>
              <a:r>
                <a:rPr lang="fr-FR"/>
                <a:t> </a:t>
              </a:r>
            </a:p>
          </p:txBody>
        </p:sp>
      </p:grpSp>
      <p:graphicFrame>
        <p:nvGraphicFramePr>
          <p:cNvPr id="2" name="Graphique 1">
            <a:extLst>
              <a:ext uri="{FF2B5EF4-FFF2-40B4-BE49-F238E27FC236}">
                <a16:creationId xmlns:a16="http://schemas.microsoft.com/office/drawing/2014/main" id="{2CC1EACE-BB65-C27E-EA2C-80E6EA4CBA0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626335016"/>
              </p:ext>
            </p:extLst>
          </p:nvPr>
        </p:nvGraphicFramePr>
        <p:xfrm>
          <a:off x="633234" y="871112"/>
          <a:ext cx="8128800" cy="4021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  <p:sp>
        <p:nvSpPr>
          <p:cNvPr id="24" name="PIC_Bandeau_Line"/>
          <p:cNvSpPr>
            <a:spLocks noChangeShapeType="1"/>
          </p:cNvSpPr>
          <p:nvPr/>
        </p:nvSpPr>
        <p:spPr bwMode="auto">
          <a:xfrm>
            <a:off x="622300" y="687388"/>
            <a:ext cx="10769600" cy="0"/>
          </a:xfrm>
          <a:prstGeom prst="line">
            <a:avLst/>
          </a:prstGeom>
          <a:noFill/>
          <a:ln w="19050">
            <a:solidFill>
              <a:srgbClr val="0070C0"/>
            </a:solidFill>
            <a:round/>
            <a:headEnd/>
            <a:tailEnd/>
          </a:ln>
        </p:spPr>
        <p:txBody>
          <a:bodyPr/>
          <a:lstStyle/>
          <a:p>
            <a:endParaRPr lang="fr-FR"/>
          </a:p>
        </p:txBody>
      </p:sp>
      <p:sp>
        <p:nvSpPr>
          <p:cNvPr id="25" name="PIC_Bandeau_Rect_Top"/>
          <p:cNvSpPr>
            <a:spLocks noChangeArrowheads="1"/>
          </p:cNvSpPr>
          <p:nvPr/>
        </p:nvSpPr>
        <p:spPr bwMode="auto">
          <a:xfrm>
            <a:off x="0" y="-9128"/>
            <a:ext cx="152400" cy="2295128"/>
          </a:xfrm>
          <a:prstGeom prst="rect">
            <a:avLst/>
          </a:prstGeom>
          <a:solidFill>
            <a:srgbClr val="99CC0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sp>
        <p:nvSpPr>
          <p:cNvPr id="26" name="PIC_Bandeau_Rect_Mid"/>
          <p:cNvSpPr>
            <a:spLocks noChangeArrowheads="1"/>
          </p:cNvSpPr>
          <p:nvPr/>
        </p:nvSpPr>
        <p:spPr bwMode="auto">
          <a:xfrm>
            <a:off x="0" y="2286000"/>
            <a:ext cx="152400" cy="22860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sp>
        <p:nvSpPr>
          <p:cNvPr id="27" name="PIC_Bandeau_Rect_Bot"/>
          <p:cNvSpPr>
            <a:spLocks noChangeArrowheads="1"/>
          </p:cNvSpPr>
          <p:nvPr/>
        </p:nvSpPr>
        <p:spPr bwMode="auto">
          <a:xfrm>
            <a:off x="0" y="4560886"/>
            <a:ext cx="152400" cy="2286000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pic>
        <p:nvPicPr>
          <p:cNvPr id="28" name="PIC_Bandeau_Logo" descr="image.jpe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470314" y="20203"/>
            <a:ext cx="721686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499733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numéro de diapositive 2"/>
          <p:cNvSpPr>
            <a:spLocks noGrp="1"/>
          </p:cNvSpPr>
          <p:nvPr>
            <p:ph type="sldNum" sz="quarter" idx="12"/>
          </p:nvPr>
        </p:nvSpPr>
        <p:spPr>
          <a:xfrm>
            <a:off x="9271000" y="6207125"/>
            <a:ext cx="2844800" cy="457200"/>
          </a:xfrm>
        </p:spPr>
        <p:txBody>
          <a:bodyPr wrap="square" anchor="t">
            <a:normAutofit/>
          </a:bodyPr>
          <a:lstStyle/>
          <a:p>
            <a:pPr>
              <a:spcAft>
                <a:spcPts val="600"/>
              </a:spcAft>
              <a:defRPr/>
            </a:pPr>
            <a:fld id="{156ABF86-EFC2-454D-AD05-896C81F76FA1}" type="slidenum">
              <a:rPr lang="fr-FR" smtClean="0"/>
              <a:pPr>
                <a:spcAft>
                  <a:spcPts val="600"/>
                </a:spcAft>
                <a:defRPr/>
              </a:pPr>
              <a:t>11</a:t>
            </a:fld>
            <a:endParaRPr lang="fr-FR"/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4F38070C-4AE7-0A26-97CC-256274FD71AD}"/>
              </a:ext>
            </a:extLst>
          </p:cNvPr>
          <p:cNvSpPr txBox="1"/>
          <p:nvPr/>
        </p:nvSpPr>
        <p:spPr>
          <a:xfrm>
            <a:off x="633234" y="120005"/>
            <a:ext cx="10476482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>
            <a:defPPr>
              <a:defRPr lang="fr-FR"/>
            </a:defPPr>
            <a:lvl1pPr>
              <a:defRPr sz="24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 panose="020F0502020204030204" pitchFamily="34" charset="0"/>
                <a:ea typeface="Times New Roman" panose="02020603050405020304" pitchFamily="18" charset="0"/>
              </a:defRPr>
            </a:lvl1pPr>
          </a:lstStyle>
          <a:p>
            <a:r>
              <a:rPr lang="fr-FR" dirty="0" sz="2400" b="1">
                <a:effectLst/>
                <a:latin typeface="Calibri" panose="020F0502020204030204" pitchFamily="34" charset="0"/>
              </a:rPr>
              <a:t>5. La durée et le rythme étaient bien adaptés</a:t>
            </a:r>
          </a:p>
        </p:txBody>
      </p:sp>
      <p:grpSp>
        <p:nvGrpSpPr>
          <p:cNvPr id="4" name="Groupe 3">
            <a:extLst>
              <a:ext uri="{FF2B5EF4-FFF2-40B4-BE49-F238E27FC236}">
                <a16:creationId xmlns:a16="http://schemas.microsoft.com/office/drawing/2014/main" id="{A0F8FF3E-261A-0CB7-C39D-228E7CF0E560}"/>
              </a:ext>
            </a:extLst>
          </p:cNvPr>
          <p:cNvGrpSpPr/>
          <p:nvPr/>
        </p:nvGrpSpPr>
        <p:grpSpPr>
          <a:xfrm>
            <a:off x="9232592" y="1876755"/>
            <a:ext cx="2276869" cy="3104489"/>
            <a:chOff x="9375619" y="1843456"/>
            <a:chExt cx="2276869" cy="3104489"/>
          </a:xfrm>
        </p:grpSpPr>
        <p:grpSp>
          <p:nvGrpSpPr>
            <p:cNvPr id="5" name="Groupe 4">
              <a:extLst>
                <a:ext uri="{FF2B5EF4-FFF2-40B4-BE49-F238E27FC236}">
                  <a16:creationId xmlns:a16="http://schemas.microsoft.com/office/drawing/2014/main" id="{BD52C999-050B-CE8B-8218-5D02104EC88B}"/>
                </a:ext>
              </a:extLst>
            </p:cNvPr>
            <p:cNvGrpSpPr/>
            <p:nvPr/>
          </p:nvGrpSpPr>
          <p:grpSpPr>
            <a:xfrm>
              <a:off x="9375619" y="1843456"/>
              <a:ext cx="576051" cy="3104489"/>
              <a:chOff x="9424517" y="1534516"/>
              <a:chExt cx="576051" cy="3104489"/>
            </a:xfrm>
          </p:grpSpPr>
          <p:pic>
            <p:nvPicPr>
              <p:cNvPr id="10" name="Image 9">
                <a:extLst>
                  <a:ext uri="{FF2B5EF4-FFF2-40B4-BE49-F238E27FC236}">
                    <a16:creationId xmlns:a16="http://schemas.microsoft.com/office/drawing/2014/main" id="{B0C1EECC-E293-5188-4B76-0A92E98A448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9424517" y="1534516"/>
                <a:ext cx="540000" cy="540000"/>
              </a:xfrm>
              <a:prstGeom prst="rect">
                <a:avLst/>
              </a:prstGeom>
            </p:spPr>
          </p:pic>
          <p:pic>
            <p:nvPicPr>
              <p:cNvPr id="11" name="Image 10">
                <a:extLst>
                  <a:ext uri="{FF2B5EF4-FFF2-40B4-BE49-F238E27FC236}">
                    <a16:creationId xmlns:a16="http://schemas.microsoft.com/office/drawing/2014/main" id="{579A264C-3669-F251-82A0-FF7429D3E1B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9476507" y="2350426"/>
                <a:ext cx="488010" cy="540000"/>
              </a:xfrm>
              <a:prstGeom prst="rect">
                <a:avLst/>
              </a:prstGeom>
            </p:spPr>
          </p:pic>
          <p:pic>
            <p:nvPicPr>
              <p:cNvPr id="12" name="Image 11">
                <a:extLst>
                  <a:ext uri="{FF2B5EF4-FFF2-40B4-BE49-F238E27FC236}">
                    <a16:creationId xmlns:a16="http://schemas.microsoft.com/office/drawing/2014/main" id="{0D73BCBF-3F86-A3E8-1A58-05882E924F0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9449290" y="3238206"/>
                <a:ext cx="490454" cy="468000"/>
              </a:xfrm>
              <a:prstGeom prst="rect">
                <a:avLst/>
              </a:prstGeom>
            </p:spPr>
          </p:pic>
          <p:pic>
            <p:nvPicPr>
              <p:cNvPr id="13" name="Image 12">
                <a:extLst>
                  <a:ext uri="{FF2B5EF4-FFF2-40B4-BE49-F238E27FC236}">
                    <a16:creationId xmlns:a16="http://schemas.microsoft.com/office/drawing/2014/main" id="{CC0D8FFF-3846-7730-F30E-7C0A874B1D1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9440455" y="4099005"/>
                <a:ext cx="560113" cy="540000"/>
              </a:xfrm>
              <a:prstGeom prst="rect">
                <a:avLst/>
              </a:prstGeom>
            </p:spPr>
          </p:pic>
        </p:grpSp>
        <p:sp>
          <p:nvSpPr>
            <p:cNvPr id="6" name="ZoneTexte 5">
              <a:extLst>
                <a:ext uri="{FF2B5EF4-FFF2-40B4-BE49-F238E27FC236}">
                  <a16:creationId xmlns:a16="http://schemas.microsoft.com/office/drawing/2014/main" id="{EFF45794-A298-D044-95C4-6F1CF0C12BCF}"/>
                </a:ext>
              </a:extLst>
            </p:cNvPr>
            <p:cNvSpPr txBox="1"/>
            <p:nvPr/>
          </p:nvSpPr>
          <p:spPr>
            <a:xfrm>
              <a:off x="10080404" y="1928790"/>
              <a:ext cx="1572084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Très satisfait</a:t>
              </a:r>
            </a:p>
          </p:txBody>
        </p:sp>
        <p:sp>
          <p:nvSpPr>
            <p:cNvPr id="7" name="ZoneTexte 6">
              <a:extLst>
                <a:ext uri="{FF2B5EF4-FFF2-40B4-BE49-F238E27FC236}">
                  <a16:creationId xmlns:a16="http://schemas.microsoft.com/office/drawing/2014/main" id="{FE3D126A-15ED-1CE6-F33C-CD6F39CC6ABE}"/>
                </a:ext>
              </a:extLst>
            </p:cNvPr>
            <p:cNvSpPr txBox="1"/>
            <p:nvPr/>
          </p:nvSpPr>
          <p:spPr>
            <a:xfrm>
              <a:off x="10105396" y="2744700"/>
              <a:ext cx="1176007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Satisfait</a:t>
              </a:r>
            </a:p>
          </p:txBody>
        </p:sp>
        <p:sp>
          <p:nvSpPr>
            <p:cNvPr id="8" name="ZoneTexte 7">
              <a:extLst>
                <a:ext uri="{FF2B5EF4-FFF2-40B4-BE49-F238E27FC236}">
                  <a16:creationId xmlns:a16="http://schemas.microsoft.com/office/drawing/2014/main" id="{30BF1FF6-44C0-7F08-CA1B-A3E7AB44223E}"/>
                </a:ext>
              </a:extLst>
            </p:cNvPr>
            <p:cNvSpPr txBox="1"/>
            <p:nvPr/>
          </p:nvSpPr>
          <p:spPr>
            <a:xfrm>
              <a:off x="10132291" y="3642635"/>
              <a:ext cx="1122218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Déçu</a:t>
              </a:r>
            </a:p>
          </p:txBody>
        </p:sp>
        <p:sp>
          <p:nvSpPr>
            <p:cNvPr id="9" name="ZoneTexte 8">
              <a:extLst>
                <a:ext uri="{FF2B5EF4-FFF2-40B4-BE49-F238E27FC236}">
                  <a16:creationId xmlns:a16="http://schemas.microsoft.com/office/drawing/2014/main" id="{601C27CA-A54E-8A1F-23CA-A5987EBB07E8}"/>
                </a:ext>
              </a:extLst>
            </p:cNvPr>
            <p:cNvSpPr txBox="1"/>
            <p:nvPr/>
          </p:nvSpPr>
          <p:spPr>
            <a:xfrm>
              <a:off x="10105396" y="4540570"/>
              <a:ext cx="1303142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 sz="1800" b="0" i="0" u="none" strike="noStrike">
                  <a:solidFill>
                    <a:srgbClr val="000000"/>
                  </a:solidFill>
                  <a:effectLst/>
                  <a:latin typeface="Calibri" panose="020F0502020204030204" pitchFamily="34" charset="0"/>
                </a:rPr>
                <a:t>Très déçu</a:t>
              </a:r>
              <a:r>
                <a:rPr lang="fr-FR"/>
                <a:t> </a:t>
              </a:r>
            </a:p>
          </p:txBody>
        </p:sp>
      </p:grpSp>
      <p:graphicFrame>
        <p:nvGraphicFramePr>
          <p:cNvPr id="15" name="Graphique 14">
            <a:extLst>
              <a:ext uri="{FF2B5EF4-FFF2-40B4-BE49-F238E27FC236}">
                <a16:creationId xmlns:a16="http://schemas.microsoft.com/office/drawing/2014/main" id="{6E9BDD9A-6A5E-CD2F-867B-D0EB18E0C53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1513403"/>
              </p:ext>
            </p:extLst>
          </p:nvPr>
        </p:nvGraphicFramePr>
        <p:xfrm>
          <a:off x="633234" y="871111"/>
          <a:ext cx="8128799" cy="4021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  <p:sp>
        <p:nvSpPr>
          <p:cNvPr id="16" name="PIC_Bandeau_Line"/>
          <p:cNvSpPr>
            <a:spLocks noChangeShapeType="1"/>
          </p:cNvSpPr>
          <p:nvPr/>
        </p:nvSpPr>
        <p:spPr bwMode="auto">
          <a:xfrm>
            <a:off x="622300" y="687388"/>
            <a:ext cx="10769600" cy="0"/>
          </a:xfrm>
          <a:prstGeom prst="line">
            <a:avLst/>
          </a:prstGeom>
          <a:noFill/>
          <a:ln w="19050">
            <a:solidFill>
              <a:srgbClr val="0070C0"/>
            </a:solidFill>
            <a:round/>
            <a:headEnd/>
            <a:tailEnd/>
          </a:ln>
        </p:spPr>
        <p:txBody>
          <a:bodyPr/>
          <a:lstStyle/>
          <a:p>
            <a:endParaRPr lang="fr-FR"/>
          </a:p>
        </p:txBody>
      </p:sp>
      <p:sp>
        <p:nvSpPr>
          <p:cNvPr id="17" name="PIC_Bandeau_Rect_Top"/>
          <p:cNvSpPr>
            <a:spLocks noChangeArrowheads="1"/>
          </p:cNvSpPr>
          <p:nvPr/>
        </p:nvSpPr>
        <p:spPr bwMode="auto">
          <a:xfrm>
            <a:off x="0" y="-9128"/>
            <a:ext cx="152400" cy="2295128"/>
          </a:xfrm>
          <a:prstGeom prst="rect">
            <a:avLst/>
          </a:prstGeom>
          <a:solidFill>
            <a:srgbClr val="99CC0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sp>
        <p:nvSpPr>
          <p:cNvPr id="18" name="PIC_Bandeau_Rect_Mid"/>
          <p:cNvSpPr>
            <a:spLocks noChangeArrowheads="1"/>
          </p:cNvSpPr>
          <p:nvPr/>
        </p:nvSpPr>
        <p:spPr bwMode="auto">
          <a:xfrm>
            <a:off x="0" y="2286000"/>
            <a:ext cx="152400" cy="22860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sp>
        <p:nvSpPr>
          <p:cNvPr id="19" name="PIC_Bandeau_Rect_Bot"/>
          <p:cNvSpPr>
            <a:spLocks noChangeArrowheads="1"/>
          </p:cNvSpPr>
          <p:nvPr/>
        </p:nvSpPr>
        <p:spPr bwMode="auto">
          <a:xfrm>
            <a:off x="0" y="4560886"/>
            <a:ext cx="152400" cy="2286000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pic>
        <p:nvPicPr>
          <p:cNvPr id="20" name="PIC_Bandeau_Logo" descr="image.jpe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470314" y="20203"/>
            <a:ext cx="721686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204157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numéro de diapositive 2"/>
          <p:cNvSpPr>
            <a:spLocks noGrp="1"/>
          </p:cNvSpPr>
          <p:nvPr>
            <p:ph type="sldNum" sz="quarter" idx="12"/>
          </p:nvPr>
        </p:nvSpPr>
        <p:spPr>
          <a:xfrm>
            <a:off x="9271000" y="6207125"/>
            <a:ext cx="2844800" cy="457200"/>
          </a:xfrm>
        </p:spPr>
        <p:txBody>
          <a:bodyPr wrap="square" anchor="t">
            <a:normAutofit/>
          </a:bodyPr>
          <a:lstStyle/>
          <a:p>
            <a:pPr>
              <a:spcAft>
                <a:spcPts val="600"/>
              </a:spcAft>
              <a:defRPr/>
            </a:pPr>
            <a:fld id="{156ABF86-EFC2-454D-AD05-896C81F76FA1}" type="slidenum">
              <a:rPr lang="fr-FR" smtClean="0"/>
              <a:pPr>
                <a:spcAft>
                  <a:spcPts val="600"/>
                </a:spcAft>
                <a:defRPr/>
              </a:pPr>
              <a:t>12</a:t>
            </a:fld>
            <a:endParaRPr lang="fr-FR"/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E7EB6DA0-ECEB-86C6-352C-787EA6FAAB69}"/>
              </a:ext>
            </a:extLst>
          </p:cNvPr>
          <p:cNvSpPr txBox="1"/>
          <p:nvPr/>
        </p:nvSpPr>
        <p:spPr>
          <a:xfrm>
            <a:off x="633234" y="120005"/>
            <a:ext cx="10476482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>
            <a:defPPr>
              <a:defRPr lang="fr-FR"/>
            </a:defPPr>
            <a:lvl1pPr>
              <a:defRPr sz="24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 panose="020F0502020204030204" pitchFamily="34" charset="0"/>
                <a:ea typeface="Times New Roman" panose="02020603050405020304" pitchFamily="18" charset="0"/>
              </a:defRPr>
            </a:lvl1pPr>
          </a:lstStyle>
          <a:p>
            <a:r>
              <a:rPr lang="fr-FR" dirty="0" sz="2400" b="1">
                <a:effectLst/>
                <a:latin typeface="Calibri" panose="020F0502020204030204" pitchFamily="34" charset="0"/>
              </a:rPr>
              <a:t>6. Le formateur a bien expliqué (objectifs, contenus…)</a:t>
            </a:r>
          </a:p>
        </p:txBody>
      </p:sp>
      <p:grpSp>
        <p:nvGrpSpPr>
          <p:cNvPr id="4" name="Groupe 3">
            <a:extLst>
              <a:ext uri="{FF2B5EF4-FFF2-40B4-BE49-F238E27FC236}">
                <a16:creationId xmlns:a16="http://schemas.microsoft.com/office/drawing/2014/main" id="{27579D61-6025-9D40-1564-0CCEA97E6A0B}"/>
              </a:ext>
            </a:extLst>
          </p:cNvPr>
          <p:cNvGrpSpPr/>
          <p:nvPr/>
        </p:nvGrpSpPr>
        <p:grpSpPr>
          <a:xfrm>
            <a:off x="9232592" y="1876755"/>
            <a:ext cx="2276869" cy="3104489"/>
            <a:chOff x="9375619" y="1843456"/>
            <a:chExt cx="2276869" cy="3104489"/>
          </a:xfrm>
        </p:grpSpPr>
        <p:grpSp>
          <p:nvGrpSpPr>
            <p:cNvPr id="5" name="Groupe 4">
              <a:extLst>
                <a:ext uri="{FF2B5EF4-FFF2-40B4-BE49-F238E27FC236}">
                  <a16:creationId xmlns:a16="http://schemas.microsoft.com/office/drawing/2014/main" id="{05E9768F-36A6-8477-C645-BB26EB088201}"/>
                </a:ext>
              </a:extLst>
            </p:cNvPr>
            <p:cNvGrpSpPr/>
            <p:nvPr/>
          </p:nvGrpSpPr>
          <p:grpSpPr>
            <a:xfrm>
              <a:off x="9375619" y="1843456"/>
              <a:ext cx="576051" cy="3104489"/>
              <a:chOff x="9424517" y="1534516"/>
              <a:chExt cx="576051" cy="3104489"/>
            </a:xfrm>
          </p:grpSpPr>
          <p:pic>
            <p:nvPicPr>
              <p:cNvPr id="10" name="Image 9">
                <a:extLst>
                  <a:ext uri="{FF2B5EF4-FFF2-40B4-BE49-F238E27FC236}">
                    <a16:creationId xmlns:a16="http://schemas.microsoft.com/office/drawing/2014/main" id="{4C23986F-34CE-F6F0-8765-AC7CEBC8AD8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9424517" y="1534516"/>
                <a:ext cx="540000" cy="540000"/>
              </a:xfrm>
              <a:prstGeom prst="rect">
                <a:avLst/>
              </a:prstGeom>
            </p:spPr>
          </p:pic>
          <p:pic>
            <p:nvPicPr>
              <p:cNvPr id="11" name="Image 10">
                <a:extLst>
                  <a:ext uri="{FF2B5EF4-FFF2-40B4-BE49-F238E27FC236}">
                    <a16:creationId xmlns:a16="http://schemas.microsoft.com/office/drawing/2014/main" id="{BA359BD3-3C5E-900C-3DF6-DFF0DBADEA9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9476507" y="2350426"/>
                <a:ext cx="488010" cy="540000"/>
              </a:xfrm>
              <a:prstGeom prst="rect">
                <a:avLst/>
              </a:prstGeom>
            </p:spPr>
          </p:pic>
          <p:pic>
            <p:nvPicPr>
              <p:cNvPr id="12" name="Image 11">
                <a:extLst>
                  <a:ext uri="{FF2B5EF4-FFF2-40B4-BE49-F238E27FC236}">
                    <a16:creationId xmlns:a16="http://schemas.microsoft.com/office/drawing/2014/main" id="{2B05B68A-62E5-ECD8-13D1-DD1A0DDAF80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9449290" y="3238206"/>
                <a:ext cx="490454" cy="468000"/>
              </a:xfrm>
              <a:prstGeom prst="rect">
                <a:avLst/>
              </a:prstGeom>
            </p:spPr>
          </p:pic>
          <p:pic>
            <p:nvPicPr>
              <p:cNvPr id="13" name="Image 12">
                <a:extLst>
                  <a:ext uri="{FF2B5EF4-FFF2-40B4-BE49-F238E27FC236}">
                    <a16:creationId xmlns:a16="http://schemas.microsoft.com/office/drawing/2014/main" id="{C041A046-C6B8-0D5A-B124-0679C4D50C8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9440455" y="4099005"/>
                <a:ext cx="560113" cy="540000"/>
              </a:xfrm>
              <a:prstGeom prst="rect">
                <a:avLst/>
              </a:prstGeom>
            </p:spPr>
          </p:pic>
        </p:grpSp>
        <p:sp>
          <p:nvSpPr>
            <p:cNvPr id="6" name="ZoneTexte 5">
              <a:extLst>
                <a:ext uri="{FF2B5EF4-FFF2-40B4-BE49-F238E27FC236}">
                  <a16:creationId xmlns:a16="http://schemas.microsoft.com/office/drawing/2014/main" id="{039B8D37-16C0-0F8F-2541-8D8E1ED4060C}"/>
                </a:ext>
              </a:extLst>
            </p:cNvPr>
            <p:cNvSpPr txBox="1"/>
            <p:nvPr/>
          </p:nvSpPr>
          <p:spPr>
            <a:xfrm>
              <a:off x="10080404" y="1928790"/>
              <a:ext cx="1572084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Très satisfait</a:t>
              </a:r>
            </a:p>
          </p:txBody>
        </p:sp>
        <p:sp>
          <p:nvSpPr>
            <p:cNvPr id="7" name="ZoneTexte 6">
              <a:extLst>
                <a:ext uri="{FF2B5EF4-FFF2-40B4-BE49-F238E27FC236}">
                  <a16:creationId xmlns:a16="http://schemas.microsoft.com/office/drawing/2014/main" id="{1AF46A33-7535-6F4D-A1E1-20DEE8DBF5ED}"/>
                </a:ext>
              </a:extLst>
            </p:cNvPr>
            <p:cNvSpPr txBox="1"/>
            <p:nvPr/>
          </p:nvSpPr>
          <p:spPr>
            <a:xfrm>
              <a:off x="10105396" y="2744700"/>
              <a:ext cx="1176007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Satisfait</a:t>
              </a:r>
            </a:p>
          </p:txBody>
        </p:sp>
        <p:sp>
          <p:nvSpPr>
            <p:cNvPr id="8" name="ZoneTexte 7">
              <a:extLst>
                <a:ext uri="{FF2B5EF4-FFF2-40B4-BE49-F238E27FC236}">
                  <a16:creationId xmlns:a16="http://schemas.microsoft.com/office/drawing/2014/main" id="{713C1772-BEE3-BB51-D587-EC49F350A5BB}"/>
                </a:ext>
              </a:extLst>
            </p:cNvPr>
            <p:cNvSpPr txBox="1"/>
            <p:nvPr/>
          </p:nvSpPr>
          <p:spPr>
            <a:xfrm>
              <a:off x="10132291" y="3642635"/>
              <a:ext cx="1122218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Déçu</a:t>
              </a:r>
            </a:p>
          </p:txBody>
        </p:sp>
        <p:sp>
          <p:nvSpPr>
            <p:cNvPr id="9" name="ZoneTexte 8">
              <a:extLst>
                <a:ext uri="{FF2B5EF4-FFF2-40B4-BE49-F238E27FC236}">
                  <a16:creationId xmlns:a16="http://schemas.microsoft.com/office/drawing/2014/main" id="{890F1B6D-E7B9-004B-3D0C-96E4A0D8F885}"/>
                </a:ext>
              </a:extLst>
            </p:cNvPr>
            <p:cNvSpPr txBox="1"/>
            <p:nvPr/>
          </p:nvSpPr>
          <p:spPr>
            <a:xfrm>
              <a:off x="10105396" y="4540570"/>
              <a:ext cx="1303142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 sz="1800" b="0" i="0" u="none" strike="noStrike">
                  <a:solidFill>
                    <a:srgbClr val="000000"/>
                  </a:solidFill>
                  <a:effectLst/>
                  <a:latin typeface="Calibri" panose="020F0502020204030204" pitchFamily="34" charset="0"/>
                </a:rPr>
                <a:t>Très déçu</a:t>
              </a:r>
              <a:r>
                <a:rPr lang="fr-FR"/>
                <a:t> </a:t>
              </a:r>
            </a:p>
          </p:txBody>
        </p:sp>
      </p:grpSp>
      <p:graphicFrame>
        <p:nvGraphicFramePr>
          <p:cNvPr id="15" name="Graphique 14">
            <a:extLst>
              <a:ext uri="{FF2B5EF4-FFF2-40B4-BE49-F238E27FC236}">
                <a16:creationId xmlns:a16="http://schemas.microsoft.com/office/drawing/2014/main" id="{A69BEB2A-4AD2-BE8F-4D08-C5C54EFEF9A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1513403"/>
              </p:ext>
            </p:extLst>
          </p:nvPr>
        </p:nvGraphicFramePr>
        <p:xfrm>
          <a:off x="633234" y="871111"/>
          <a:ext cx="8128799" cy="4021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  <p:sp>
        <p:nvSpPr>
          <p:cNvPr id="16" name="PIC_Bandeau_Line"/>
          <p:cNvSpPr>
            <a:spLocks noChangeShapeType="1"/>
          </p:cNvSpPr>
          <p:nvPr/>
        </p:nvSpPr>
        <p:spPr bwMode="auto">
          <a:xfrm>
            <a:off x="622300" y="687388"/>
            <a:ext cx="10769600" cy="0"/>
          </a:xfrm>
          <a:prstGeom prst="line">
            <a:avLst/>
          </a:prstGeom>
          <a:noFill/>
          <a:ln w="19050">
            <a:solidFill>
              <a:srgbClr val="0070C0"/>
            </a:solidFill>
            <a:round/>
            <a:headEnd/>
            <a:tailEnd/>
          </a:ln>
        </p:spPr>
        <p:txBody>
          <a:bodyPr/>
          <a:lstStyle/>
          <a:p>
            <a:endParaRPr lang="fr-FR"/>
          </a:p>
        </p:txBody>
      </p:sp>
      <p:sp>
        <p:nvSpPr>
          <p:cNvPr id="17" name="PIC_Bandeau_Rect_Top"/>
          <p:cNvSpPr>
            <a:spLocks noChangeArrowheads="1"/>
          </p:cNvSpPr>
          <p:nvPr/>
        </p:nvSpPr>
        <p:spPr bwMode="auto">
          <a:xfrm>
            <a:off x="0" y="-9128"/>
            <a:ext cx="152400" cy="2295128"/>
          </a:xfrm>
          <a:prstGeom prst="rect">
            <a:avLst/>
          </a:prstGeom>
          <a:solidFill>
            <a:srgbClr val="99CC0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sp>
        <p:nvSpPr>
          <p:cNvPr id="18" name="PIC_Bandeau_Rect_Mid"/>
          <p:cNvSpPr>
            <a:spLocks noChangeArrowheads="1"/>
          </p:cNvSpPr>
          <p:nvPr/>
        </p:nvSpPr>
        <p:spPr bwMode="auto">
          <a:xfrm>
            <a:off x="0" y="2286000"/>
            <a:ext cx="152400" cy="22860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sp>
        <p:nvSpPr>
          <p:cNvPr id="19" name="PIC_Bandeau_Rect_Bot"/>
          <p:cNvSpPr>
            <a:spLocks noChangeArrowheads="1"/>
          </p:cNvSpPr>
          <p:nvPr/>
        </p:nvSpPr>
        <p:spPr bwMode="auto">
          <a:xfrm>
            <a:off x="0" y="4560886"/>
            <a:ext cx="152400" cy="2286000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pic>
        <p:nvPicPr>
          <p:cNvPr id="20" name="PIC_Bandeau_Logo" descr="image.jpe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470314" y="20203"/>
            <a:ext cx="721686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582033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numéro de diapositive 2"/>
          <p:cNvSpPr>
            <a:spLocks noGrp="1"/>
          </p:cNvSpPr>
          <p:nvPr>
            <p:ph type="sldNum" sz="quarter" idx="12"/>
          </p:nvPr>
        </p:nvSpPr>
        <p:spPr>
          <a:xfrm>
            <a:off x="9271000" y="6207125"/>
            <a:ext cx="2844800" cy="457200"/>
          </a:xfrm>
        </p:spPr>
        <p:txBody>
          <a:bodyPr wrap="square" anchor="t">
            <a:normAutofit/>
          </a:bodyPr>
          <a:lstStyle/>
          <a:p>
            <a:pPr>
              <a:spcAft>
                <a:spcPts val="600"/>
              </a:spcAft>
              <a:defRPr/>
            </a:pPr>
            <a:fld id="{156ABF86-EFC2-454D-AD05-896C81F76FA1}" type="slidenum">
              <a:rPr lang="fr-FR" smtClean="0"/>
              <a:pPr>
                <a:spcAft>
                  <a:spcPts val="600"/>
                </a:spcAft>
                <a:defRPr/>
              </a:pPr>
              <a:t>13</a:t>
            </a:fld>
            <a:endParaRPr lang="fr-FR"/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90D73DDF-1BFE-B63B-ACA4-3A1EA51E97F6}"/>
              </a:ext>
            </a:extLst>
          </p:cNvPr>
          <p:cNvSpPr txBox="1"/>
          <p:nvPr/>
        </p:nvSpPr>
        <p:spPr>
          <a:xfrm>
            <a:off x="633234" y="120005"/>
            <a:ext cx="10476482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>
            <a:defPPr>
              <a:defRPr lang="fr-FR"/>
            </a:defPPr>
            <a:lvl1pPr>
              <a:defRPr sz="24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 panose="020F0502020204030204" pitchFamily="34" charset="0"/>
                <a:ea typeface="Times New Roman" panose="02020603050405020304" pitchFamily="18" charset="0"/>
              </a:defRPr>
            </a:lvl1pPr>
          </a:lstStyle>
          <a:p>
            <a:r>
              <a:rPr lang="fr-FR" dirty="0" sz="2400" b="1">
                <a:effectLst/>
                <a:latin typeface="Calibri" panose="020F0502020204030204" pitchFamily="34" charset="0"/>
              </a:rPr>
              <a:t>7. Les supports étaient adaptés (photos, vidéos…)</a:t>
            </a:r>
          </a:p>
        </p:txBody>
      </p:sp>
      <p:grpSp>
        <p:nvGrpSpPr>
          <p:cNvPr id="4" name="Groupe 3">
            <a:extLst>
              <a:ext uri="{FF2B5EF4-FFF2-40B4-BE49-F238E27FC236}">
                <a16:creationId xmlns:a16="http://schemas.microsoft.com/office/drawing/2014/main" id="{90F130A6-9121-7D10-9071-1366376C65FD}"/>
              </a:ext>
            </a:extLst>
          </p:cNvPr>
          <p:cNvGrpSpPr/>
          <p:nvPr/>
        </p:nvGrpSpPr>
        <p:grpSpPr>
          <a:xfrm>
            <a:off x="9232592" y="1876755"/>
            <a:ext cx="2276869" cy="3104489"/>
            <a:chOff x="9375619" y="1843456"/>
            <a:chExt cx="2276869" cy="3104489"/>
          </a:xfrm>
        </p:grpSpPr>
        <p:grpSp>
          <p:nvGrpSpPr>
            <p:cNvPr id="5" name="Groupe 4">
              <a:extLst>
                <a:ext uri="{FF2B5EF4-FFF2-40B4-BE49-F238E27FC236}">
                  <a16:creationId xmlns:a16="http://schemas.microsoft.com/office/drawing/2014/main" id="{13E75F30-23C3-6D80-8025-30172A23AC7F}"/>
                </a:ext>
              </a:extLst>
            </p:cNvPr>
            <p:cNvGrpSpPr/>
            <p:nvPr/>
          </p:nvGrpSpPr>
          <p:grpSpPr>
            <a:xfrm>
              <a:off x="9375619" y="1843456"/>
              <a:ext cx="576051" cy="3104489"/>
              <a:chOff x="9424517" y="1534516"/>
              <a:chExt cx="576051" cy="3104489"/>
            </a:xfrm>
          </p:grpSpPr>
          <p:pic>
            <p:nvPicPr>
              <p:cNvPr id="10" name="Image 9">
                <a:extLst>
                  <a:ext uri="{FF2B5EF4-FFF2-40B4-BE49-F238E27FC236}">
                    <a16:creationId xmlns:a16="http://schemas.microsoft.com/office/drawing/2014/main" id="{F2251A6D-3750-1680-7638-AFCA60314A2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9424517" y="1534516"/>
                <a:ext cx="540000" cy="540000"/>
              </a:xfrm>
              <a:prstGeom prst="rect">
                <a:avLst/>
              </a:prstGeom>
            </p:spPr>
          </p:pic>
          <p:pic>
            <p:nvPicPr>
              <p:cNvPr id="11" name="Image 10">
                <a:extLst>
                  <a:ext uri="{FF2B5EF4-FFF2-40B4-BE49-F238E27FC236}">
                    <a16:creationId xmlns:a16="http://schemas.microsoft.com/office/drawing/2014/main" id="{3CE762DD-0F17-933D-47C9-F6841854827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9476507" y="2350426"/>
                <a:ext cx="488010" cy="540000"/>
              </a:xfrm>
              <a:prstGeom prst="rect">
                <a:avLst/>
              </a:prstGeom>
            </p:spPr>
          </p:pic>
          <p:pic>
            <p:nvPicPr>
              <p:cNvPr id="12" name="Image 11">
                <a:extLst>
                  <a:ext uri="{FF2B5EF4-FFF2-40B4-BE49-F238E27FC236}">
                    <a16:creationId xmlns:a16="http://schemas.microsoft.com/office/drawing/2014/main" id="{DC72C2BC-B53D-36F9-E04A-4C8F065953D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9449290" y="3238206"/>
                <a:ext cx="490454" cy="468000"/>
              </a:xfrm>
              <a:prstGeom prst="rect">
                <a:avLst/>
              </a:prstGeom>
            </p:spPr>
          </p:pic>
          <p:pic>
            <p:nvPicPr>
              <p:cNvPr id="13" name="Image 12">
                <a:extLst>
                  <a:ext uri="{FF2B5EF4-FFF2-40B4-BE49-F238E27FC236}">
                    <a16:creationId xmlns:a16="http://schemas.microsoft.com/office/drawing/2014/main" id="{F437585C-0CD1-D168-12C5-6E67892EB86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9440455" y="4099005"/>
                <a:ext cx="560113" cy="540000"/>
              </a:xfrm>
              <a:prstGeom prst="rect">
                <a:avLst/>
              </a:prstGeom>
            </p:spPr>
          </p:pic>
        </p:grpSp>
        <p:sp>
          <p:nvSpPr>
            <p:cNvPr id="6" name="ZoneTexte 5">
              <a:extLst>
                <a:ext uri="{FF2B5EF4-FFF2-40B4-BE49-F238E27FC236}">
                  <a16:creationId xmlns:a16="http://schemas.microsoft.com/office/drawing/2014/main" id="{67A1B1E8-BA22-C803-8F40-F0236D96859F}"/>
                </a:ext>
              </a:extLst>
            </p:cNvPr>
            <p:cNvSpPr txBox="1"/>
            <p:nvPr/>
          </p:nvSpPr>
          <p:spPr>
            <a:xfrm>
              <a:off x="10080404" y="1928790"/>
              <a:ext cx="1572084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Très satisfait</a:t>
              </a:r>
            </a:p>
          </p:txBody>
        </p:sp>
        <p:sp>
          <p:nvSpPr>
            <p:cNvPr id="7" name="ZoneTexte 6">
              <a:extLst>
                <a:ext uri="{FF2B5EF4-FFF2-40B4-BE49-F238E27FC236}">
                  <a16:creationId xmlns:a16="http://schemas.microsoft.com/office/drawing/2014/main" id="{1BBFF049-99D3-AC89-23FF-FF9DE6B8BBC4}"/>
                </a:ext>
              </a:extLst>
            </p:cNvPr>
            <p:cNvSpPr txBox="1"/>
            <p:nvPr/>
          </p:nvSpPr>
          <p:spPr>
            <a:xfrm>
              <a:off x="10105396" y="2744700"/>
              <a:ext cx="1176007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Satisfait</a:t>
              </a:r>
            </a:p>
          </p:txBody>
        </p:sp>
        <p:sp>
          <p:nvSpPr>
            <p:cNvPr id="8" name="ZoneTexte 7">
              <a:extLst>
                <a:ext uri="{FF2B5EF4-FFF2-40B4-BE49-F238E27FC236}">
                  <a16:creationId xmlns:a16="http://schemas.microsoft.com/office/drawing/2014/main" id="{8FFD13E0-1684-8D7F-E40E-1D44E57BEA1A}"/>
                </a:ext>
              </a:extLst>
            </p:cNvPr>
            <p:cNvSpPr txBox="1"/>
            <p:nvPr/>
          </p:nvSpPr>
          <p:spPr>
            <a:xfrm>
              <a:off x="10132291" y="3642635"/>
              <a:ext cx="1122218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Déçu</a:t>
              </a:r>
            </a:p>
          </p:txBody>
        </p:sp>
        <p:sp>
          <p:nvSpPr>
            <p:cNvPr id="9" name="ZoneTexte 8">
              <a:extLst>
                <a:ext uri="{FF2B5EF4-FFF2-40B4-BE49-F238E27FC236}">
                  <a16:creationId xmlns:a16="http://schemas.microsoft.com/office/drawing/2014/main" id="{5730AE2E-7EF8-E0CB-8A59-02944FF59432}"/>
                </a:ext>
              </a:extLst>
            </p:cNvPr>
            <p:cNvSpPr txBox="1"/>
            <p:nvPr/>
          </p:nvSpPr>
          <p:spPr>
            <a:xfrm>
              <a:off x="10105396" y="4540570"/>
              <a:ext cx="1303142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 sz="1800" b="0" i="0" u="none" strike="noStrike">
                  <a:solidFill>
                    <a:srgbClr val="000000"/>
                  </a:solidFill>
                  <a:effectLst/>
                  <a:latin typeface="Calibri" panose="020F0502020204030204" pitchFamily="34" charset="0"/>
                </a:rPr>
                <a:t>Très déçu</a:t>
              </a:r>
              <a:r>
                <a:rPr lang="fr-FR"/>
                <a:t> </a:t>
              </a:r>
            </a:p>
          </p:txBody>
        </p:sp>
      </p:grpSp>
      <p:graphicFrame>
        <p:nvGraphicFramePr>
          <p:cNvPr id="14" name="Graphique 13">
            <a:extLst>
              <a:ext uri="{FF2B5EF4-FFF2-40B4-BE49-F238E27FC236}">
                <a16:creationId xmlns:a16="http://schemas.microsoft.com/office/drawing/2014/main" id="{E3B72F12-C928-870F-EE1D-C1901EFFC06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1513403"/>
              </p:ext>
            </p:extLst>
          </p:nvPr>
        </p:nvGraphicFramePr>
        <p:xfrm>
          <a:off x="633234" y="871111"/>
          <a:ext cx="8128799" cy="4021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  <p:sp>
        <p:nvSpPr>
          <p:cNvPr id="15" name="PIC_Bandeau_Line"/>
          <p:cNvSpPr>
            <a:spLocks noChangeShapeType="1"/>
          </p:cNvSpPr>
          <p:nvPr/>
        </p:nvSpPr>
        <p:spPr bwMode="auto">
          <a:xfrm>
            <a:off x="622300" y="687388"/>
            <a:ext cx="10769600" cy="0"/>
          </a:xfrm>
          <a:prstGeom prst="line">
            <a:avLst/>
          </a:prstGeom>
          <a:noFill/>
          <a:ln w="19050">
            <a:solidFill>
              <a:srgbClr val="0070C0"/>
            </a:solidFill>
            <a:round/>
            <a:headEnd/>
            <a:tailEnd/>
          </a:ln>
        </p:spPr>
        <p:txBody>
          <a:bodyPr/>
          <a:lstStyle/>
          <a:p>
            <a:endParaRPr lang="fr-FR"/>
          </a:p>
        </p:txBody>
      </p:sp>
      <p:sp>
        <p:nvSpPr>
          <p:cNvPr id="16" name="PIC_Bandeau_Rect_Top"/>
          <p:cNvSpPr>
            <a:spLocks noChangeArrowheads="1"/>
          </p:cNvSpPr>
          <p:nvPr/>
        </p:nvSpPr>
        <p:spPr bwMode="auto">
          <a:xfrm>
            <a:off x="0" y="-9128"/>
            <a:ext cx="152400" cy="2295128"/>
          </a:xfrm>
          <a:prstGeom prst="rect">
            <a:avLst/>
          </a:prstGeom>
          <a:solidFill>
            <a:srgbClr val="99CC0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sp>
        <p:nvSpPr>
          <p:cNvPr id="17" name="PIC_Bandeau_Rect_Mid"/>
          <p:cNvSpPr>
            <a:spLocks noChangeArrowheads="1"/>
          </p:cNvSpPr>
          <p:nvPr/>
        </p:nvSpPr>
        <p:spPr bwMode="auto">
          <a:xfrm>
            <a:off x="0" y="2286000"/>
            <a:ext cx="152400" cy="22860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sp>
        <p:nvSpPr>
          <p:cNvPr id="18" name="PIC_Bandeau_Rect_Bot"/>
          <p:cNvSpPr>
            <a:spLocks noChangeArrowheads="1"/>
          </p:cNvSpPr>
          <p:nvPr/>
        </p:nvSpPr>
        <p:spPr bwMode="auto">
          <a:xfrm>
            <a:off x="0" y="4560886"/>
            <a:ext cx="152400" cy="2286000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pic>
        <p:nvPicPr>
          <p:cNvPr id="19" name="PIC_Bandeau_Logo" descr="image.jpe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470314" y="20203"/>
            <a:ext cx="721686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174159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numéro de diapositive 2"/>
          <p:cNvSpPr>
            <a:spLocks noGrp="1"/>
          </p:cNvSpPr>
          <p:nvPr>
            <p:ph type="sldNum" sz="quarter" idx="12"/>
          </p:nvPr>
        </p:nvSpPr>
        <p:spPr>
          <a:xfrm>
            <a:off x="9271000" y="6207125"/>
            <a:ext cx="2844800" cy="457200"/>
          </a:xfrm>
        </p:spPr>
        <p:txBody>
          <a:bodyPr wrap="square" anchor="t">
            <a:normAutofit/>
          </a:bodyPr>
          <a:lstStyle/>
          <a:p>
            <a:pPr>
              <a:spcAft>
                <a:spcPts val="600"/>
              </a:spcAft>
              <a:defRPr/>
            </a:pPr>
            <a:fld id="{156ABF86-EFC2-454D-AD05-896C81F76FA1}" type="slidenum">
              <a:rPr lang="fr-FR" smtClean="0"/>
              <a:pPr>
                <a:spcAft>
                  <a:spcPts val="600"/>
                </a:spcAft>
                <a:defRPr/>
              </a:pPr>
              <a:t>14</a:t>
            </a:fld>
            <a:endParaRPr lang="fr-FR"/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4AD7BE27-A40E-BBE9-339B-A85B2ECDCAAF}"/>
              </a:ext>
            </a:extLst>
          </p:cNvPr>
          <p:cNvSpPr txBox="1"/>
          <p:nvPr/>
        </p:nvSpPr>
        <p:spPr>
          <a:xfrm>
            <a:off x="633234" y="120005"/>
            <a:ext cx="10476482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>
            <a:defPPr>
              <a:defRPr lang="fr-FR"/>
            </a:defPPr>
            <a:lvl1pPr>
              <a:defRPr sz="24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 panose="020F0502020204030204" pitchFamily="34" charset="0"/>
                <a:ea typeface="Times New Roman" panose="02020603050405020304" pitchFamily="18" charset="0"/>
              </a:defRPr>
            </a:lvl1pPr>
          </a:lstStyle>
          <a:p>
            <a:r>
              <a:rPr lang="fr-FR" sz="2400" b="1">
                <a:effectLst/>
                <a:latin typeface="Calibri" panose="020F0502020204030204" pitchFamily="34" charset="0"/>
              </a:rPr>
              <a:t>8. Le formateur a pris en compte mes difficultés </a:t>
            </a:r>
          </a:p>
        </p:txBody>
      </p:sp>
      <p:grpSp>
        <p:nvGrpSpPr>
          <p:cNvPr id="4" name="Groupe 3">
            <a:extLst>
              <a:ext uri="{FF2B5EF4-FFF2-40B4-BE49-F238E27FC236}">
                <a16:creationId xmlns:a16="http://schemas.microsoft.com/office/drawing/2014/main" id="{FFF8D6DA-1624-031A-E64B-2136FEDAE04E}"/>
              </a:ext>
            </a:extLst>
          </p:cNvPr>
          <p:cNvGrpSpPr/>
          <p:nvPr/>
        </p:nvGrpSpPr>
        <p:grpSpPr>
          <a:xfrm>
            <a:off x="9232592" y="1876755"/>
            <a:ext cx="2276869" cy="3104489"/>
            <a:chOff x="9375619" y="1843456"/>
            <a:chExt cx="2276869" cy="3104489"/>
          </a:xfrm>
        </p:grpSpPr>
        <p:grpSp>
          <p:nvGrpSpPr>
            <p:cNvPr id="5" name="Groupe 4">
              <a:extLst>
                <a:ext uri="{FF2B5EF4-FFF2-40B4-BE49-F238E27FC236}">
                  <a16:creationId xmlns:a16="http://schemas.microsoft.com/office/drawing/2014/main" id="{0618FC8C-D3BF-CA52-8774-D7952B0A1F39}"/>
                </a:ext>
              </a:extLst>
            </p:cNvPr>
            <p:cNvGrpSpPr/>
            <p:nvPr/>
          </p:nvGrpSpPr>
          <p:grpSpPr>
            <a:xfrm>
              <a:off x="9375619" y="1843456"/>
              <a:ext cx="576051" cy="3104489"/>
              <a:chOff x="9424517" y="1534516"/>
              <a:chExt cx="576051" cy="3104489"/>
            </a:xfrm>
          </p:grpSpPr>
          <p:pic>
            <p:nvPicPr>
              <p:cNvPr id="10" name="Image 9">
                <a:extLst>
                  <a:ext uri="{FF2B5EF4-FFF2-40B4-BE49-F238E27FC236}">
                    <a16:creationId xmlns:a16="http://schemas.microsoft.com/office/drawing/2014/main" id="{AFAEECC3-413C-A3C3-4878-D0AB9BF1B97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9424517" y="1534516"/>
                <a:ext cx="540000" cy="540000"/>
              </a:xfrm>
              <a:prstGeom prst="rect">
                <a:avLst/>
              </a:prstGeom>
            </p:spPr>
          </p:pic>
          <p:pic>
            <p:nvPicPr>
              <p:cNvPr id="11" name="Image 10">
                <a:extLst>
                  <a:ext uri="{FF2B5EF4-FFF2-40B4-BE49-F238E27FC236}">
                    <a16:creationId xmlns:a16="http://schemas.microsoft.com/office/drawing/2014/main" id="{3532D763-5B33-AA5B-F804-3BE65534205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9476507" y="2350426"/>
                <a:ext cx="488010" cy="540000"/>
              </a:xfrm>
              <a:prstGeom prst="rect">
                <a:avLst/>
              </a:prstGeom>
            </p:spPr>
          </p:pic>
          <p:pic>
            <p:nvPicPr>
              <p:cNvPr id="12" name="Image 11">
                <a:extLst>
                  <a:ext uri="{FF2B5EF4-FFF2-40B4-BE49-F238E27FC236}">
                    <a16:creationId xmlns:a16="http://schemas.microsoft.com/office/drawing/2014/main" id="{F7B07820-8BAD-BC13-E349-49740940987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9449290" y="3238206"/>
                <a:ext cx="490454" cy="468000"/>
              </a:xfrm>
              <a:prstGeom prst="rect">
                <a:avLst/>
              </a:prstGeom>
            </p:spPr>
          </p:pic>
          <p:pic>
            <p:nvPicPr>
              <p:cNvPr id="13" name="Image 12">
                <a:extLst>
                  <a:ext uri="{FF2B5EF4-FFF2-40B4-BE49-F238E27FC236}">
                    <a16:creationId xmlns:a16="http://schemas.microsoft.com/office/drawing/2014/main" id="{9EC7CF88-6CFD-5E26-8787-B4B77B11FEC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9440455" y="4099005"/>
                <a:ext cx="560113" cy="540000"/>
              </a:xfrm>
              <a:prstGeom prst="rect">
                <a:avLst/>
              </a:prstGeom>
            </p:spPr>
          </p:pic>
        </p:grpSp>
        <p:sp>
          <p:nvSpPr>
            <p:cNvPr id="6" name="ZoneTexte 5">
              <a:extLst>
                <a:ext uri="{FF2B5EF4-FFF2-40B4-BE49-F238E27FC236}">
                  <a16:creationId xmlns:a16="http://schemas.microsoft.com/office/drawing/2014/main" id="{C79D2978-BDB6-4902-F6C8-D04EA957314F}"/>
                </a:ext>
              </a:extLst>
            </p:cNvPr>
            <p:cNvSpPr txBox="1"/>
            <p:nvPr/>
          </p:nvSpPr>
          <p:spPr>
            <a:xfrm>
              <a:off x="10080404" y="1928790"/>
              <a:ext cx="1572084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Très satisfait</a:t>
              </a:r>
            </a:p>
          </p:txBody>
        </p:sp>
        <p:sp>
          <p:nvSpPr>
            <p:cNvPr id="7" name="ZoneTexte 6">
              <a:extLst>
                <a:ext uri="{FF2B5EF4-FFF2-40B4-BE49-F238E27FC236}">
                  <a16:creationId xmlns:a16="http://schemas.microsoft.com/office/drawing/2014/main" id="{2EDD911E-A93D-449B-4C22-8177E7721C19}"/>
                </a:ext>
              </a:extLst>
            </p:cNvPr>
            <p:cNvSpPr txBox="1"/>
            <p:nvPr/>
          </p:nvSpPr>
          <p:spPr>
            <a:xfrm>
              <a:off x="10105396" y="2744700"/>
              <a:ext cx="1176007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Satisfait</a:t>
              </a:r>
            </a:p>
          </p:txBody>
        </p:sp>
        <p:sp>
          <p:nvSpPr>
            <p:cNvPr id="8" name="ZoneTexte 7">
              <a:extLst>
                <a:ext uri="{FF2B5EF4-FFF2-40B4-BE49-F238E27FC236}">
                  <a16:creationId xmlns:a16="http://schemas.microsoft.com/office/drawing/2014/main" id="{123859C9-9FB0-A114-1FDC-A9F6B111B7EE}"/>
                </a:ext>
              </a:extLst>
            </p:cNvPr>
            <p:cNvSpPr txBox="1"/>
            <p:nvPr/>
          </p:nvSpPr>
          <p:spPr>
            <a:xfrm>
              <a:off x="10132291" y="3642635"/>
              <a:ext cx="1122218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Déçu</a:t>
              </a:r>
            </a:p>
          </p:txBody>
        </p:sp>
        <p:sp>
          <p:nvSpPr>
            <p:cNvPr id="9" name="ZoneTexte 8">
              <a:extLst>
                <a:ext uri="{FF2B5EF4-FFF2-40B4-BE49-F238E27FC236}">
                  <a16:creationId xmlns:a16="http://schemas.microsoft.com/office/drawing/2014/main" id="{D713FC9B-13CE-BD57-A2B3-5054F7793A73}"/>
                </a:ext>
              </a:extLst>
            </p:cNvPr>
            <p:cNvSpPr txBox="1"/>
            <p:nvPr/>
          </p:nvSpPr>
          <p:spPr>
            <a:xfrm>
              <a:off x="10105396" y="4540570"/>
              <a:ext cx="1303142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 sz="1800" b="0" i="0" u="none" strike="noStrike">
                  <a:solidFill>
                    <a:srgbClr val="000000"/>
                  </a:solidFill>
                  <a:effectLst/>
                  <a:latin typeface="Calibri" panose="020F0502020204030204" pitchFamily="34" charset="0"/>
                </a:rPr>
                <a:t>Très déçu</a:t>
              </a:r>
              <a:r>
                <a:rPr lang="fr-FR"/>
                <a:t> </a:t>
              </a:r>
            </a:p>
          </p:txBody>
        </p:sp>
      </p:grpSp>
      <p:graphicFrame>
        <p:nvGraphicFramePr>
          <p:cNvPr id="14" name="Graphique 13">
            <a:extLst>
              <a:ext uri="{FF2B5EF4-FFF2-40B4-BE49-F238E27FC236}">
                <a16:creationId xmlns:a16="http://schemas.microsoft.com/office/drawing/2014/main" id="{3680BA01-CF57-63CA-67AE-EC696A7D15F8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1513403"/>
              </p:ext>
            </p:extLst>
          </p:nvPr>
        </p:nvGraphicFramePr>
        <p:xfrm>
          <a:off x="633234" y="871111"/>
          <a:ext cx="8128799" cy="4021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  <p:sp>
        <p:nvSpPr>
          <p:cNvPr id="15" name="PIC_Bandeau_Line"/>
          <p:cNvSpPr>
            <a:spLocks noChangeShapeType="1"/>
          </p:cNvSpPr>
          <p:nvPr/>
        </p:nvSpPr>
        <p:spPr bwMode="auto">
          <a:xfrm>
            <a:off x="622300" y="687388"/>
            <a:ext cx="10769600" cy="0"/>
          </a:xfrm>
          <a:prstGeom prst="line">
            <a:avLst/>
          </a:prstGeom>
          <a:noFill/>
          <a:ln w="19050">
            <a:solidFill>
              <a:srgbClr val="0070C0"/>
            </a:solidFill>
            <a:round/>
            <a:headEnd/>
            <a:tailEnd/>
          </a:ln>
        </p:spPr>
        <p:txBody>
          <a:bodyPr/>
          <a:lstStyle/>
          <a:p>
            <a:endParaRPr lang="fr-FR"/>
          </a:p>
        </p:txBody>
      </p:sp>
      <p:sp>
        <p:nvSpPr>
          <p:cNvPr id="16" name="PIC_Bandeau_Rect_Top"/>
          <p:cNvSpPr>
            <a:spLocks noChangeArrowheads="1"/>
          </p:cNvSpPr>
          <p:nvPr/>
        </p:nvSpPr>
        <p:spPr bwMode="auto">
          <a:xfrm>
            <a:off x="0" y="-9128"/>
            <a:ext cx="152400" cy="2295128"/>
          </a:xfrm>
          <a:prstGeom prst="rect">
            <a:avLst/>
          </a:prstGeom>
          <a:solidFill>
            <a:srgbClr val="99CC0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sp>
        <p:nvSpPr>
          <p:cNvPr id="17" name="PIC_Bandeau_Rect_Mid"/>
          <p:cNvSpPr>
            <a:spLocks noChangeArrowheads="1"/>
          </p:cNvSpPr>
          <p:nvPr/>
        </p:nvSpPr>
        <p:spPr bwMode="auto">
          <a:xfrm>
            <a:off x="0" y="2286000"/>
            <a:ext cx="152400" cy="22860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sp>
        <p:nvSpPr>
          <p:cNvPr id="18" name="PIC_Bandeau_Rect_Bot"/>
          <p:cNvSpPr>
            <a:spLocks noChangeArrowheads="1"/>
          </p:cNvSpPr>
          <p:nvPr/>
        </p:nvSpPr>
        <p:spPr bwMode="auto">
          <a:xfrm>
            <a:off x="0" y="4560886"/>
            <a:ext cx="152400" cy="2286000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pic>
        <p:nvPicPr>
          <p:cNvPr id="19" name="PIC_Bandeau_Logo" descr="image.jpe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470314" y="20203"/>
            <a:ext cx="721686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19001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numéro de diapositive 2"/>
          <p:cNvSpPr>
            <a:spLocks noGrp="1"/>
          </p:cNvSpPr>
          <p:nvPr>
            <p:ph type="sldNum" sz="quarter" idx="12"/>
          </p:nvPr>
        </p:nvSpPr>
        <p:spPr>
          <a:xfrm>
            <a:off x="9271000" y="6207125"/>
            <a:ext cx="2844800" cy="457200"/>
          </a:xfrm>
        </p:spPr>
        <p:txBody>
          <a:bodyPr wrap="square" anchor="t">
            <a:normAutofit/>
          </a:bodyPr>
          <a:lstStyle/>
          <a:p>
            <a:pPr>
              <a:spcAft>
                <a:spcPts val="600"/>
              </a:spcAft>
              <a:defRPr/>
            </a:pPr>
            <a:fld id="{156ABF86-EFC2-454D-AD05-896C81F76FA1}" type="slidenum">
              <a:rPr lang="fr-FR" smtClean="0"/>
              <a:pPr>
                <a:spcAft>
                  <a:spcPts val="600"/>
                </a:spcAft>
                <a:defRPr/>
              </a:pPr>
              <a:t>15</a:t>
            </a:fld>
            <a:endParaRPr lang="fr-FR"/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352E85EA-DA80-6857-7D14-5478301429E6}"/>
              </a:ext>
            </a:extLst>
          </p:cNvPr>
          <p:cNvSpPr txBox="1"/>
          <p:nvPr/>
        </p:nvSpPr>
        <p:spPr>
          <a:xfrm>
            <a:off x="633234" y="120005"/>
            <a:ext cx="10476482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>
            <a:defPPr>
              <a:defRPr lang="fr-FR"/>
            </a:defPPr>
            <a:lvl1pPr>
              <a:defRPr sz="24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 panose="020F0502020204030204" pitchFamily="34" charset="0"/>
                <a:ea typeface="Times New Roman" panose="02020603050405020304" pitchFamily="18" charset="0"/>
              </a:defRPr>
            </a:lvl1pPr>
          </a:lstStyle>
          <a:p>
            <a:r>
              <a:rPr lang="fr-FR" dirty="0" sz="2400" b="1">
                <a:effectLst/>
                <a:latin typeface="Calibri" panose="020F0502020204030204" pitchFamily="34" charset="0"/>
              </a:rPr>
              <a:t>9. Les jeux &amp; exercices pratiques m’ont aidé à bien comprendre</a:t>
            </a:r>
          </a:p>
        </p:txBody>
      </p:sp>
      <p:grpSp>
        <p:nvGrpSpPr>
          <p:cNvPr id="4" name="Groupe 3">
            <a:extLst>
              <a:ext uri="{FF2B5EF4-FFF2-40B4-BE49-F238E27FC236}">
                <a16:creationId xmlns:a16="http://schemas.microsoft.com/office/drawing/2014/main" id="{8955F131-3683-D7A0-E4DF-CFF6764027F7}"/>
              </a:ext>
            </a:extLst>
          </p:cNvPr>
          <p:cNvGrpSpPr/>
          <p:nvPr/>
        </p:nvGrpSpPr>
        <p:grpSpPr>
          <a:xfrm>
            <a:off x="9232592" y="1876755"/>
            <a:ext cx="2276869" cy="3104489"/>
            <a:chOff x="9375619" y="1843456"/>
            <a:chExt cx="2276869" cy="3104489"/>
          </a:xfrm>
        </p:grpSpPr>
        <p:grpSp>
          <p:nvGrpSpPr>
            <p:cNvPr id="5" name="Groupe 4">
              <a:extLst>
                <a:ext uri="{FF2B5EF4-FFF2-40B4-BE49-F238E27FC236}">
                  <a16:creationId xmlns:a16="http://schemas.microsoft.com/office/drawing/2014/main" id="{DD75E018-AD7B-39A9-ECE9-ED7BC90F4C5E}"/>
                </a:ext>
              </a:extLst>
            </p:cNvPr>
            <p:cNvGrpSpPr/>
            <p:nvPr/>
          </p:nvGrpSpPr>
          <p:grpSpPr>
            <a:xfrm>
              <a:off x="9375619" y="1843456"/>
              <a:ext cx="576051" cy="3104489"/>
              <a:chOff x="9424517" y="1534516"/>
              <a:chExt cx="576051" cy="3104489"/>
            </a:xfrm>
          </p:grpSpPr>
          <p:pic>
            <p:nvPicPr>
              <p:cNvPr id="10" name="Image 9">
                <a:extLst>
                  <a:ext uri="{FF2B5EF4-FFF2-40B4-BE49-F238E27FC236}">
                    <a16:creationId xmlns:a16="http://schemas.microsoft.com/office/drawing/2014/main" id="{6AE31371-11D3-0FD2-539E-1EBAA9C44E4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9424517" y="1534516"/>
                <a:ext cx="540000" cy="540000"/>
              </a:xfrm>
              <a:prstGeom prst="rect">
                <a:avLst/>
              </a:prstGeom>
            </p:spPr>
          </p:pic>
          <p:pic>
            <p:nvPicPr>
              <p:cNvPr id="11" name="Image 10">
                <a:extLst>
                  <a:ext uri="{FF2B5EF4-FFF2-40B4-BE49-F238E27FC236}">
                    <a16:creationId xmlns:a16="http://schemas.microsoft.com/office/drawing/2014/main" id="{C057AFD4-2D38-FAFB-2DE1-A60C0721809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9476507" y="2350426"/>
                <a:ext cx="488010" cy="540000"/>
              </a:xfrm>
              <a:prstGeom prst="rect">
                <a:avLst/>
              </a:prstGeom>
            </p:spPr>
          </p:pic>
          <p:pic>
            <p:nvPicPr>
              <p:cNvPr id="12" name="Image 11">
                <a:extLst>
                  <a:ext uri="{FF2B5EF4-FFF2-40B4-BE49-F238E27FC236}">
                    <a16:creationId xmlns:a16="http://schemas.microsoft.com/office/drawing/2014/main" id="{8D932CFB-CE07-528F-69D2-82CF9BB00B3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9449290" y="3238206"/>
                <a:ext cx="490454" cy="468000"/>
              </a:xfrm>
              <a:prstGeom prst="rect">
                <a:avLst/>
              </a:prstGeom>
            </p:spPr>
          </p:pic>
          <p:pic>
            <p:nvPicPr>
              <p:cNvPr id="13" name="Image 12">
                <a:extLst>
                  <a:ext uri="{FF2B5EF4-FFF2-40B4-BE49-F238E27FC236}">
                    <a16:creationId xmlns:a16="http://schemas.microsoft.com/office/drawing/2014/main" id="{9625A3CD-AB8B-874C-6472-4E0D71AB97F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9440455" y="4099005"/>
                <a:ext cx="560113" cy="540000"/>
              </a:xfrm>
              <a:prstGeom prst="rect">
                <a:avLst/>
              </a:prstGeom>
            </p:spPr>
          </p:pic>
        </p:grpSp>
        <p:sp>
          <p:nvSpPr>
            <p:cNvPr id="6" name="ZoneTexte 5">
              <a:extLst>
                <a:ext uri="{FF2B5EF4-FFF2-40B4-BE49-F238E27FC236}">
                  <a16:creationId xmlns:a16="http://schemas.microsoft.com/office/drawing/2014/main" id="{2E59A549-B86B-4597-2EF5-82C2E876CA45}"/>
                </a:ext>
              </a:extLst>
            </p:cNvPr>
            <p:cNvSpPr txBox="1"/>
            <p:nvPr/>
          </p:nvSpPr>
          <p:spPr>
            <a:xfrm>
              <a:off x="10080404" y="1928790"/>
              <a:ext cx="1572084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Très satisfait</a:t>
              </a:r>
            </a:p>
          </p:txBody>
        </p:sp>
        <p:sp>
          <p:nvSpPr>
            <p:cNvPr id="7" name="ZoneTexte 6">
              <a:extLst>
                <a:ext uri="{FF2B5EF4-FFF2-40B4-BE49-F238E27FC236}">
                  <a16:creationId xmlns:a16="http://schemas.microsoft.com/office/drawing/2014/main" id="{C298A53E-91D2-C7F7-90F5-83AD766A7D9F}"/>
                </a:ext>
              </a:extLst>
            </p:cNvPr>
            <p:cNvSpPr txBox="1"/>
            <p:nvPr/>
          </p:nvSpPr>
          <p:spPr>
            <a:xfrm>
              <a:off x="10105396" y="2744700"/>
              <a:ext cx="1176007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Satisfait</a:t>
              </a:r>
            </a:p>
          </p:txBody>
        </p:sp>
        <p:sp>
          <p:nvSpPr>
            <p:cNvPr id="8" name="ZoneTexte 7">
              <a:extLst>
                <a:ext uri="{FF2B5EF4-FFF2-40B4-BE49-F238E27FC236}">
                  <a16:creationId xmlns:a16="http://schemas.microsoft.com/office/drawing/2014/main" id="{9E59630A-50DF-6FE6-28F5-214EAA8F9F81}"/>
                </a:ext>
              </a:extLst>
            </p:cNvPr>
            <p:cNvSpPr txBox="1"/>
            <p:nvPr/>
          </p:nvSpPr>
          <p:spPr>
            <a:xfrm>
              <a:off x="10132291" y="3642635"/>
              <a:ext cx="1122218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Déçu</a:t>
              </a:r>
            </a:p>
          </p:txBody>
        </p:sp>
        <p:sp>
          <p:nvSpPr>
            <p:cNvPr id="9" name="ZoneTexte 8">
              <a:extLst>
                <a:ext uri="{FF2B5EF4-FFF2-40B4-BE49-F238E27FC236}">
                  <a16:creationId xmlns:a16="http://schemas.microsoft.com/office/drawing/2014/main" id="{C27267A7-C500-E3CB-F64F-C119584A9E48}"/>
                </a:ext>
              </a:extLst>
            </p:cNvPr>
            <p:cNvSpPr txBox="1"/>
            <p:nvPr/>
          </p:nvSpPr>
          <p:spPr>
            <a:xfrm>
              <a:off x="10105396" y="4540570"/>
              <a:ext cx="1303142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 sz="1800" b="0" i="0" u="none" strike="noStrike">
                  <a:solidFill>
                    <a:srgbClr val="000000"/>
                  </a:solidFill>
                  <a:effectLst/>
                  <a:latin typeface="Calibri" panose="020F0502020204030204" pitchFamily="34" charset="0"/>
                </a:rPr>
                <a:t>Très déçu</a:t>
              </a:r>
              <a:r>
                <a:rPr lang="fr-FR"/>
                <a:t> </a:t>
              </a:r>
            </a:p>
          </p:txBody>
        </p:sp>
      </p:grpSp>
      <p:graphicFrame>
        <p:nvGraphicFramePr>
          <p:cNvPr id="14" name="Graphique 13">
            <a:extLst>
              <a:ext uri="{FF2B5EF4-FFF2-40B4-BE49-F238E27FC236}">
                <a16:creationId xmlns:a16="http://schemas.microsoft.com/office/drawing/2014/main" id="{F1996229-14EA-2686-47F3-BD7626C5771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1513403"/>
              </p:ext>
            </p:extLst>
          </p:nvPr>
        </p:nvGraphicFramePr>
        <p:xfrm>
          <a:off x="633234" y="871111"/>
          <a:ext cx="8128799" cy="4021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  <p:sp>
        <p:nvSpPr>
          <p:cNvPr id="15" name="PIC_Bandeau_Line"/>
          <p:cNvSpPr>
            <a:spLocks noChangeShapeType="1"/>
          </p:cNvSpPr>
          <p:nvPr/>
        </p:nvSpPr>
        <p:spPr bwMode="auto">
          <a:xfrm>
            <a:off x="622300" y="687388"/>
            <a:ext cx="10769600" cy="0"/>
          </a:xfrm>
          <a:prstGeom prst="line">
            <a:avLst/>
          </a:prstGeom>
          <a:noFill/>
          <a:ln w="19050">
            <a:solidFill>
              <a:srgbClr val="0070C0"/>
            </a:solidFill>
            <a:round/>
            <a:headEnd/>
            <a:tailEnd/>
          </a:ln>
        </p:spPr>
        <p:txBody>
          <a:bodyPr/>
          <a:lstStyle/>
          <a:p>
            <a:endParaRPr lang="fr-FR"/>
          </a:p>
        </p:txBody>
      </p:sp>
      <p:sp>
        <p:nvSpPr>
          <p:cNvPr id="16" name="PIC_Bandeau_Rect_Top"/>
          <p:cNvSpPr>
            <a:spLocks noChangeArrowheads="1"/>
          </p:cNvSpPr>
          <p:nvPr/>
        </p:nvSpPr>
        <p:spPr bwMode="auto">
          <a:xfrm>
            <a:off x="0" y="-9128"/>
            <a:ext cx="152400" cy="2295128"/>
          </a:xfrm>
          <a:prstGeom prst="rect">
            <a:avLst/>
          </a:prstGeom>
          <a:solidFill>
            <a:srgbClr val="99CC0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sp>
        <p:nvSpPr>
          <p:cNvPr id="17" name="PIC_Bandeau_Rect_Mid"/>
          <p:cNvSpPr>
            <a:spLocks noChangeArrowheads="1"/>
          </p:cNvSpPr>
          <p:nvPr/>
        </p:nvSpPr>
        <p:spPr bwMode="auto">
          <a:xfrm>
            <a:off x="0" y="2286000"/>
            <a:ext cx="152400" cy="22860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sp>
        <p:nvSpPr>
          <p:cNvPr id="18" name="PIC_Bandeau_Rect_Bot"/>
          <p:cNvSpPr>
            <a:spLocks noChangeArrowheads="1"/>
          </p:cNvSpPr>
          <p:nvPr/>
        </p:nvSpPr>
        <p:spPr bwMode="auto">
          <a:xfrm>
            <a:off x="0" y="4560886"/>
            <a:ext cx="152400" cy="2286000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pic>
        <p:nvPicPr>
          <p:cNvPr id="19" name="PIC_Bandeau_Logo" descr="image.jpe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470314" y="20203"/>
            <a:ext cx="721686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759489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numéro de diapositive 2"/>
          <p:cNvSpPr>
            <a:spLocks noGrp="1"/>
          </p:cNvSpPr>
          <p:nvPr>
            <p:ph type="sldNum" sz="quarter" idx="12"/>
          </p:nvPr>
        </p:nvSpPr>
        <p:spPr>
          <a:xfrm>
            <a:off x="9271000" y="6207125"/>
            <a:ext cx="2844800" cy="457200"/>
          </a:xfrm>
        </p:spPr>
        <p:txBody>
          <a:bodyPr wrap="square" anchor="t">
            <a:normAutofit/>
          </a:bodyPr>
          <a:lstStyle/>
          <a:p>
            <a:pPr>
              <a:spcAft>
                <a:spcPts val="600"/>
              </a:spcAft>
              <a:defRPr/>
            </a:pPr>
            <a:fld id="{156ABF86-EFC2-454D-AD05-896C81F76FA1}" type="slidenum">
              <a:rPr lang="fr-FR" smtClean="0"/>
              <a:pPr>
                <a:spcAft>
                  <a:spcPts val="600"/>
                </a:spcAft>
                <a:defRPr/>
              </a:pPr>
              <a:t>16</a:t>
            </a:fld>
            <a:endParaRPr lang="fr-FR"/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069D2643-457B-A398-A97F-CA846A51C4B5}"/>
              </a:ext>
            </a:extLst>
          </p:cNvPr>
          <p:cNvSpPr txBox="1"/>
          <p:nvPr/>
        </p:nvSpPr>
        <p:spPr>
          <a:xfrm>
            <a:off x="633234" y="120005"/>
            <a:ext cx="10476482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>
            <a:defPPr>
              <a:defRPr lang="fr-FR"/>
            </a:defPPr>
            <a:lvl1pPr>
              <a:defRPr sz="24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 panose="020F0502020204030204" pitchFamily="34" charset="0"/>
                <a:ea typeface="Times New Roman" panose="02020603050405020304" pitchFamily="18" charset="0"/>
              </a:defRPr>
            </a:lvl1pPr>
          </a:lstStyle>
          <a:p>
            <a:r>
              <a:rPr lang="fr-FR" dirty="0" sz="2400" b="1">
                <a:effectLst/>
                <a:latin typeface="Calibri" panose="020F0502020204030204" pitchFamily="34" charset="0"/>
              </a:rPr>
              <a:t>10. En conclusion, vous êtes :</a:t>
            </a:r>
          </a:p>
        </p:txBody>
      </p:sp>
      <p:grpSp>
        <p:nvGrpSpPr>
          <p:cNvPr id="4" name="Groupe 3">
            <a:extLst>
              <a:ext uri="{FF2B5EF4-FFF2-40B4-BE49-F238E27FC236}">
                <a16:creationId xmlns:a16="http://schemas.microsoft.com/office/drawing/2014/main" id="{00D88D20-D202-0E70-DBA8-03AC264E898A}"/>
              </a:ext>
            </a:extLst>
          </p:cNvPr>
          <p:cNvGrpSpPr/>
          <p:nvPr/>
        </p:nvGrpSpPr>
        <p:grpSpPr>
          <a:xfrm>
            <a:off x="9232592" y="1876755"/>
            <a:ext cx="2276869" cy="3104489"/>
            <a:chOff x="9375619" y="1843456"/>
            <a:chExt cx="2276869" cy="3104489"/>
          </a:xfrm>
        </p:grpSpPr>
        <p:grpSp>
          <p:nvGrpSpPr>
            <p:cNvPr id="5" name="Groupe 4">
              <a:extLst>
                <a:ext uri="{FF2B5EF4-FFF2-40B4-BE49-F238E27FC236}">
                  <a16:creationId xmlns:a16="http://schemas.microsoft.com/office/drawing/2014/main" id="{F572F1E4-F478-8C8A-667D-E5164ADEC650}"/>
                </a:ext>
              </a:extLst>
            </p:cNvPr>
            <p:cNvGrpSpPr/>
            <p:nvPr/>
          </p:nvGrpSpPr>
          <p:grpSpPr>
            <a:xfrm>
              <a:off x="9375619" y="1843456"/>
              <a:ext cx="576051" cy="3104489"/>
              <a:chOff x="9424517" y="1534516"/>
              <a:chExt cx="576051" cy="3104489"/>
            </a:xfrm>
          </p:grpSpPr>
          <p:pic>
            <p:nvPicPr>
              <p:cNvPr id="10" name="Image 9">
                <a:extLst>
                  <a:ext uri="{FF2B5EF4-FFF2-40B4-BE49-F238E27FC236}">
                    <a16:creationId xmlns:a16="http://schemas.microsoft.com/office/drawing/2014/main" id="{A1463705-43C1-1820-CB9A-140CC1198C4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9424517" y="1534516"/>
                <a:ext cx="540000" cy="540000"/>
              </a:xfrm>
              <a:prstGeom prst="rect">
                <a:avLst/>
              </a:prstGeom>
            </p:spPr>
          </p:pic>
          <p:pic>
            <p:nvPicPr>
              <p:cNvPr id="11" name="Image 10">
                <a:extLst>
                  <a:ext uri="{FF2B5EF4-FFF2-40B4-BE49-F238E27FC236}">
                    <a16:creationId xmlns:a16="http://schemas.microsoft.com/office/drawing/2014/main" id="{095F630D-EF21-3364-0A76-4B2B6DE6687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9476507" y="2350426"/>
                <a:ext cx="488010" cy="540000"/>
              </a:xfrm>
              <a:prstGeom prst="rect">
                <a:avLst/>
              </a:prstGeom>
            </p:spPr>
          </p:pic>
          <p:pic>
            <p:nvPicPr>
              <p:cNvPr id="12" name="Image 11">
                <a:extLst>
                  <a:ext uri="{FF2B5EF4-FFF2-40B4-BE49-F238E27FC236}">
                    <a16:creationId xmlns:a16="http://schemas.microsoft.com/office/drawing/2014/main" id="{35D100A3-4BE1-8855-7F22-177BB8AE3C5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9449290" y="3238206"/>
                <a:ext cx="490454" cy="468000"/>
              </a:xfrm>
              <a:prstGeom prst="rect">
                <a:avLst/>
              </a:prstGeom>
            </p:spPr>
          </p:pic>
          <p:pic>
            <p:nvPicPr>
              <p:cNvPr id="13" name="Image 12">
                <a:extLst>
                  <a:ext uri="{FF2B5EF4-FFF2-40B4-BE49-F238E27FC236}">
                    <a16:creationId xmlns:a16="http://schemas.microsoft.com/office/drawing/2014/main" id="{1339A59B-5599-295D-ABBD-822D95B4FAD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9440455" y="4099005"/>
                <a:ext cx="560113" cy="540000"/>
              </a:xfrm>
              <a:prstGeom prst="rect">
                <a:avLst/>
              </a:prstGeom>
            </p:spPr>
          </p:pic>
        </p:grpSp>
        <p:sp>
          <p:nvSpPr>
            <p:cNvPr id="6" name="ZoneTexte 5">
              <a:extLst>
                <a:ext uri="{FF2B5EF4-FFF2-40B4-BE49-F238E27FC236}">
                  <a16:creationId xmlns:a16="http://schemas.microsoft.com/office/drawing/2014/main" id="{DCE2B25C-0E75-F773-32B5-22C34E1946BD}"/>
                </a:ext>
              </a:extLst>
            </p:cNvPr>
            <p:cNvSpPr txBox="1"/>
            <p:nvPr/>
          </p:nvSpPr>
          <p:spPr>
            <a:xfrm>
              <a:off x="10080404" y="1928790"/>
              <a:ext cx="1572084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Très satisfait</a:t>
              </a:r>
            </a:p>
          </p:txBody>
        </p:sp>
        <p:sp>
          <p:nvSpPr>
            <p:cNvPr id="7" name="ZoneTexte 6">
              <a:extLst>
                <a:ext uri="{FF2B5EF4-FFF2-40B4-BE49-F238E27FC236}">
                  <a16:creationId xmlns:a16="http://schemas.microsoft.com/office/drawing/2014/main" id="{940A942F-CDC8-EA5C-E3B4-8BEB6C750B99}"/>
                </a:ext>
              </a:extLst>
            </p:cNvPr>
            <p:cNvSpPr txBox="1"/>
            <p:nvPr/>
          </p:nvSpPr>
          <p:spPr>
            <a:xfrm>
              <a:off x="10105396" y="2744700"/>
              <a:ext cx="1176007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Satisfait</a:t>
              </a:r>
            </a:p>
          </p:txBody>
        </p:sp>
        <p:sp>
          <p:nvSpPr>
            <p:cNvPr id="8" name="ZoneTexte 7">
              <a:extLst>
                <a:ext uri="{FF2B5EF4-FFF2-40B4-BE49-F238E27FC236}">
                  <a16:creationId xmlns:a16="http://schemas.microsoft.com/office/drawing/2014/main" id="{C839FCEA-10B8-52F7-E97D-07DD7CBAF3EF}"/>
                </a:ext>
              </a:extLst>
            </p:cNvPr>
            <p:cNvSpPr txBox="1"/>
            <p:nvPr/>
          </p:nvSpPr>
          <p:spPr>
            <a:xfrm>
              <a:off x="10132291" y="3642635"/>
              <a:ext cx="1122218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Déçu</a:t>
              </a:r>
            </a:p>
          </p:txBody>
        </p:sp>
        <p:sp>
          <p:nvSpPr>
            <p:cNvPr id="9" name="ZoneTexte 8">
              <a:extLst>
                <a:ext uri="{FF2B5EF4-FFF2-40B4-BE49-F238E27FC236}">
                  <a16:creationId xmlns:a16="http://schemas.microsoft.com/office/drawing/2014/main" id="{7161C86A-2D40-0088-898B-6751600BB1EE}"/>
                </a:ext>
              </a:extLst>
            </p:cNvPr>
            <p:cNvSpPr txBox="1"/>
            <p:nvPr/>
          </p:nvSpPr>
          <p:spPr>
            <a:xfrm>
              <a:off x="10105396" y="4540570"/>
              <a:ext cx="1303142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 sz="1800" b="0" i="0" u="none" strike="noStrike">
                  <a:solidFill>
                    <a:srgbClr val="000000"/>
                  </a:solidFill>
                  <a:effectLst/>
                  <a:latin typeface="Calibri" panose="020F0502020204030204" pitchFamily="34" charset="0"/>
                </a:rPr>
                <a:t>Très déçu</a:t>
              </a:r>
              <a:r>
                <a:rPr lang="fr-FR"/>
                <a:t> </a:t>
              </a:r>
            </a:p>
          </p:txBody>
        </p:sp>
      </p:grpSp>
      <p:graphicFrame>
        <p:nvGraphicFramePr>
          <p:cNvPr id="14" name="Graphique 13">
            <a:extLst>
              <a:ext uri="{FF2B5EF4-FFF2-40B4-BE49-F238E27FC236}">
                <a16:creationId xmlns:a16="http://schemas.microsoft.com/office/drawing/2014/main" id="{6598E90E-815A-E033-6250-B24265E78A4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1513403"/>
              </p:ext>
            </p:extLst>
          </p:nvPr>
        </p:nvGraphicFramePr>
        <p:xfrm>
          <a:off x="633234" y="871111"/>
          <a:ext cx="8128799" cy="4021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  <p:sp>
        <p:nvSpPr>
          <p:cNvPr id="15" name="PIC_Bandeau_Line"/>
          <p:cNvSpPr>
            <a:spLocks noChangeShapeType="1"/>
          </p:cNvSpPr>
          <p:nvPr/>
        </p:nvSpPr>
        <p:spPr bwMode="auto">
          <a:xfrm>
            <a:off x="622300" y="687388"/>
            <a:ext cx="10769600" cy="0"/>
          </a:xfrm>
          <a:prstGeom prst="line">
            <a:avLst/>
          </a:prstGeom>
          <a:noFill/>
          <a:ln w="19050">
            <a:solidFill>
              <a:srgbClr val="0070C0"/>
            </a:solidFill>
            <a:round/>
            <a:headEnd/>
            <a:tailEnd/>
          </a:ln>
        </p:spPr>
        <p:txBody>
          <a:bodyPr/>
          <a:lstStyle/>
          <a:p>
            <a:endParaRPr lang="fr-FR"/>
          </a:p>
        </p:txBody>
      </p:sp>
      <p:sp>
        <p:nvSpPr>
          <p:cNvPr id="16" name="PIC_Bandeau_Rect_Top"/>
          <p:cNvSpPr>
            <a:spLocks noChangeArrowheads="1"/>
          </p:cNvSpPr>
          <p:nvPr/>
        </p:nvSpPr>
        <p:spPr bwMode="auto">
          <a:xfrm>
            <a:off x="0" y="-9128"/>
            <a:ext cx="152400" cy="2295128"/>
          </a:xfrm>
          <a:prstGeom prst="rect">
            <a:avLst/>
          </a:prstGeom>
          <a:solidFill>
            <a:srgbClr val="99CC0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sp>
        <p:nvSpPr>
          <p:cNvPr id="17" name="PIC_Bandeau_Rect_Mid"/>
          <p:cNvSpPr>
            <a:spLocks noChangeArrowheads="1"/>
          </p:cNvSpPr>
          <p:nvPr/>
        </p:nvSpPr>
        <p:spPr bwMode="auto">
          <a:xfrm>
            <a:off x="0" y="2286000"/>
            <a:ext cx="152400" cy="22860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sp>
        <p:nvSpPr>
          <p:cNvPr id="18" name="PIC_Bandeau_Rect_Bot"/>
          <p:cNvSpPr>
            <a:spLocks noChangeArrowheads="1"/>
          </p:cNvSpPr>
          <p:nvPr/>
        </p:nvSpPr>
        <p:spPr bwMode="auto">
          <a:xfrm>
            <a:off x="0" y="4560886"/>
            <a:ext cx="152400" cy="2286000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pic>
        <p:nvPicPr>
          <p:cNvPr id="19" name="PIC_Bandeau_Logo" descr="image.jpe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470314" y="20203"/>
            <a:ext cx="721686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533813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6" name="Rectangle 2"/>
          <p:cNvSpPr>
            <a:spLocks noGrp="1" noChangeArrowheads="1"/>
          </p:cNvSpPr>
          <p:nvPr>
            <p:ph type="title"/>
          </p:nvPr>
        </p:nvSpPr>
        <p:spPr>
          <a:xfrm>
            <a:off x="623392" y="0"/>
            <a:ext cx="10476544" cy="668338"/>
          </a:xfrm>
        </p:spPr>
        <p:txBody>
          <a:bodyPr anchor="ctr"/>
          <a:lstStyle/>
          <a:p>
            <a:pPr eaLnBrk="1" hangingPunct="1" algn="l">
              <a:defRPr/>
            </a:pPr>
            <a:r>
              <a:rPr lang="fr-FR" dirty="0" sz="2400" b="1">
                <a:solidFill>
                  <a:srgbClr val="000000"/>
                </a:solidFill>
                <a:latin typeface="Calibri"/>
              </a:rPr>
              <a:t>Vos remarques et suggestions : (ce que vous avez bien aimé / ou pas aimé…)</a:t>
            </a:r>
          </a:p>
        </p:txBody>
      </p:sp>
      <p:sp>
        <p:nvSpPr>
          <p:cNvPr id="3" name="Espace réservé du numéro de diapositive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9CB9D0F4-6BFF-4C0E-96D4-B15CA75DCB76}" type="slidenum">
              <a:rPr lang="fr-FR" smtClean="0"/>
              <a:pPr>
                <a:defRPr/>
              </a:pPr>
              <a:t>17</a:t>
            </a:fld>
            <a:endParaRPr lang="fr-FR"/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811FD761-9C3A-4F6B-802E-35E3547E73E0}"/>
              </a:ext>
            </a:extLst>
          </p:cNvPr>
          <p:cNvSpPr txBox="1"/>
          <p:nvPr/>
        </p:nvSpPr>
        <p:spPr>
          <a:xfrm>
            <a:off x="623392" y="713725"/>
            <a:ext cx="10792753" cy="8803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l">
              <a:lnSpc>
                <a:spcPct val="150000"/>
              </a:lnSpc>
              <a:buClr>
                <a:srgbClr val="0070C0"/>
              </a:buClr>
              <a:buSzPct val="75000"/>
              <a:buFont typeface="Wingdings" panose="05000000000000000000" pitchFamily="2" charset="2"/>
              <a:buChar char="q"/>
            </a:pPr>
            <a:r>
              <a:rPr lang="fr-FR" b="1" dirty="0">
                <a:solidFill>
                  <a:srgbClr val="202124"/>
                </a:solidFill>
              </a:rPr>
              <a:t>Wassila </a:t>
            </a:r>
            <a:r>
              <a:rPr lang="fr-FR" dirty="0">
                <a:solidFill>
                  <a:srgbClr val="202124"/>
                </a:solidFill>
              </a:rPr>
              <a:t>: « J’ai bien aimé l’ambiance j’ai appris beaucoup de choses pour le CVS ça m’a bien aidé ».</a:t>
            </a:r>
          </a:p>
          <a:p>
            <a:pPr marL="285750" indent="-285750" algn="l">
              <a:lnSpc>
                <a:spcPct val="150000"/>
              </a:lnSpc>
              <a:buClr>
                <a:srgbClr val="0070C0"/>
              </a:buClr>
              <a:buSzPct val="75000"/>
              <a:buFont typeface="Wingdings" panose="05000000000000000000" pitchFamily="2" charset="2"/>
              <a:buChar char="q"/>
            </a:pPr>
            <a:r>
              <a:rPr lang="fr-FR" b="1" dirty="0">
                <a:solidFill>
                  <a:srgbClr val="202124"/>
                </a:solidFill>
              </a:rPr>
              <a:t>Patricia</a:t>
            </a:r>
            <a:r>
              <a:rPr lang="fr-FR" dirty="0">
                <a:solidFill>
                  <a:srgbClr val="202124"/>
                </a:solidFill>
              </a:rPr>
              <a:t> : « Tous aimé ».</a:t>
            </a:r>
          </a:p>
        </p:txBody>
      </p:sp>
      <p:sp>
        <p:nvSpPr>
          <p:cNvPr id="26627" name="PIC_Bandeau_Line"/>
          <p:cNvSpPr>
            <a:spLocks noChangeShapeType="1"/>
          </p:cNvSpPr>
          <p:nvPr/>
        </p:nvSpPr>
        <p:spPr bwMode="auto">
          <a:xfrm>
            <a:off x="622300" y="687388"/>
            <a:ext cx="10769600" cy="0"/>
          </a:xfrm>
          <a:prstGeom prst="line">
            <a:avLst/>
          </a:prstGeom>
          <a:noFill/>
          <a:ln w="19050">
            <a:solidFill>
              <a:srgbClr val="0070C0"/>
            </a:solidFill>
            <a:round/>
            <a:headEnd/>
            <a:tailEnd/>
          </a:ln>
        </p:spPr>
        <p:txBody>
          <a:bodyPr/>
          <a:lstStyle/>
          <a:p>
            <a:endParaRPr lang="fr-FR"/>
          </a:p>
        </p:txBody>
      </p:sp>
      <p:sp>
        <p:nvSpPr>
          <p:cNvPr id="26628" name="PIC_Bandeau_Rect_Top"/>
          <p:cNvSpPr>
            <a:spLocks noChangeArrowheads="1"/>
          </p:cNvSpPr>
          <p:nvPr/>
        </p:nvSpPr>
        <p:spPr bwMode="auto">
          <a:xfrm>
            <a:off x="0" y="-9128"/>
            <a:ext cx="152400" cy="2295128"/>
          </a:xfrm>
          <a:prstGeom prst="rect">
            <a:avLst/>
          </a:prstGeom>
          <a:solidFill>
            <a:srgbClr val="99CC0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sp>
        <p:nvSpPr>
          <p:cNvPr id="26629" name="PIC_Bandeau_Rect_Mid"/>
          <p:cNvSpPr>
            <a:spLocks noChangeArrowheads="1"/>
          </p:cNvSpPr>
          <p:nvPr/>
        </p:nvSpPr>
        <p:spPr bwMode="auto">
          <a:xfrm>
            <a:off x="0" y="2286000"/>
            <a:ext cx="152400" cy="22860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sp>
        <p:nvSpPr>
          <p:cNvPr id="26630" name="PIC_Bandeau_Rect_Bot"/>
          <p:cNvSpPr>
            <a:spLocks noChangeArrowheads="1"/>
          </p:cNvSpPr>
          <p:nvPr/>
        </p:nvSpPr>
        <p:spPr bwMode="auto">
          <a:xfrm>
            <a:off x="0" y="4560886"/>
            <a:ext cx="152400" cy="2286000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pic>
        <p:nvPicPr>
          <p:cNvPr id="26631" name="PIC_Bandeau_Logo" descr="image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70314" y="20203"/>
            <a:ext cx="721686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75864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6" name="Rectangle 2"/>
          <p:cNvSpPr>
            <a:spLocks noGrp="1" noChangeArrowheads="1"/>
          </p:cNvSpPr>
          <p:nvPr>
            <p:ph type="title"/>
          </p:nvPr>
        </p:nvSpPr>
        <p:spPr>
          <a:xfrm>
            <a:off x="623392" y="0"/>
            <a:ext cx="10476544" cy="684000"/>
          </a:xfrm>
        </p:spPr>
        <p:txBody>
          <a:bodyPr anchor="ctr"/>
          <a:lstStyle/>
          <a:p>
            <a:pPr eaLnBrk="1" hangingPunct="1" algn="l">
              <a:defRPr/>
            </a:pPr>
            <a:r>
              <a:rPr lang="fr-FR" dirty="0" sz="2400" b="1">
                <a:solidFill>
                  <a:srgbClr val="000000"/>
                </a:solidFill>
                <a:latin typeface="Calibri"/>
              </a:rPr>
              <a:t>Vos souhaits pour d’autres formations :</a:t>
            </a:r>
          </a:p>
        </p:txBody>
      </p:sp>
      <p:sp>
        <p:nvSpPr>
          <p:cNvPr id="3" name="Espace réservé du numéro de diapositive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9CB9D0F4-6BFF-4C0E-96D4-B15CA75DCB76}" type="slidenum">
              <a:rPr lang="fr-FR" smtClean="0"/>
              <a:pPr>
                <a:defRPr/>
              </a:pPr>
              <a:t>18</a:t>
            </a:fld>
            <a:endParaRPr lang="fr-FR"/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811FD761-9C3A-4F6B-802E-35E3547E73E0}"/>
              </a:ext>
            </a:extLst>
          </p:cNvPr>
          <p:cNvSpPr txBox="1"/>
          <p:nvPr/>
        </p:nvSpPr>
        <p:spPr>
          <a:xfrm>
            <a:off x="623392" y="684000"/>
            <a:ext cx="10792753" cy="4648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l">
              <a:lnSpc>
                <a:spcPct val="150000"/>
              </a:lnSpc>
              <a:buClr>
                <a:srgbClr val="0070C0"/>
              </a:buClr>
              <a:buSzPct val="75000"/>
              <a:buFont typeface="Wingdings" panose="05000000000000000000" pitchFamily="2" charset="2"/>
              <a:buChar char="q"/>
            </a:pPr>
            <a:r>
              <a:rPr lang="fr-FR" b="0">
                <a:solidFill>
                  <a:srgbClr val="202124"/>
                </a:solidFill>
                <a:effectLst/>
              </a:rPr>
              <a:t>RAS</a:t>
            </a:r>
            <a:endParaRPr lang="fr-FR" b="0" dirty="0">
              <a:solidFill>
                <a:srgbClr val="202124"/>
              </a:solidFill>
              <a:effectLst/>
            </a:endParaRPr>
          </a:p>
        </p:txBody>
      </p:sp>
      <p:sp>
        <p:nvSpPr>
          <p:cNvPr id="26627" name="PIC_Bandeau_Line"/>
          <p:cNvSpPr>
            <a:spLocks noChangeShapeType="1"/>
          </p:cNvSpPr>
          <p:nvPr/>
        </p:nvSpPr>
        <p:spPr bwMode="auto">
          <a:xfrm>
            <a:off x="622300" y="687388"/>
            <a:ext cx="10769600" cy="0"/>
          </a:xfrm>
          <a:prstGeom prst="line">
            <a:avLst/>
          </a:prstGeom>
          <a:noFill/>
          <a:ln w="19050">
            <a:solidFill>
              <a:srgbClr val="0070C0"/>
            </a:solidFill>
            <a:round/>
            <a:headEnd/>
            <a:tailEnd/>
          </a:ln>
        </p:spPr>
        <p:txBody>
          <a:bodyPr/>
          <a:lstStyle/>
          <a:p>
            <a:endParaRPr lang="fr-FR"/>
          </a:p>
        </p:txBody>
      </p:sp>
      <p:sp>
        <p:nvSpPr>
          <p:cNvPr id="26628" name="PIC_Bandeau_Rect_Top"/>
          <p:cNvSpPr>
            <a:spLocks noChangeArrowheads="1"/>
          </p:cNvSpPr>
          <p:nvPr/>
        </p:nvSpPr>
        <p:spPr bwMode="auto">
          <a:xfrm>
            <a:off x="0" y="-9128"/>
            <a:ext cx="152400" cy="2295128"/>
          </a:xfrm>
          <a:prstGeom prst="rect">
            <a:avLst/>
          </a:prstGeom>
          <a:solidFill>
            <a:srgbClr val="99CC0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sp>
        <p:nvSpPr>
          <p:cNvPr id="26629" name="PIC_Bandeau_Rect_Mid"/>
          <p:cNvSpPr>
            <a:spLocks noChangeArrowheads="1"/>
          </p:cNvSpPr>
          <p:nvPr/>
        </p:nvSpPr>
        <p:spPr bwMode="auto">
          <a:xfrm>
            <a:off x="0" y="2286000"/>
            <a:ext cx="152400" cy="22860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sp>
        <p:nvSpPr>
          <p:cNvPr id="26630" name="PIC_Bandeau_Rect_Bot"/>
          <p:cNvSpPr>
            <a:spLocks noChangeArrowheads="1"/>
          </p:cNvSpPr>
          <p:nvPr/>
        </p:nvSpPr>
        <p:spPr bwMode="auto">
          <a:xfrm>
            <a:off x="0" y="4560886"/>
            <a:ext cx="152400" cy="2286000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pic>
        <p:nvPicPr>
          <p:cNvPr id="26631" name="PIC_Bandeau_Logo" descr="image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70314" y="20203"/>
            <a:ext cx="721686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4042816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2_Niveau">
  <a:themeElements>
    <a:clrScheme name="Niveau 8">
      <a:dk1>
        <a:srgbClr val="000000"/>
      </a:dk1>
      <a:lt1>
        <a:srgbClr val="FFFFFF"/>
      </a:lt1>
      <a:dk2>
        <a:srgbClr val="999900"/>
      </a:dk2>
      <a:lt2>
        <a:srgbClr val="666600"/>
      </a:lt2>
      <a:accent1>
        <a:srgbClr val="99CC00"/>
      </a:accent1>
      <a:accent2>
        <a:srgbClr val="CCCC66"/>
      </a:accent2>
      <a:accent3>
        <a:srgbClr val="FFFFFF"/>
      </a:accent3>
      <a:accent4>
        <a:srgbClr val="000000"/>
      </a:accent4>
      <a:accent5>
        <a:srgbClr val="CAE2AA"/>
      </a:accent5>
      <a:accent6>
        <a:srgbClr val="B9B95C"/>
      </a:accent6>
      <a:hlink>
        <a:srgbClr val="FFCC00"/>
      </a:hlink>
      <a:folHlink>
        <a:srgbClr val="CC9900"/>
      </a:folHlink>
    </a:clrScheme>
    <a:fontScheme name="Niveau">
      <a:majorFont>
        <a:latin typeface="Calibri"/>
        <a:ea typeface=""/>
        <a:cs typeface="Arial"/>
      </a:majorFont>
      <a:minorFont>
        <a:latin typeface="Calibri"/>
        <a:ea typeface=""/>
        <a:cs typeface="Arial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18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Calibri" pitchFamily="34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18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Calibri" pitchFamily="34" charset="0"/>
          </a:defRPr>
        </a:defPPr>
      </a:lstStyle>
    </a:lnDef>
  </a:objectDefaults>
  <a:extraClrSchemeLst>
    <a:extraClrScheme>
      <a:clrScheme name="Niveau 1">
        <a:dk1>
          <a:srgbClr val="006699"/>
        </a:dk1>
        <a:lt1>
          <a:srgbClr val="FFFFFF"/>
        </a:lt1>
        <a:dk2>
          <a:srgbClr val="000000"/>
        </a:dk2>
        <a:lt2>
          <a:srgbClr val="99FF99"/>
        </a:lt2>
        <a:accent1>
          <a:srgbClr val="00CC99"/>
        </a:accent1>
        <a:accent2>
          <a:srgbClr val="009999"/>
        </a:accent2>
        <a:accent3>
          <a:srgbClr val="AAAAAA"/>
        </a:accent3>
        <a:accent4>
          <a:srgbClr val="DADADA"/>
        </a:accent4>
        <a:accent5>
          <a:srgbClr val="AAE2CA"/>
        </a:accent5>
        <a:accent6>
          <a:srgbClr val="008A8A"/>
        </a:accent6>
        <a:hlink>
          <a:srgbClr val="0066FF"/>
        </a:hlink>
        <a:folHlink>
          <a:srgbClr val="989CBA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2">
        <a:dk1>
          <a:srgbClr val="808000"/>
        </a:dk1>
        <a:lt1>
          <a:srgbClr val="FFFFFF"/>
        </a:lt1>
        <a:dk2>
          <a:srgbClr val="5C271E"/>
        </a:dk2>
        <a:lt2>
          <a:srgbClr val="FFDD89"/>
        </a:lt2>
        <a:accent1>
          <a:srgbClr val="CC6600"/>
        </a:accent1>
        <a:accent2>
          <a:srgbClr val="CC9900"/>
        </a:accent2>
        <a:accent3>
          <a:srgbClr val="B5ACAB"/>
        </a:accent3>
        <a:accent4>
          <a:srgbClr val="DADADA"/>
        </a:accent4>
        <a:accent5>
          <a:srgbClr val="E2B8AA"/>
        </a:accent5>
        <a:accent6>
          <a:srgbClr val="B98A00"/>
        </a:accent6>
        <a:hlink>
          <a:srgbClr val="669900"/>
        </a:hlink>
        <a:folHlink>
          <a:srgbClr val="A3A274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3">
        <a:dk1>
          <a:srgbClr val="763B00"/>
        </a:dk1>
        <a:lt1>
          <a:srgbClr val="FFFFFF"/>
        </a:lt1>
        <a:dk2>
          <a:srgbClr val="330000"/>
        </a:dk2>
        <a:lt2>
          <a:srgbClr val="CC9900"/>
        </a:lt2>
        <a:accent1>
          <a:srgbClr val="FFCC00"/>
        </a:accent1>
        <a:accent2>
          <a:srgbClr val="CC3300"/>
        </a:accent2>
        <a:accent3>
          <a:srgbClr val="ADAAAA"/>
        </a:accent3>
        <a:accent4>
          <a:srgbClr val="DADADA"/>
        </a:accent4>
        <a:accent5>
          <a:srgbClr val="FFE2AA"/>
        </a:accent5>
        <a:accent6>
          <a:srgbClr val="B92D00"/>
        </a:accent6>
        <a:hlink>
          <a:srgbClr val="666699"/>
        </a:hlink>
        <a:folHlink>
          <a:srgbClr val="99996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4">
        <a:dk1>
          <a:srgbClr val="6D3696"/>
        </a:dk1>
        <a:lt1>
          <a:srgbClr val="FFFFFF"/>
        </a:lt1>
        <a:dk2>
          <a:srgbClr val="51255D"/>
        </a:dk2>
        <a:lt2>
          <a:srgbClr val="FFFFCC"/>
        </a:lt2>
        <a:accent1>
          <a:srgbClr val="666699"/>
        </a:accent1>
        <a:accent2>
          <a:srgbClr val="800080"/>
        </a:accent2>
        <a:accent3>
          <a:srgbClr val="B3ACB6"/>
        </a:accent3>
        <a:accent4>
          <a:srgbClr val="DADADA"/>
        </a:accent4>
        <a:accent5>
          <a:srgbClr val="B8B8CA"/>
        </a:accent5>
        <a:accent6>
          <a:srgbClr val="730073"/>
        </a:accent6>
        <a:hlink>
          <a:srgbClr val="CCCC00"/>
        </a:hlink>
        <a:folHlink>
          <a:srgbClr val="A3A274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5">
        <a:dk1>
          <a:srgbClr val="CC6600"/>
        </a:dk1>
        <a:lt1>
          <a:srgbClr val="FFFFFF"/>
        </a:lt1>
        <a:dk2>
          <a:srgbClr val="4A553B"/>
        </a:dk2>
        <a:lt2>
          <a:srgbClr val="FFBF1F"/>
        </a:lt2>
        <a:accent1>
          <a:srgbClr val="FFCC00"/>
        </a:accent1>
        <a:accent2>
          <a:srgbClr val="CC9900"/>
        </a:accent2>
        <a:accent3>
          <a:srgbClr val="B1B4AF"/>
        </a:accent3>
        <a:accent4>
          <a:srgbClr val="DADADA"/>
        </a:accent4>
        <a:accent5>
          <a:srgbClr val="FFE2AA"/>
        </a:accent5>
        <a:accent6>
          <a:srgbClr val="B98A00"/>
        </a:accent6>
        <a:hlink>
          <a:srgbClr val="669900"/>
        </a:hlink>
        <a:folHlink>
          <a:srgbClr val="A3A274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6">
        <a:dk1>
          <a:srgbClr val="000000"/>
        </a:dk1>
        <a:lt1>
          <a:srgbClr val="FFFFFF"/>
        </a:lt1>
        <a:dk2>
          <a:srgbClr val="666699"/>
        </a:dk2>
        <a:lt2>
          <a:srgbClr val="FFCC00"/>
        </a:lt2>
        <a:accent1>
          <a:srgbClr val="FF9900"/>
        </a:accent1>
        <a:accent2>
          <a:srgbClr val="FF0000"/>
        </a:accent2>
        <a:accent3>
          <a:srgbClr val="FFFFFF"/>
        </a:accent3>
        <a:accent4>
          <a:srgbClr val="000000"/>
        </a:accent4>
        <a:accent5>
          <a:srgbClr val="FFCAAA"/>
        </a:accent5>
        <a:accent6>
          <a:srgbClr val="E70000"/>
        </a:accent6>
        <a:hlink>
          <a:srgbClr val="666699"/>
        </a:hlink>
        <a:folHlink>
          <a:srgbClr val="9999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Niveau 7">
        <a:dk1>
          <a:srgbClr val="000000"/>
        </a:dk1>
        <a:lt1>
          <a:srgbClr val="FFFFFF"/>
        </a:lt1>
        <a:dk2>
          <a:srgbClr val="CC3300"/>
        </a:dk2>
        <a:lt2>
          <a:srgbClr val="663300"/>
        </a:lt2>
        <a:accent1>
          <a:srgbClr val="FFCC00"/>
        </a:accent1>
        <a:accent2>
          <a:srgbClr val="CC6600"/>
        </a:accent2>
        <a:accent3>
          <a:srgbClr val="FFFFFF"/>
        </a:accent3>
        <a:accent4>
          <a:srgbClr val="000000"/>
        </a:accent4>
        <a:accent5>
          <a:srgbClr val="FFE2AA"/>
        </a:accent5>
        <a:accent6>
          <a:srgbClr val="B95C00"/>
        </a:accent6>
        <a:hlink>
          <a:srgbClr val="CC9900"/>
        </a:hlink>
        <a:folHlink>
          <a:srgbClr val="996633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Niveau 8">
        <a:dk1>
          <a:srgbClr val="000000"/>
        </a:dk1>
        <a:lt1>
          <a:srgbClr val="FFFFFF"/>
        </a:lt1>
        <a:dk2>
          <a:srgbClr val="999900"/>
        </a:dk2>
        <a:lt2>
          <a:srgbClr val="666600"/>
        </a:lt2>
        <a:accent1>
          <a:srgbClr val="99CC00"/>
        </a:accent1>
        <a:accent2>
          <a:srgbClr val="CCCC66"/>
        </a:accent2>
        <a:accent3>
          <a:srgbClr val="FFFFFF"/>
        </a:accent3>
        <a:accent4>
          <a:srgbClr val="000000"/>
        </a:accent4>
        <a:accent5>
          <a:srgbClr val="CAE2AA"/>
        </a:accent5>
        <a:accent6>
          <a:srgbClr val="B9B95C"/>
        </a:accent6>
        <a:hlink>
          <a:srgbClr val="FFCC00"/>
        </a:hlink>
        <a:folHlink>
          <a:srgbClr val="CC9900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3.xml><?xml version="1.0" encoding="utf-8"?>
<a:theme xmlns:a="http://schemas.openxmlformats.org/drawingml/2006/main" name="3_Niveau">
  <a:themeElements>
    <a:clrScheme name="Niveau 8">
      <a:dk1>
        <a:srgbClr val="000000"/>
      </a:dk1>
      <a:lt1>
        <a:srgbClr val="FFFFFF"/>
      </a:lt1>
      <a:dk2>
        <a:srgbClr val="999900"/>
      </a:dk2>
      <a:lt2>
        <a:srgbClr val="666600"/>
      </a:lt2>
      <a:accent1>
        <a:srgbClr val="99CC00"/>
      </a:accent1>
      <a:accent2>
        <a:srgbClr val="CCCC66"/>
      </a:accent2>
      <a:accent3>
        <a:srgbClr val="FFFFFF"/>
      </a:accent3>
      <a:accent4>
        <a:srgbClr val="000000"/>
      </a:accent4>
      <a:accent5>
        <a:srgbClr val="CAE2AA"/>
      </a:accent5>
      <a:accent6>
        <a:srgbClr val="B9B95C"/>
      </a:accent6>
      <a:hlink>
        <a:srgbClr val="FFCC00"/>
      </a:hlink>
      <a:folHlink>
        <a:srgbClr val="CC9900"/>
      </a:folHlink>
    </a:clrScheme>
    <a:fontScheme name="Niveau">
      <a:majorFont>
        <a:latin typeface="Calibri"/>
        <a:ea typeface=""/>
        <a:cs typeface="Arial"/>
      </a:majorFont>
      <a:minorFont>
        <a:latin typeface="Calibri"/>
        <a:ea typeface=""/>
        <a:cs typeface="Arial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18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Calibri" pitchFamily="34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18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Calibri" pitchFamily="34" charset="0"/>
          </a:defRPr>
        </a:defPPr>
      </a:lstStyle>
    </a:lnDef>
  </a:objectDefaults>
  <a:extraClrSchemeLst>
    <a:extraClrScheme>
      <a:clrScheme name="Niveau 1">
        <a:dk1>
          <a:srgbClr val="006699"/>
        </a:dk1>
        <a:lt1>
          <a:srgbClr val="FFFFFF"/>
        </a:lt1>
        <a:dk2>
          <a:srgbClr val="000000"/>
        </a:dk2>
        <a:lt2>
          <a:srgbClr val="99FF99"/>
        </a:lt2>
        <a:accent1>
          <a:srgbClr val="00CC99"/>
        </a:accent1>
        <a:accent2>
          <a:srgbClr val="009999"/>
        </a:accent2>
        <a:accent3>
          <a:srgbClr val="AAAAAA"/>
        </a:accent3>
        <a:accent4>
          <a:srgbClr val="DADADA"/>
        </a:accent4>
        <a:accent5>
          <a:srgbClr val="AAE2CA"/>
        </a:accent5>
        <a:accent6>
          <a:srgbClr val="008A8A"/>
        </a:accent6>
        <a:hlink>
          <a:srgbClr val="0066FF"/>
        </a:hlink>
        <a:folHlink>
          <a:srgbClr val="989CBA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2">
        <a:dk1>
          <a:srgbClr val="808000"/>
        </a:dk1>
        <a:lt1>
          <a:srgbClr val="FFFFFF"/>
        </a:lt1>
        <a:dk2>
          <a:srgbClr val="5C271E"/>
        </a:dk2>
        <a:lt2>
          <a:srgbClr val="FFDD89"/>
        </a:lt2>
        <a:accent1>
          <a:srgbClr val="CC6600"/>
        </a:accent1>
        <a:accent2>
          <a:srgbClr val="CC9900"/>
        </a:accent2>
        <a:accent3>
          <a:srgbClr val="B5ACAB"/>
        </a:accent3>
        <a:accent4>
          <a:srgbClr val="DADADA"/>
        </a:accent4>
        <a:accent5>
          <a:srgbClr val="E2B8AA"/>
        </a:accent5>
        <a:accent6>
          <a:srgbClr val="B98A00"/>
        </a:accent6>
        <a:hlink>
          <a:srgbClr val="669900"/>
        </a:hlink>
        <a:folHlink>
          <a:srgbClr val="A3A274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3">
        <a:dk1>
          <a:srgbClr val="763B00"/>
        </a:dk1>
        <a:lt1>
          <a:srgbClr val="FFFFFF"/>
        </a:lt1>
        <a:dk2>
          <a:srgbClr val="330000"/>
        </a:dk2>
        <a:lt2>
          <a:srgbClr val="CC9900"/>
        </a:lt2>
        <a:accent1>
          <a:srgbClr val="FFCC00"/>
        </a:accent1>
        <a:accent2>
          <a:srgbClr val="CC3300"/>
        </a:accent2>
        <a:accent3>
          <a:srgbClr val="ADAAAA"/>
        </a:accent3>
        <a:accent4>
          <a:srgbClr val="DADADA"/>
        </a:accent4>
        <a:accent5>
          <a:srgbClr val="FFE2AA"/>
        </a:accent5>
        <a:accent6>
          <a:srgbClr val="B92D00"/>
        </a:accent6>
        <a:hlink>
          <a:srgbClr val="666699"/>
        </a:hlink>
        <a:folHlink>
          <a:srgbClr val="99996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4">
        <a:dk1>
          <a:srgbClr val="6D3696"/>
        </a:dk1>
        <a:lt1>
          <a:srgbClr val="FFFFFF"/>
        </a:lt1>
        <a:dk2>
          <a:srgbClr val="51255D"/>
        </a:dk2>
        <a:lt2>
          <a:srgbClr val="FFFFCC"/>
        </a:lt2>
        <a:accent1>
          <a:srgbClr val="666699"/>
        </a:accent1>
        <a:accent2>
          <a:srgbClr val="800080"/>
        </a:accent2>
        <a:accent3>
          <a:srgbClr val="B3ACB6"/>
        </a:accent3>
        <a:accent4>
          <a:srgbClr val="DADADA"/>
        </a:accent4>
        <a:accent5>
          <a:srgbClr val="B8B8CA"/>
        </a:accent5>
        <a:accent6>
          <a:srgbClr val="730073"/>
        </a:accent6>
        <a:hlink>
          <a:srgbClr val="CCCC00"/>
        </a:hlink>
        <a:folHlink>
          <a:srgbClr val="A3A274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5">
        <a:dk1>
          <a:srgbClr val="CC6600"/>
        </a:dk1>
        <a:lt1>
          <a:srgbClr val="FFFFFF"/>
        </a:lt1>
        <a:dk2>
          <a:srgbClr val="4A553B"/>
        </a:dk2>
        <a:lt2>
          <a:srgbClr val="FFBF1F"/>
        </a:lt2>
        <a:accent1>
          <a:srgbClr val="FFCC00"/>
        </a:accent1>
        <a:accent2>
          <a:srgbClr val="CC9900"/>
        </a:accent2>
        <a:accent3>
          <a:srgbClr val="B1B4AF"/>
        </a:accent3>
        <a:accent4>
          <a:srgbClr val="DADADA"/>
        </a:accent4>
        <a:accent5>
          <a:srgbClr val="FFE2AA"/>
        </a:accent5>
        <a:accent6>
          <a:srgbClr val="B98A00"/>
        </a:accent6>
        <a:hlink>
          <a:srgbClr val="669900"/>
        </a:hlink>
        <a:folHlink>
          <a:srgbClr val="A3A274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6">
        <a:dk1>
          <a:srgbClr val="000000"/>
        </a:dk1>
        <a:lt1>
          <a:srgbClr val="FFFFFF"/>
        </a:lt1>
        <a:dk2>
          <a:srgbClr val="666699"/>
        </a:dk2>
        <a:lt2>
          <a:srgbClr val="FFCC00"/>
        </a:lt2>
        <a:accent1>
          <a:srgbClr val="FF9900"/>
        </a:accent1>
        <a:accent2>
          <a:srgbClr val="FF0000"/>
        </a:accent2>
        <a:accent3>
          <a:srgbClr val="FFFFFF"/>
        </a:accent3>
        <a:accent4>
          <a:srgbClr val="000000"/>
        </a:accent4>
        <a:accent5>
          <a:srgbClr val="FFCAAA"/>
        </a:accent5>
        <a:accent6>
          <a:srgbClr val="E70000"/>
        </a:accent6>
        <a:hlink>
          <a:srgbClr val="666699"/>
        </a:hlink>
        <a:folHlink>
          <a:srgbClr val="9999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Niveau 7">
        <a:dk1>
          <a:srgbClr val="000000"/>
        </a:dk1>
        <a:lt1>
          <a:srgbClr val="FFFFFF"/>
        </a:lt1>
        <a:dk2>
          <a:srgbClr val="CC3300"/>
        </a:dk2>
        <a:lt2>
          <a:srgbClr val="663300"/>
        </a:lt2>
        <a:accent1>
          <a:srgbClr val="FFCC00"/>
        </a:accent1>
        <a:accent2>
          <a:srgbClr val="CC6600"/>
        </a:accent2>
        <a:accent3>
          <a:srgbClr val="FFFFFF"/>
        </a:accent3>
        <a:accent4>
          <a:srgbClr val="000000"/>
        </a:accent4>
        <a:accent5>
          <a:srgbClr val="FFE2AA"/>
        </a:accent5>
        <a:accent6>
          <a:srgbClr val="B95C00"/>
        </a:accent6>
        <a:hlink>
          <a:srgbClr val="CC9900"/>
        </a:hlink>
        <a:folHlink>
          <a:srgbClr val="996633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Niveau 8">
        <a:dk1>
          <a:srgbClr val="000000"/>
        </a:dk1>
        <a:lt1>
          <a:srgbClr val="FFFFFF"/>
        </a:lt1>
        <a:dk2>
          <a:srgbClr val="999900"/>
        </a:dk2>
        <a:lt2>
          <a:srgbClr val="666600"/>
        </a:lt2>
        <a:accent1>
          <a:srgbClr val="99CC00"/>
        </a:accent1>
        <a:accent2>
          <a:srgbClr val="CCCC66"/>
        </a:accent2>
        <a:accent3>
          <a:srgbClr val="FFFFFF"/>
        </a:accent3>
        <a:accent4>
          <a:srgbClr val="000000"/>
        </a:accent4>
        <a:accent5>
          <a:srgbClr val="CAE2AA"/>
        </a:accent5>
        <a:accent6>
          <a:srgbClr val="B9B95C"/>
        </a:accent6>
        <a:hlink>
          <a:srgbClr val="FFCC00"/>
        </a:hlink>
        <a:folHlink>
          <a:srgbClr val="CC9900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4.xml><?xml version="1.0" encoding="utf-8"?>
<a:theme xmlns:a="http://schemas.openxmlformats.org/drawingml/2006/main" name="5_Niveau">
  <a:themeElements>
    <a:clrScheme name="Niveau 8">
      <a:dk1>
        <a:srgbClr val="000000"/>
      </a:dk1>
      <a:lt1>
        <a:srgbClr val="FFFFFF"/>
      </a:lt1>
      <a:dk2>
        <a:srgbClr val="999900"/>
      </a:dk2>
      <a:lt2>
        <a:srgbClr val="666600"/>
      </a:lt2>
      <a:accent1>
        <a:srgbClr val="99CC00"/>
      </a:accent1>
      <a:accent2>
        <a:srgbClr val="CCCC66"/>
      </a:accent2>
      <a:accent3>
        <a:srgbClr val="FFFFFF"/>
      </a:accent3>
      <a:accent4>
        <a:srgbClr val="000000"/>
      </a:accent4>
      <a:accent5>
        <a:srgbClr val="CAE2AA"/>
      </a:accent5>
      <a:accent6>
        <a:srgbClr val="B9B95C"/>
      </a:accent6>
      <a:hlink>
        <a:srgbClr val="FFCC00"/>
      </a:hlink>
      <a:folHlink>
        <a:srgbClr val="CC9900"/>
      </a:folHlink>
    </a:clrScheme>
    <a:fontScheme name="Niveau">
      <a:majorFont>
        <a:latin typeface="Calibri"/>
        <a:ea typeface=""/>
        <a:cs typeface="Arial"/>
      </a:majorFont>
      <a:minorFont>
        <a:latin typeface="Calibri"/>
        <a:ea typeface=""/>
        <a:cs typeface="Arial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18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Calibri" pitchFamily="34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18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Calibri" pitchFamily="34" charset="0"/>
          </a:defRPr>
        </a:defPPr>
      </a:lstStyle>
    </a:lnDef>
  </a:objectDefaults>
  <a:extraClrSchemeLst>
    <a:extraClrScheme>
      <a:clrScheme name="Niveau 1">
        <a:dk1>
          <a:srgbClr val="006699"/>
        </a:dk1>
        <a:lt1>
          <a:srgbClr val="FFFFFF"/>
        </a:lt1>
        <a:dk2>
          <a:srgbClr val="000000"/>
        </a:dk2>
        <a:lt2>
          <a:srgbClr val="99FF99"/>
        </a:lt2>
        <a:accent1>
          <a:srgbClr val="00CC99"/>
        </a:accent1>
        <a:accent2>
          <a:srgbClr val="009999"/>
        </a:accent2>
        <a:accent3>
          <a:srgbClr val="AAAAAA"/>
        </a:accent3>
        <a:accent4>
          <a:srgbClr val="DADADA"/>
        </a:accent4>
        <a:accent5>
          <a:srgbClr val="AAE2CA"/>
        </a:accent5>
        <a:accent6>
          <a:srgbClr val="008A8A"/>
        </a:accent6>
        <a:hlink>
          <a:srgbClr val="0066FF"/>
        </a:hlink>
        <a:folHlink>
          <a:srgbClr val="989CBA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2">
        <a:dk1>
          <a:srgbClr val="808000"/>
        </a:dk1>
        <a:lt1>
          <a:srgbClr val="FFFFFF"/>
        </a:lt1>
        <a:dk2>
          <a:srgbClr val="5C271E"/>
        </a:dk2>
        <a:lt2>
          <a:srgbClr val="FFDD89"/>
        </a:lt2>
        <a:accent1>
          <a:srgbClr val="CC6600"/>
        </a:accent1>
        <a:accent2>
          <a:srgbClr val="CC9900"/>
        </a:accent2>
        <a:accent3>
          <a:srgbClr val="B5ACAB"/>
        </a:accent3>
        <a:accent4>
          <a:srgbClr val="DADADA"/>
        </a:accent4>
        <a:accent5>
          <a:srgbClr val="E2B8AA"/>
        </a:accent5>
        <a:accent6>
          <a:srgbClr val="B98A00"/>
        </a:accent6>
        <a:hlink>
          <a:srgbClr val="669900"/>
        </a:hlink>
        <a:folHlink>
          <a:srgbClr val="A3A274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3">
        <a:dk1>
          <a:srgbClr val="763B00"/>
        </a:dk1>
        <a:lt1>
          <a:srgbClr val="FFFFFF"/>
        </a:lt1>
        <a:dk2>
          <a:srgbClr val="330000"/>
        </a:dk2>
        <a:lt2>
          <a:srgbClr val="CC9900"/>
        </a:lt2>
        <a:accent1>
          <a:srgbClr val="FFCC00"/>
        </a:accent1>
        <a:accent2>
          <a:srgbClr val="CC3300"/>
        </a:accent2>
        <a:accent3>
          <a:srgbClr val="ADAAAA"/>
        </a:accent3>
        <a:accent4>
          <a:srgbClr val="DADADA"/>
        </a:accent4>
        <a:accent5>
          <a:srgbClr val="FFE2AA"/>
        </a:accent5>
        <a:accent6>
          <a:srgbClr val="B92D00"/>
        </a:accent6>
        <a:hlink>
          <a:srgbClr val="666699"/>
        </a:hlink>
        <a:folHlink>
          <a:srgbClr val="99996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4">
        <a:dk1>
          <a:srgbClr val="6D3696"/>
        </a:dk1>
        <a:lt1>
          <a:srgbClr val="FFFFFF"/>
        </a:lt1>
        <a:dk2>
          <a:srgbClr val="51255D"/>
        </a:dk2>
        <a:lt2>
          <a:srgbClr val="FFFFCC"/>
        </a:lt2>
        <a:accent1>
          <a:srgbClr val="666699"/>
        </a:accent1>
        <a:accent2>
          <a:srgbClr val="800080"/>
        </a:accent2>
        <a:accent3>
          <a:srgbClr val="B3ACB6"/>
        </a:accent3>
        <a:accent4>
          <a:srgbClr val="DADADA"/>
        </a:accent4>
        <a:accent5>
          <a:srgbClr val="B8B8CA"/>
        </a:accent5>
        <a:accent6>
          <a:srgbClr val="730073"/>
        </a:accent6>
        <a:hlink>
          <a:srgbClr val="CCCC00"/>
        </a:hlink>
        <a:folHlink>
          <a:srgbClr val="A3A274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5">
        <a:dk1>
          <a:srgbClr val="CC6600"/>
        </a:dk1>
        <a:lt1>
          <a:srgbClr val="FFFFFF"/>
        </a:lt1>
        <a:dk2>
          <a:srgbClr val="4A553B"/>
        </a:dk2>
        <a:lt2>
          <a:srgbClr val="FFBF1F"/>
        </a:lt2>
        <a:accent1>
          <a:srgbClr val="FFCC00"/>
        </a:accent1>
        <a:accent2>
          <a:srgbClr val="CC9900"/>
        </a:accent2>
        <a:accent3>
          <a:srgbClr val="B1B4AF"/>
        </a:accent3>
        <a:accent4>
          <a:srgbClr val="DADADA"/>
        </a:accent4>
        <a:accent5>
          <a:srgbClr val="FFE2AA"/>
        </a:accent5>
        <a:accent6>
          <a:srgbClr val="B98A00"/>
        </a:accent6>
        <a:hlink>
          <a:srgbClr val="669900"/>
        </a:hlink>
        <a:folHlink>
          <a:srgbClr val="A3A274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6">
        <a:dk1>
          <a:srgbClr val="000000"/>
        </a:dk1>
        <a:lt1>
          <a:srgbClr val="FFFFFF"/>
        </a:lt1>
        <a:dk2>
          <a:srgbClr val="666699"/>
        </a:dk2>
        <a:lt2>
          <a:srgbClr val="FFCC00"/>
        </a:lt2>
        <a:accent1>
          <a:srgbClr val="FF9900"/>
        </a:accent1>
        <a:accent2>
          <a:srgbClr val="FF0000"/>
        </a:accent2>
        <a:accent3>
          <a:srgbClr val="FFFFFF"/>
        </a:accent3>
        <a:accent4>
          <a:srgbClr val="000000"/>
        </a:accent4>
        <a:accent5>
          <a:srgbClr val="FFCAAA"/>
        </a:accent5>
        <a:accent6>
          <a:srgbClr val="E70000"/>
        </a:accent6>
        <a:hlink>
          <a:srgbClr val="666699"/>
        </a:hlink>
        <a:folHlink>
          <a:srgbClr val="9999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Niveau 7">
        <a:dk1>
          <a:srgbClr val="000000"/>
        </a:dk1>
        <a:lt1>
          <a:srgbClr val="FFFFFF"/>
        </a:lt1>
        <a:dk2>
          <a:srgbClr val="CC3300"/>
        </a:dk2>
        <a:lt2>
          <a:srgbClr val="663300"/>
        </a:lt2>
        <a:accent1>
          <a:srgbClr val="FFCC00"/>
        </a:accent1>
        <a:accent2>
          <a:srgbClr val="CC6600"/>
        </a:accent2>
        <a:accent3>
          <a:srgbClr val="FFFFFF"/>
        </a:accent3>
        <a:accent4>
          <a:srgbClr val="000000"/>
        </a:accent4>
        <a:accent5>
          <a:srgbClr val="FFE2AA"/>
        </a:accent5>
        <a:accent6>
          <a:srgbClr val="B95C00"/>
        </a:accent6>
        <a:hlink>
          <a:srgbClr val="CC9900"/>
        </a:hlink>
        <a:folHlink>
          <a:srgbClr val="996633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Niveau 8">
        <a:dk1>
          <a:srgbClr val="000000"/>
        </a:dk1>
        <a:lt1>
          <a:srgbClr val="FFFFFF"/>
        </a:lt1>
        <a:dk2>
          <a:srgbClr val="999900"/>
        </a:dk2>
        <a:lt2>
          <a:srgbClr val="666600"/>
        </a:lt2>
        <a:accent1>
          <a:srgbClr val="99CC00"/>
        </a:accent1>
        <a:accent2>
          <a:srgbClr val="CCCC66"/>
        </a:accent2>
        <a:accent3>
          <a:srgbClr val="FFFFFF"/>
        </a:accent3>
        <a:accent4>
          <a:srgbClr val="000000"/>
        </a:accent4>
        <a:accent5>
          <a:srgbClr val="CAE2AA"/>
        </a:accent5>
        <a:accent6>
          <a:srgbClr val="B9B95C"/>
        </a:accent6>
        <a:hlink>
          <a:srgbClr val="FFCC00"/>
        </a:hlink>
        <a:folHlink>
          <a:srgbClr val="CC9900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5.xml><?xml version="1.0" encoding="utf-8"?>
<a:theme xmlns:a="http://schemas.openxmlformats.org/drawingml/2006/main" name="4_Niveau">
  <a:themeElements>
    <a:clrScheme name="Niveau 8">
      <a:dk1>
        <a:srgbClr val="000000"/>
      </a:dk1>
      <a:lt1>
        <a:srgbClr val="FFFFFF"/>
      </a:lt1>
      <a:dk2>
        <a:srgbClr val="999900"/>
      </a:dk2>
      <a:lt2>
        <a:srgbClr val="666600"/>
      </a:lt2>
      <a:accent1>
        <a:srgbClr val="99CC00"/>
      </a:accent1>
      <a:accent2>
        <a:srgbClr val="CCCC66"/>
      </a:accent2>
      <a:accent3>
        <a:srgbClr val="FFFFFF"/>
      </a:accent3>
      <a:accent4>
        <a:srgbClr val="000000"/>
      </a:accent4>
      <a:accent5>
        <a:srgbClr val="CAE2AA"/>
      </a:accent5>
      <a:accent6>
        <a:srgbClr val="B9B95C"/>
      </a:accent6>
      <a:hlink>
        <a:srgbClr val="FFCC00"/>
      </a:hlink>
      <a:folHlink>
        <a:srgbClr val="CC9900"/>
      </a:folHlink>
    </a:clrScheme>
    <a:fontScheme name="Niveau">
      <a:majorFont>
        <a:latin typeface="Calibri"/>
        <a:ea typeface=""/>
        <a:cs typeface="Arial"/>
      </a:majorFont>
      <a:minorFont>
        <a:latin typeface="Calibri"/>
        <a:ea typeface=""/>
        <a:cs typeface="Arial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18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Calibri" pitchFamily="34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18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Calibri" pitchFamily="34" charset="0"/>
          </a:defRPr>
        </a:defPPr>
      </a:lstStyle>
    </a:lnDef>
  </a:objectDefaults>
  <a:extraClrSchemeLst>
    <a:extraClrScheme>
      <a:clrScheme name="Niveau 1">
        <a:dk1>
          <a:srgbClr val="006699"/>
        </a:dk1>
        <a:lt1>
          <a:srgbClr val="FFFFFF"/>
        </a:lt1>
        <a:dk2>
          <a:srgbClr val="000000"/>
        </a:dk2>
        <a:lt2>
          <a:srgbClr val="99FF99"/>
        </a:lt2>
        <a:accent1>
          <a:srgbClr val="00CC99"/>
        </a:accent1>
        <a:accent2>
          <a:srgbClr val="009999"/>
        </a:accent2>
        <a:accent3>
          <a:srgbClr val="AAAAAA"/>
        </a:accent3>
        <a:accent4>
          <a:srgbClr val="DADADA"/>
        </a:accent4>
        <a:accent5>
          <a:srgbClr val="AAE2CA"/>
        </a:accent5>
        <a:accent6>
          <a:srgbClr val="008A8A"/>
        </a:accent6>
        <a:hlink>
          <a:srgbClr val="0066FF"/>
        </a:hlink>
        <a:folHlink>
          <a:srgbClr val="989CBA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2">
        <a:dk1>
          <a:srgbClr val="808000"/>
        </a:dk1>
        <a:lt1>
          <a:srgbClr val="FFFFFF"/>
        </a:lt1>
        <a:dk2>
          <a:srgbClr val="5C271E"/>
        </a:dk2>
        <a:lt2>
          <a:srgbClr val="FFDD89"/>
        </a:lt2>
        <a:accent1>
          <a:srgbClr val="CC6600"/>
        </a:accent1>
        <a:accent2>
          <a:srgbClr val="CC9900"/>
        </a:accent2>
        <a:accent3>
          <a:srgbClr val="B5ACAB"/>
        </a:accent3>
        <a:accent4>
          <a:srgbClr val="DADADA"/>
        </a:accent4>
        <a:accent5>
          <a:srgbClr val="E2B8AA"/>
        </a:accent5>
        <a:accent6>
          <a:srgbClr val="B98A00"/>
        </a:accent6>
        <a:hlink>
          <a:srgbClr val="669900"/>
        </a:hlink>
        <a:folHlink>
          <a:srgbClr val="A3A274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3">
        <a:dk1>
          <a:srgbClr val="763B00"/>
        </a:dk1>
        <a:lt1>
          <a:srgbClr val="FFFFFF"/>
        </a:lt1>
        <a:dk2>
          <a:srgbClr val="330000"/>
        </a:dk2>
        <a:lt2>
          <a:srgbClr val="CC9900"/>
        </a:lt2>
        <a:accent1>
          <a:srgbClr val="FFCC00"/>
        </a:accent1>
        <a:accent2>
          <a:srgbClr val="CC3300"/>
        </a:accent2>
        <a:accent3>
          <a:srgbClr val="ADAAAA"/>
        </a:accent3>
        <a:accent4>
          <a:srgbClr val="DADADA"/>
        </a:accent4>
        <a:accent5>
          <a:srgbClr val="FFE2AA"/>
        </a:accent5>
        <a:accent6>
          <a:srgbClr val="B92D00"/>
        </a:accent6>
        <a:hlink>
          <a:srgbClr val="666699"/>
        </a:hlink>
        <a:folHlink>
          <a:srgbClr val="99996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4">
        <a:dk1>
          <a:srgbClr val="6D3696"/>
        </a:dk1>
        <a:lt1>
          <a:srgbClr val="FFFFFF"/>
        </a:lt1>
        <a:dk2>
          <a:srgbClr val="51255D"/>
        </a:dk2>
        <a:lt2>
          <a:srgbClr val="FFFFCC"/>
        </a:lt2>
        <a:accent1>
          <a:srgbClr val="666699"/>
        </a:accent1>
        <a:accent2>
          <a:srgbClr val="800080"/>
        </a:accent2>
        <a:accent3>
          <a:srgbClr val="B3ACB6"/>
        </a:accent3>
        <a:accent4>
          <a:srgbClr val="DADADA"/>
        </a:accent4>
        <a:accent5>
          <a:srgbClr val="B8B8CA"/>
        </a:accent5>
        <a:accent6>
          <a:srgbClr val="730073"/>
        </a:accent6>
        <a:hlink>
          <a:srgbClr val="CCCC00"/>
        </a:hlink>
        <a:folHlink>
          <a:srgbClr val="A3A274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5">
        <a:dk1>
          <a:srgbClr val="CC6600"/>
        </a:dk1>
        <a:lt1>
          <a:srgbClr val="FFFFFF"/>
        </a:lt1>
        <a:dk2>
          <a:srgbClr val="4A553B"/>
        </a:dk2>
        <a:lt2>
          <a:srgbClr val="FFBF1F"/>
        </a:lt2>
        <a:accent1>
          <a:srgbClr val="FFCC00"/>
        </a:accent1>
        <a:accent2>
          <a:srgbClr val="CC9900"/>
        </a:accent2>
        <a:accent3>
          <a:srgbClr val="B1B4AF"/>
        </a:accent3>
        <a:accent4>
          <a:srgbClr val="DADADA"/>
        </a:accent4>
        <a:accent5>
          <a:srgbClr val="FFE2AA"/>
        </a:accent5>
        <a:accent6>
          <a:srgbClr val="B98A00"/>
        </a:accent6>
        <a:hlink>
          <a:srgbClr val="669900"/>
        </a:hlink>
        <a:folHlink>
          <a:srgbClr val="A3A274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6">
        <a:dk1>
          <a:srgbClr val="000000"/>
        </a:dk1>
        <a:lt1>
          <a:srgbClr val="FFFFFF"/>
        </a:lt1>
        <a:dk2>
          <a:srgbClr val="666699"/>
        </a:dk2>
        <a:lt2>
          <a:srgbClr val="FFCC00"/>
        </a:lt2>
        <a:accent1>
          <a:srgbClr val="FF9900"/>
        </a:accent1>
        <a:accent2>
          <a:srgbClr val="FF0000"/>
        </a:accent2>
        <a:accent3>
          <a:srgbClr val="FFFFFF"/>
        </a:accent3>
        <a:accent4>
          <a:srgbClr val="000000"/>
        </a:accent4>
        <a:accent5>
          <a:srgbClr val="FFCAAA"/>
        </a:accent5>
        <a:accent6>
          <a:srgbClr val="E70000"/>
        </a:accent6>
        <a:hlink>
          <a:srgbClr val="666699"/>
        </a:hlink>
        <a:folHlink>
          <a:srgbClr val="9999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Niveau 7">
        <a:dk1>
          <a:srgbClr val="000000"/>
        </a:dk1>
        <a:lt1>
          <a:srgbClr val="FFFFFF"/>
        </a:lt1>
        <a:dk2>
          <a:srgbClr val="CC3300"/>
        </a:dk2>
        <a:lt2>
          <a:srgbClr val="663300"/>
        </a:lt2>
        <a:accent1>
          <a:srgbClr val="FFCC00"/>
        </a:accent1>
        <a:accent2>
          <a:srgbClr val="CC6600"/>
        </a:accent2>
        <a:accent3>
          <a:srgbClr val="FFFFFF"/>
        </a:accent3>
        <a:accent4>
          <a:srgbClr val="000000"/>
        </a:accent4>
        <a:accent5>
          <a:srgbClr val="FFE2AA"/>
        </a:accent5>
        <a:accent6>
          <a:srgbClr val="B95C00"/>
        </a:accent6>
        <a:hlink>
          <a:srgbClr val="CC9900"/>
        </a:hlink>
        <a:folHlink>
          <a:srgbClr val="996633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Niveau 8">
        <a:dk1>
          <a:srgbClr val="000000"/>
        </a:dk1>
        <a:lt1>
          <a:srgbClr val="FFFFFF"/>
        </a:lt1>
        <a:dk2>
          <a:srgbClr val="999900"/>
        </a:dk2>
        <a:lt2>
          <a:srgbClr val="666600"/>
        </a:lt2>
        <a:accent1>
          <a:srgbClr val="99CC00"/>
        </a:accent1>
        <a:accent2>
          <a:srgbClr val="CCCC66"/>
        </a:accent2>
        <a:accent3>
          <a:srgbClr val="FFFFFF"/>
        </a:accent3>
        <a:accent4>
          <a:srgbClr val="000000"/>
        </a:accent4>
        <a:accent5>
          <a:srgbClr val="CAE2AA"/>
        </a:accent5>
        <a:accent6>
          <a:srgbClr val="B9B95C"/>
        </a:accent6>
        <a:hlink>
          <a:srgbClr val="FFCC00"/>
        </a:hlink>
        <a:folHlink>
          <a:srgbClr val="CC9900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6.xml><?xml version="1.0" encoding="utf-8"?>
<a:theme xmlns:a="http://schemas.openxmlformats.org/drawingml/2006/main" name="2_Conception personnalisée">
  <a:themeElements>
    <a:clrScheme name="Conception personnalisée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Conception personnalisée">
      <a:majorFont>
        <a:latin typeface="Arial"/>
        <a:ea typeface=""/>
        <a:cs typeface="Arial"/>
      </a:majorFont>
      <a:minorFont>
        <a:latin typeface="Arial"/>
        <a:ea typeface=""/>
        <a:cs typeface="Arial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Conception personnalisée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onception personnalisée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onception personnalisée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onception personnalisée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onception personnalisée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onception personnalisée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onception personnalisée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onception personnalisée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onception personnalisée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onception personnalisée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onception personnalisée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onception personnalisée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7.xml><?xml version="1.0" encoding="utf-8"?>
<a:theme xmlns:a="http://schemas.openxmlformats.org/drawingml/2006/main" name="6_Niveau">
  <a:themeElements>
    <a:clrScheme name="Niveau 8">
      <a:dk1>
        <a:srgbClr val="000000"/>
      </a:dk1>
      <a:lt1>
        <a:srgbClr val="FFFFFF"/>
      </a:lt1>
      <a:dk2>
        <a:srgbClr val="999900"/>
      </a:dk2>
      <a:lt2>
        <a:srgbClr val="666600"/>
      </a:lt2>
      <a:accent1>
        <a:srgbClr val="99CC00"/>
      </a:accent1>
      <a:accent2>
        <a:srgbClr val="CCCC66"/>
      </a:accent2>
      <a:accent3>
        <a:srgbClr val="FFFFFF"/>
      </a:accent3>
      <a:accent4>
        <a:srgbClr val="000000"/>
      </a:accent4>
      <a:accent5>
        <a:srgbClr val="CAE2AA"/>
      </a:accent5>
      <a:accent6>
        <a:srgbClr val="B9B95C"/>
      </a:accent6>
      <a:hlink>
        <a:srgbClr val="FFCC00"/>
      </a:hlink>
      <a:folHlink>
        <a:srgbClr val="CC9900"/>
      </a:folHlink>
    </a:clrScheme>
    <a:fontScheme name="Niveau">
      <a:majorFont>
        <a:latin typeface="Calibri"/>
        <a:ea typeface=""/>
        <a:cs typeface="Arial"/>
      </a:majorFont>
      <a:minorFont>
        <a:latin typeface="Calibri"/>
        <a:ea typeface=""/>
        <a:cs typeface="Arial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18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Calibri" pitchFamily="34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18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Calibri" pitchFamily="34" charset="0"/>
          </a:defRPr>
        </a:defPPr>
      </a:lstStyle>
    </a:lnDef>
  </a:objectDefaults>
  <a:extraClrSchemeLst>
    <a:extraClrScheme>
      <a:clrScheme name="Niveau 1">
        <a:dk1>
          <a:srgbClr val="006699"/>
        </a:dk1>
        <a:lt1>
          <a:srgbClr val="FFFFFF"/>
        </a:lt1>
        <a:dk2>
          <a:srgbClr val="000000"/>
        </a:dk2>
        <a:lt2>
          <a:srgbClr val="99FF99"/>
        </a:lt2>
        <a:accent1>
          <a:srgbClr val="00CC99"/>
        </a:accent1>
        <a:accent2>
          <a:srgbClr val="009999"/>
        </a:accent2>
        <a:accent3>
          <a:srgbClr val="AAAAAA"/>
        </a:accent3>
        <a:accent4>
          <a:srgbClr val="DADADA"/>
        </a:accent4>
        <a:accent5>
          <a:srgbClr val="AAE2CA"/>
        </a:accent5>
        <a:accent6>
          <a:srgbClr val="008A8A"/>
        </a:accent6>
        <a:hlink>
          <a:srgbClr val="0066FF"/>
        </a:hlink>
        <a:folHlink>
          <a:srgbClr val="989CBA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2">
        <a:dk1>
          <a:srgbClr val="808000"/>
        </a:dk1>
        <a:lt1>
          <a:srgbClr val="FFFFFF"/>
        </a:lt1>
        <a:dk2>
          <a:srgbClr val="5C271E"/>
        </a:dk2>
        <a:lt2>
          <a:srgbClr val="FFDD89"/>
        </a:lt2>
        <a:accent1>
          <a:srgbClr val="CC6600"/>
        </a:accent1>
        <a:accent2>
          <a:srgbClr val="CC9900"/>
        </a:accent2>
        <a:accent3>
          <a:srgbClr val="B5ACAB"/>
        </a:accent3>
        <a:accent4>
          <a:srgbClr val="DADADA"/>
        </a:accent4>
        <a:accent5>
          <a:srgbClr val="E2B8AA"/>
        </a:accent5>
        <a:accent6>
          <a:srgbClr val="B98A00"/>
        </a:accent6>
        <a:hlink>
          <a:srgbClr val="669900"/>
        </a:hlink>
        <a:folHlink>
          <a:srgbClr val="A3A274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3">
        <a:dk1>
          <a:srgbClr val="763B00"/>
        </a:dk1>
        <a:lt1>
          <a:srgbClr val="FFFFFF"/>
        </a:lt1>
        <a:dk2>
          <a:srgbClr val="330000"/>
        </a:dk2>
        <a:lt2>
          <a:srgbClr val="CC9900"/>
        </a:lt2>
        <a:accent1>
          <a:srgbClr val="FFCC00"/>
        </a:accent1>
        <a:accent2>
          <a:srgbClr val="CC3300"/>
        </a:accent2>
        <a:accent3>
          <a:srgbClr val="ADAAAA"/>
        </a:accent3>
        <a:accent4>
          <a:srgbClr val="DADADA"/>
        </a:accent4>
        <a:accent5>
          <a:srgbClr val="FFE2AA"/>
        </a:accent5>
        <a:accent6>
          <a:srgbClr val="B92D00"/>
        </a:accent6>
        <a:hlink>
          <a:srgbClr val="666699"/>
        </a:hlink>
        <a:folHlink>
          <a:srgbClr val="99996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4">
        <a:dk1>
          <a:srgbClr val="6D3696"/>
        </a:dk1>
        <a:lt1>
          <a:srgbClr val="FFFFFF"/>
        </a:lt1>
        <a:dk2>
          <a:srgbClr val="51255D"/>
        </a:dk2>
        <a:lt2>
          <a:srgbClr val="FFFFCC"/>
        </a:lt2>
        <a:accent1>
          <a:srgbClr val="666699"/>
        </a:accent1>
        <a:accent2>
          <a:srgbClr val="800080"/>
        </a:accent2>
        <a:accent3>
          <a:srgbClr val="B3ACB6"/>
        </a:accent3>
        <a:accent4>
          <a:srgbClr val="DADADA"/>
        </a:accent4>
        <a:accent5>
          <a:srgbClr val="B8B8CA"/>
        </a:accent5>
        <a:accent6>
          <a:srgbClr val="730073"/>
        </a:accent6>
        <a:hlink>
          <a:srgbClr val="CCCC00"/>
        </a:hlink>
        <a:folHlink>
          <a:srgbClr val="A3A274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5">
        <a:dk1>
          <a:srgbClr val="CC6600"/>
        </a:dk1>
        <a:lt1>
          <a:srgbClr val="FFFFFF"/>
        </a:lt1>
        <a:dk2>
          <a:srgbClr val="4A553B"/>
        </a:dk2>
        <a:lt2>
          <a:srgbClr val="FFBF1F"/>
        </a:lt2>
        <a:accent1>
          <a:srgbClr val="FFCC00"/>
        </a:accent1>
        <a:accent2>
          <a:srgbClr val="CC9900"/>
        </a:accent2>
        <a:accent3>
          <a:srgbClr val="B1B4AF"/>
        </a:accent3>
        <a:accent4>
          <a:srgbClr val="DADADA"/>
        </a:accent4>
        <a:accent5>
          <a:srgbClr val="FFE2AA"/>
        </a:accent5>
        <a:accent6>
          <a:srgbClr val="B98A00"/>
        </a:accent6>
        <a:hlink>
          <a:srgbClr val="669900"/>
        </a:hlink>
        <a:folHlink>
          <a:srgbClr val="A3A274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6">
        <a:dk1>
          <a:srgbClr val="000000"/>
        </a:dk1>
        <a:lt1>
          <a:srgbClr val="FFFFFF"/>
        </a:lt1>
        <a:dk2>
          <a:srgbClr val="666699"/>
        </a:dk2>
        <a:lt2>
          <a:srgbClr val="FFCC00"/>
        </a:lt2>
        <a:accent1>
          <a:srgbClr val="FF9900"/>
        </a:accent1>
        <a:accent2>
          <a:srgbClr val="FF0000"/>
        </a:accent2>
        <a:accent3>
          <a:srgbClr val="FFFFFF"/>
        </a:accent3>
        <a:accent4>
          <a:srgbClr val="000000"/>
        </a:accent4>
        <a:accent5>
          <a:srgbClr val="FFCAAA"/>
        </a:accent5>
        <a:accent6>
          <a:srgbClr val="E70000"/>
        </a:accent6>
        <a:hlink>
          <a:srgbClr val="666699"/>
        </a:hlink>
        <a:folHlink>
          <a:srgbClr val="9999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Niveau 7">
        <a:dk1>
          <a:srgbClr val="000000"/>
        </a:dk1>
        <a:lt1>
          <a:srgbClr val="FFFFFF"/>
        </a:lt1>
        <a:dk2>
          <a:srgbClr val="CC3300"/>
        </a:dk2>
        <a:lt2>
          <a:srgbClr val="663300"/>
        </a:lt2>
        <a:accent1>
          <a:srgbClr val="FFCC00"/>
        </a:accent1>
        <a:accent2>
          <a:srgbClr val="CC6600"/>
        </a:accent2>
        <a:accent3>
          <a:srgbClr val="FFFFFF"/>
        </a:accent3>
        <a:accent4>
          <a:srgbClr val="000000"/>
        </a:accent4>
        <a:accent5>
          <a:srgbClr val="FFE2AA"/>
        </a:accent5>
        <a:accent6>
          <a:srgbClr val="B95C00"/>
        </a:accent6>
        <a:hlink>
          <a:srgbClr val="CC9900"/>
        </a:hlink>
        <a:folHlink>
          <a:srgbClr val="996633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Niveau 8">
        <a:dk1>
          <a:srgbClr val="000000"/>
        </a:dk1>
        <a:lt1>
          <a:srgbClr val="FFFFFF"/>
        </a:lt1>
        <a:dk2>
          <a:srgbClr val="999900"/>
        </a:dk2>
        <a:lt2>
          <a:srgbClr val="666600"/>
        </a:lt2>
        <a:accent1>
          <a:srgbClr val="99CC00"/>
        </a:accent1>
        <a:accent2>
          <a:srgbClr val="CCCC66"/>
        </a:accent2>
        <a:accent3>
          <a:srgbClr val="FFFFFF"/>
        </a:accent3>
        <a:accent4>
          <a:srgbClr val="000000"/>
        </a:accent4>
        <a:accent5>
          <a:srgbClr val="CAE2AA"/>
        </a:accent5>
        <a:accent6>
          <a:srgbClr val="B9B95C"/>
        </a:accent6>
        <a:hlink>
          <a:srgbClr val="FFCC00"/>
        </a:hlink>
        <a:folHlink>
          <a:srgbClr val="CC9900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8.xml><?xml version="1.0" encoding="utf-8"?>
<a:theme xmlns:a="http://schemas.openxmlformats.org/drawingml/2006/main" name="7_Niveau">
  <a:themeElements>
    <a:clrScheme name="Niveau 8">
      <a:dk1>
        <a:srgbClr val="000000"/>
      </a:dk1>
      <a:lt1>
        <a:srgbClr val="FFFFFF"/>
      </a:lt1>
      <a:dk2>
        <a:srgbClr val="999900"/>
      </a:dk2>
      <a:lt2>
        <a:srgbClr val="666600"/>
      </a:lt2>
      <a:accent1>
        <a:srgbClr val="99CC00"/>
      </a:accent1>
      <a:accent2>
        <a:srgbClr val="CCCC66"/>
      </a:accent2>
      <a:accent3>
        <a:srgbClr val="FFFFFF"/>
      </a:accent3>
      <a:accent4>
        <a:srgbClr val="000000"/>
      </a:accent4>
      <a:accent5>
        <a:srgbClr val="CAE2AA"/>
      </a:accent5>
      <a:accent6>
        <a:srgbClr val="B9B95C"/>
      </a:accent6>
      <a:hlink>
        <a:srgbClr val="FFCC00"/>
      </a:hlink>
      <a:folHlink>
        <a:srgbClr val="CC9900"/>
      </a:folHlink>
    </a:clrScheme>
    <a:fontScheme name="Niveau">
      <a:majorFont>
        <a:latin typeface="Calibri"/>
        <a:ea typeface=""/>
        <a:cs typeface="Arial"/>
      </a:majorFont>
      <a:minorFont>
        <a:latin typeface="Calibri"/>
        <a:ea typeface=""/>
        <a:cs typeface="Arial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18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Calibri" pitchFamily="34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18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Calibri" pitchFamily="34" charset="0"/>
          </a:defRPr>
        </a:defPPr>
      </a:lstStyle>
    </a:lnDef>
  </a:objectDefaults>
  <a:extraClrSchemeLst>
    <a:extraClrScheme>
      <a:clrScheme name="Niveau 1">
        <a:dk1>
          <a:srgbClr val="006699"/>
        </a:dk1>
        <a:lt1>
          <a:srgbClr val="FFFFFF"/>
        </a:lt1>
        <a:dk2>
          <a:srgbClr val="000000"/>
        </a:dk2>
        <a:lt2>
          <a:srgbClr val="99FF99"/>
        </a:lt2>
        <a:accent1>
          <a:srgbClr val="00CC99"/>
        </a:accent1>
        <a:accent2>
          <a:srgbClr val="009999"/>
        </a:accent2>
        <a:accent3>
          <a:srgbClr val="AAAAAA"/>
        </a:accent3>
        <a:accent4>
          <a:srgbClr val="DADADA"/>
        </a:accent4>
        <a:accent5>
          <a:srgbClr val="AAE2CA"/>
        </a:accent5>
        <a:accent6>
          <a:srgbClr val="008A8A"/>
        </a:accent6>
        <a:hlink>
          <a:srgbClr val="0066FF"/>
        </a:hlink>
        <a:folHlink>
          <a:srgbClr val="989CBA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2">
        <a:dk1>
          <a:srgbClr val="808000"/>
        </a:dk1>
        <a:lt1>
          <a:srgbClr val="FFFFFF"/>
        </a:lt1>
        <a:dk2>
          <a:srgbClr val="5C271E"/>
        </a:dk2>
        <a:lt2>
          <a:srgbClr val="FFDD89"/>
        </a:lt2>
        <a:accent1>
          <a:srgbClr val="CC6600"/>
        </a:accent1>
        <a:accent2>
          <a:srgbClr val="CC9900"/>
        </a:accent2>
        <a:accent3>
          <a:srgbClr val="B5ACAB"/>
        </a:accent3>
        <a:accent4>
          <a:srgbClr val="DADADA"/>
        </a:accent4>
        <a:accent5>
          <a:srgbClr val="E2B8AA"/>
        </a:accent5>
        <a:accent6>
          <a:srgbClr val="B98A00"/>
        </a:accent6>
        <a:hlink>
          <a:srgbClr val="669900"/>
        </a:hlink>
        <a:folHlink>
          <a:srgbClr val="A3A274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3">
        <a:dk1>
          <a:srgbClr val="763B00"/>
        </a:dk1>
        <a:lt1>
          <a:srgbClr val="FFFFFF"/>
        </a:lt1>
        <a:dk2>
          <a:srgbClr val="330000"/>
        </a:dk2>
        <a:lt2>
          <a:srgbClr val="CC9900"/>
        </a:lt2>
        <a:accent1>
          <a:srgbClr val="FFCC00"/>
        </a:accent1>
        <a:accent2>
          <a:srgbClr val="CC3300"/>
        </a:accent2>
        <a:accent3>
          <a:srgbClr val="ADAAAA"/>
        </a:accent3>
        <a:accent4>
          <a:srgbClr val="DADADA"/>
        </a:accent4>
        <a:accent5>
          <a:srgbClr val="FFE2AA"/>
        </a:accent5>
        <a:accent6>
          <a:srgbClr val="B92D00"/>
        </a:accent6>
        <a:hlink>
          <a:srgbClr val="666699"/>
        </a:hlink>
        <a:folHlink>
          <a:srgbClr val="99996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4">
        <a:dk1>
          <a:srgbClr val="6D3696"/>
        </a:dk1>
        <a:lt1>
          <a:srgbClr val="FFFFFF"/>
        </a:lt1>
        <a:dk2>
          <a:srgbClr val="51255D"/>
        </a:dk2>
        <a:lt2>
          <a:srgbClr val="FFFFCC"/>
        </a:lt2>
        <a:accent1>
          <a:srgbClr val="666699"/>
        </a:accent1>
        <a:accent2>
          <a:srgbClr val="800080"/>
        </a:accent2>
        <a:accent3>
          <a:srgbClr val="B3ACB6"/>
        </a:accent3>
        <a:accent4>
          <a:srgbClr val="DADADA"/>
        </a:accent4>
        <a:accent5>
          <a:srgbClr val="B8B8CA"/>
        </a:accent5>
        <a:accent6>
          <a:srgbClr val="730073"/>
        </a:accent6>
        <a:hlink>
          <a:srgbClr val="CCCC00"/>
        </a:hlink>
        <a:folHlink>
          <a:srgbClr val="A3A274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5">
        <a:dk1>
          <a:srgbClr val="CC6600"/>
        </a:dk1>
        <a:lt1>
          <a:srgbClr val="FFFFFF"/>
        </a:lt1>
        <a:dk2>
          <a:srgbClr val="4A553B"/>
        </a:dk2>
        <a:lt2>
          <a:srgbClr val="FFBF1F"/>
        </a:lt2>
        <a:accent1>
          <a:srgbClr val="FFCC00"/>
        </a:accent1>
        <a:accent2>
          <a:srgbClr val="CC9900"/>
        </a:accent2>
        <a:accent3>
          <a:srgbClr val="B1B4AF"/>
        </a:accent3>
        <a:accent4>
          <a:srgbClr val="DADADA"/>
        </a:accent4>
        <a:accent5>
          <a:srgbClr val="FFE2AA"/>
        </a:accent5>
        <a:accent6>
          <a:srgbClr val="B98A00"/>
        </a:accent6>
        <a:hlink>
          <a:srgbClr val="669900"/>
        </a:hlink>
        <a:folHlink>
          <a:srgbClr val="A3A274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6">
        <a:dk1>
          <a:srgbClr val="000000"/>
        </a:dk1>
        <a:lt1>
          <a:srgbClr val="FFFFFF"/>
        </a:lt1>
        <a:dk2>
          <a:srgbClr val="666699"/>
        </a:dk2>
        <a:lt2>
          <a:srgbClr val="FFCC00"/>
        </a:lt2>
        <a:accent1>
          <a:srgbClr val="FF9900"/>
        </a:accent1>
        <a:accent2>
          <a:srgbClr val="FF0000"/>
        </a:accent2>
        <a:accent3>
          <a:srgbClr val="FFFFFF"/>
        </a:accent3>
        <a:accent4>
          <a:srgbClr val="000000"/>
        </a:accent4>
        <a:accent5>
          <a:srgbClr val="FFCAAA"/>
        </a:accent5>
        <a:accent6>
          <a:srgbClr val="E70000"/>
        </a:accent6>
        <a:hlink>
          <a:srgbClr val="666699"/>
        </a:hlink>
        <a:folHlink>
          <a:srgbClr val="9999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Niveau 7">
        <a:dk1>
          <a:srgbClr val="000000"/>
        </a:dk1>
        <a:lt1>
          <a:srgbClr val="FFFFFF"/>
        </a:lt1>
        <a:dk2>
          <a:srgbClr val="CC3300"/>
        </a:dk2>
        <a:lt2>
          <a:srgbClr val="663300"/>
        </a:lt2>
        <a:accent1>
          <a:srgbClr val="FFCC00"/>
        </a:accent1>
        <a:accent2>
          <a:srgbClr val="CC6600"/>
        </a:accent2>
        <a:accent3>
          <a:srgbClr val="FFFFFF"/>
        </a:accent3>
        <a:accent4>
          <a:srgbClr val="000000"/>
        </a:accent4>
        <a:accent5>
          <a:srgbClr val="FFE2AA"/>
        </a:accent5>
        <a:accent6>
          <a:srgbClr val="B95C00"/>
        </a:accent6>
        <a:hlink>
          <a:srgbClr val="CC9900"/>
        </a:hlink>
        <a:folHlink>
          <a:srgbClr val="996633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Niveau 8">
        <a:dk1>
          <a:srgbClr val="000000"/>
        </a:dk1>
        <a:lt1>
          <a:srgbClr val="FFFFFF"/>
        </a:lt1>
        <a:dk2>
          <a:srgbClr val="999900"/>
        </a:dk2>
        <a:lt2>
          <a:srgbClr val="666600"/>
        </a:lt2>
        <a:accent1>
          <a:srgbClr val="99CC00"/>
        </a:accent1>
        <a:accent2>
          <a:srgbClr val="CCCC66"/>
        </a:accent2>
        <a:accent3>
          <a:srgbClr val="FFFFFF"/>
        </a:accent3>
        <a:accent4>
          <a:srgbClr val="000000"/>
        </a:accent4>
        <a:accent5>
          <a:srgbClr val="CAE2AA"/>
        </a:accent5>
        <a:accent6>
          <a:srgbClr val="B9B95C"/>
        </a:accent6>
        <a:hlink>
          <a:srgbClr val="FFCC00"/>
        </a:hlink>
        <a:folHlink>
          <a:srgbClr val="CC9900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9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00971729-70a3-4993-84f7-eb0c0afa8a2f" xsi:nil="true"/>
    <lcf76f155ced4ddcb4097134ff3c332f xmlns="06e2edd1-4062-4d9a-a61d-4161a7f5f1b2">
      <Terms xmlns="http://schemas.microsoft.com/office/infopath/2007/PartnerControls"/>
    </lcf76f155ced4ddcb4097134ff3c332f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5C99932D3F98349B0646471334594E4" ma:contentTypeVersion="19" ma:contentTypeDescription="Crée un document." ma:contentTypeScope="" ma:versionID="5b426bf015247085bdc2ba9c0c22814b">
  <xsd:schema xmlns:xsd="http://www.w3.org/2001/XMLSchema" xmlns:xs="http://www.w3.org/2001/XMLSchema" xmlns:p="http://schemas.microsoft.com/office/2006/metadata/properties" xmlns:ns2="00971729-70a3-4993-84f7-eb0c0afa8a2f" xmlns:ns3="06e2edd1-4062-4d9a-a61d-4161a7f5f1b2" targetNamespace="http://schemas.microsoft.com/office/2006/metadata/properties" ma:root="true" ma:fieldsID="2ef6de4a32362b76d38b436c51ec4e40" ns2:_="" ns3:_="">
    <xsd:import namespace="00971729-70a3-4993-84f7-eb0c0afa8a2f"/>
    <xsd:import namespace="06e2edd1-4062-4d9a-a61d-4161a7f5f1b2"/>
    <xsd:element name="properties">
      <xsd:complexType>
        <xsd:sequence>
          <xsd:element name="documentManagement">
            <xsd:complexType>
              <xsd:all>
                <xsd:element ref="ns2:SharedWithUsers" minOccurs="0"/>
                <xsd:element ref="ns2:SharedWithDetails" minOccurs="0"/>
                <xsd:element ref="ns3:MediaServiceMetadata" minOccurs="0"/>
                <xsd:element ref="ns3:MediaServiceFastMetadata" minOccurs="0"/>
                <xsd:element ref="ns3:MediaServiceDateTaken" minOccurs="0"/>
                <xsd:element ref="ns3:MediaServiceAutoTags" minOccurs="0"/>
                <xsd:element ref="ns3:MediaServiceOCR" minOccurs="0"/>
                <xsd:element ref="ns3:MediaServiceLocation" minOccurs="0"/>
                <xsd:element ref="ns3:MediaServiceGenerationTime" minOccurs="0"/>
                <xsd:element ref="ns3:MediaServiceEventHashCode" minOccurs="0"/>
                <xsd:element ref="ns3:MediaServiceAutoKeyPoints" minOccurs="0"/>
                <xsd:element ref="ns3:MediaServiceKeyPoints" minOccurs="0"/>
                <xsd:element ref="ns3:lcf76f155ced4ddcb4097134ff3c332f" minOccurs="0"/>
                <xsd:element ref="ns2:TaxCatchAll" minOccurs="0"/>
                <xsd:element ref="ns3:MediaLengthInSeconds" minOccurs="0"/>
                <xsd:element ref="ns3:MediaServiceSearchProperties" minOccurs="0"/>
                <xsd:element ref="ns3:MediaServiceObjectDetectorVersions" minOccurs="0"/>
                <xsd:element ref="ns3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0971729-70a3-4993-84f7-eb0c0afa8a2f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Partagé avec" ma:description="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Partagé avec détails" ma:description="" ma:internalName="SharedWithDetails" ma:readOnly="true">
      <xsd:simpleType>
        <xsd:restriction base="dms:Note">
          <xsd:maxLength value="255"/>
        </xsd:restriction>
      </xsd:simpleType>
    </xsd:element>
    <xsd:element name="TaxCatchAll" ma:index="22" nillable="true" ma:displayName="Colonne Attraper tout de Taxonomie" ma:hidden="true" ma:list="{3812f052-b851-404b-8596-4a1ac8d69aaf}" ma:internalName="TaxCatchAll" ma:showField="CatchAllData" ma:web="00971729-70a3-4993-84f7-eb0c0afa8a2f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6e2edd1-4062-4d9a-a61d-4161a7f5f1b2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0" nillable="true" ma:displayName="MediaServiceMetadata" ma:description="" ma:hidden="true" ma:internalName="MediaServiceMetadata" ma:readOnly="true">
      <xsd:simpleType>
        <xsd:restriction base="dms:Note"/>
      </xsd:simpleType>
    </xsd:element>
    <xsd:element name="MediaServiceFastMetadata" ma:index="11" nillable="true" ma:displayName="MediaServiceFastMetadata" ma:description="" ma:hidden="true" ma:internalName="MediaServiceFastMetadata" ma:readOnly="true">
      <xsd:simpleType>
        <xsd:restriction base="dms:Note"/>
      </xsd:simpleType>
    </xsd:element>
    <xsd:element name="MediaServiceDateTaken" ma:index="12" nillable="true" ma:displayName="MediaServiceDateTaken" ma:description="" ma:hidden="true" ma:internalName="MediaServiceDateTaken" ma:readOnly="true">
      <xsd:simpleType>
        <xsd:restriction base="dms:Text"/>
      </xsd:simpleType>
    </xsd:element>
    <xsd:element name="MediaServiceAutoTags" ma:index="13" nillable="true" ma:displayName="MediaServiceAutoTags" ma:description="" ma:internalName="MediaServiceAutoTags" ma:readOnly="true">
      <xsd:simpleType>
        <xsd:restriction base="dms:Text"/>
      </xsd:simpleType>
    </xsd:element>
    <xsd:element name="MediaServiceOCR" ma:index="14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5" nillable="true" ma:displayName="MediaServiceLocation" ma:internalName="MediaServiceLocation" ma:readOnly="true">
      <xsd:simpleType>
        <xsd:restriction base="dms:Text"/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AutoKeyPoints" ma:index="18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9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lcf76f155ced4ddcb4097134ff3c332f" ma:index="21" nillable="true" ma:taxonomy="true" ma:internalName="lcf76f155ced4ddcb4097134ff3c332f" ma:taxonomyFieldName="MediaServiceImageTags" ma:displayName="Balises d’images" ma:readOnly="false" ma:fieldId="{5cf76f15-5ced-4ddc-b409-7134ff3c332f}" ma:taxonomyMulti="true" ma:sspId="cdf0841f-2772-4452-949b-9b51e46c2e0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LengthInSeconds" ma:index="23" nillable="true" ma:displayName="MediaLengthInSeconds" ma:hidden="true" ma:internalName="MediaLengthInSeconds" ma:readOnly="true">
      <xsd:simpleType>
        <xsd:restriction base="dms:Unknown"/>
      </xsd:simpleType>
    </xsd:element>
    <xsd:element name="MediaServiceSearchProperties" ma:index="24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25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BillingMetadata" ma:index="26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ype de contenu"/>
        <xsd:element ref="dc:title" minOccurs="0" maxOccurs="1" ma:index="4" ma:displayName="Titr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9BB86CCF-A4F8-4444-9836-4F5E543C5406}">
  <ds:schemaRefs>
    <ds:schemaRef ds:uri="00971729-70a3-4993-84f7-eb0c0afa8a2f"/>
    <ds:schemaRef ds:uri="06e2edd1-4062-4d9a-a61d-4161a7f5f1b2"/>
    <ds:schemaRef ds:uri="125c6bb5-a381-4b6d-8deb-87062260a888"/>
    <ds:schemaRef ds:uri="194ced29-f2d3-4822-a186-59af69b23cb3"/>
    <ds:schemaRef ds:uri="7224cc77-36d3-4c4e-b6fa-7d5983a10a01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customXml/itemProps2.xml><?xml version="1.0" encoding="utf-8"?>
<ds:datastoreItem xmlns:ds="http://schemas.openxmlformats.org/officeDocument/2006/customXml" ds:itemID="{EF790213-A1D6-439A-B6BA-0C411DF8C17D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13B4EBB4-6818-4E93-A6B7-8A352F0C5741}"/>
</file>

<file path=docProps/app.xml><?xml version="1.0" encoding="utf-8"?>
<Properties xmlns="http://schemas.openxmlformats.org/officeDocument/2006/extended-properties" xmlns:vt="http://schemas.openxmlformats.org/officeDocument/2006/docPropsVTypes">
  <TotalTime>365</TotalTime>
  <Words>2510</Words>
  <Application>Microsoft Office PowerPoint</Application>
  <PresentationFormat>Grand écran</PresentationFormat>
  <Paragraphs>347</Paragraphs>
  <Slides>38</Slides>
  <Notes>34</Notes>
  <HiddenSlides>0</HiddenSlides>
  <MMClips>0</MMClips>
  <ScaleCrop>false</ScaleCrop>
  <HeadingPairs>
    <vt:vector size="6" baseType="variant">
      <vt:variant>
        <vt:lpstr>Polices utilisées</vt:lpstr>
      </vt:variant>
      <vt:variant>
        <vt:i4>7</vt:i4>
      </vt:variant>
      <vt:variant>
        <vt:lpstr>Thème</vt:lpstr>
      </vt:variant>
      <vt:variant>
        <vt:i4>8</vt:i4>
      </vt:variant>
      <vt:variant>
        <vt:lpstr>Titres des diapositives</vt:lpstr>
      </vt:variant>
      <vt:variant>
        <vt:i4>38</vt:i4>
      </vt:variant>
    </vt:vector>
  </HeadingPairs>
  <TitlesOfParts>
    <vt:vector size="53" baseType="lpstr">
      <vt:lpstr>Arial</vt:lpstr>
      <vt:lpstr>Calibri</vt:lpstr>
      <vt:lpstr>Segoe UI Emoji</vt:lpstr>
      <vt:lpstr>Tahoma</vt:lpstr>
      <vt:lpstr>Times New Roman</vt:lpstr>
      <vt:lpstr>Verdana</vt:lpstr>
      <vt:lpstr>Wingdings</vt:lpstr>
      <vt:lpstr>Thème Office</vt:lpstr>
      <vt:lpstr>2_Niveau</vt:lpstr>
      <vt:lpstr>3_Niveau</vt:lpstr>
      <vt:lpstr>5_Niveau</vt:lpstr>
      <vt:lpstr>4_Niveau</vt:lpstr>
      <vt:lpstr>2_Conception personnalisée</vt:lpstr>
      <vt:lpstr>6_Niveau</vt:lpstr>
      <vt:lpstr>7_Niveau</vt:lpstr>
      <vt:lpstr>ETRE REPRESENTANT  AU CONSEIL DE VIE SOCIALE EN ESAT</vt:lpstr>
      <vt:lpstr>Sommaire</vt:lpstr>
      <vt:lpstr>Rappels de l’intervention</vt:lpstr>
      <vt:lpstr>Evaluation de la formation</vt:lpstr>
      <vt:lpstr>Présentation PowerPoint</vt:lpstr>
      <vt:lpstr>Évaluation globale de l’action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Vos remarques et suggestions : (ce que vous avez bien aimé / ou pas aimé…)</vt:lpstr>
      <vt:lpstr>Vos souhaits pour d’autres formations :</vt:lpstr>
      <vt:lpstr>Présentation PowerPoint</vt:lpstr>
      <vt:lpstr>Attentes des participants – Tour de table</vt:lpstr>
      <vt:lpstr>Faits marquants, ambiance générale, dynamique de groupe, remarques des participants (tour de table final) :</vt:lpstr>
      <vt:lpstr>Situations travaillées :</vt:lpstr>
      <vt:lpstr>Situations travaillées :</vt:lpstr>
      <vt:lpstr>Situations travaillées :</vt:lpstr>
      <vt:lpstr>Situations travaillées :</vt:lpstr>
      <vt:lpstr>Situations travaillées :</vt:lpstr>
      <vt:lpstr>Situations travaillées :</vt:lpstr>
      <vt:lpstr>Méthode des « 7 familles de questions », slide vierge et modifiable.</vt:lpstr>
      <vt:lpstr>Situations travaillées :</vt:lpstr>
      <vt:lpstr>Situations travaillées :</vt:lpstr>
      <vt:lpstr>Objectifs à conforter :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Synthèse de formation CREDIT A LA CONSOMMATION ET CARTE PREMIUM TECHNIQUES DE VENTE ET ANIMATION COMMERCIALE</dc:title>
  <dc:creator>Pierre CHARON</dc:creator>
  <cp:lastModifiedBy>Contact PIC-FORMATION</cp:lastModifiedBy>
  <cp:revision>3</cp:revision>
  <dcterms:created xsi:type="dcterms:W3CDTF">2020-09-03T15:31:38Z</dcterms:created>
  <dcterms:modified xsi:type="dcterms:W3CDTF">2026-04-16T07:56:44Z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ediaServiceImageTags">
    <vt:lpwstr/>
  </property>
  <property fmtid="{D5CDD505-2E9C-101B-9397-08002B2CF9AE}" pid="3" name="ContentTypeId">
    <vt:lpwstr>0x01010075C99932D3F98349B0646471334594E4</vt:lpwstr>
  </property>
</Properties>
</file>