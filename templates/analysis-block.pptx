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0.22732149886822164"/>
                  <c:y val="-0.350564756789018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