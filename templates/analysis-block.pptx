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  <p:sldMasterId id="2147483684" r:id="rId6"/>
    <p:sldMasterId id="2147483721" r:id="rId7"/>
    <p:sldMasterId id="2147483697" r:id="rId8"/>
    <p:sldMasterId id="2147483709" r:id="rId9"/>
    <p:sldMasterId id="2147483733" r:id="rId10"/>
    <p:sldMasterId id="2147483745" r:id="rId11"/>
  </p:sldMasterIdLst>
  <p:notesMasterIdLst>
    <p:notesMasterId r:id="rId50"/>
  </p:notesMasterIdLst>
  <p:sldIdLst>
    <p:sldId id="260" r:id="rId15"/>
    <p:sldId id="261" r:id="rId16"/>
    <p:sldId id="298" r:id="rId17"/>
    <p:sldId id="296" r:id="rId18"/>
    <p:sldId id="805" r:id="rId19"/>
    <p:sldId id="806" r:id="rId20"/>
    <p:sldId id="827" r:id="rId21"/>
    <p:sldId id="808" r:id="rId22"/>
    <p:sldId id="809" r:id="rId23"/>
    <p:sldId id="810" r:id="rId24"/>
    <p:sldId id="811" r:id="rId25"/>
    <p:sldId id="812" r:id="rId26"/>
    <p:sldId id="813" r:id="rId27"/>
    <p:sldId id="318" r:id="rId28"/>
    <p:sldId id="814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FFFF"/>
    <a:srgbClr val="B96D3A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EB1D4-457D-4928-A1DE-3B84F6C3EC6F}" v="37" dt="2026-04-16T07:56:13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43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6/11/relationships/changesInfo" Target="changesInfos/changesInfo1.xml"/><Relationship Id="rId5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tact PIC-FORMATION" userId="1db30e0e-0262-400d-83b0-f34f1102b8c0" providerId="ADAL" clId="{D9EABE55-B5A4-4295-82E1-2414079A3E9B}"/>
    <pc:docChg chg="custSel addSld delSld modSld sldOrd delMainMaster">
      <pc:chgData name="Contact PIC-FORMATION" userId="1db30e0e-0262-400d-83b0-f34f1102b8c0" providerId="ADAL" clId="{D9EABE55-B5A4-4295-82E1-2414079A3E9B}" dt="2026-04-16T07:56:38.763" v="1237" actId="255"/>
      <pc:docMkLst>
        <pc:docMk/>
      </pc:docMkLst>
      <pc:sldChg chg="modSp mod">
        <pc:chgData name="Contact PIC-FORMATION" userId="1db30e0e-0262-400d-83b0-f34f1102b8c0" providerId="ADAL" clId="{D9EABE55-B5A4-4295-82E1-2414079A3E9B}" dt="2026-04-16T07:14:49.924" v="628" actId="20577"/>
        <pc:sldMkLst>
          <pc:docMk/>
          <pc:sldMk cId="4035833974" sldId="256"/>
        </pc:sldMkLst>
        <pc:spChg chg="mod">
          <ac:chgData name="Contact PIC-FORMATION" userId="1db30e0e-0262-400d-83b0-f34f1102b8c0" providerId="ADAL" clId="{D9EABE55-B5A4-4295-82E1-2414079A3E9B}" dt="2026-04-16T07:14:49.924" v="628" actId="20577"/>
          <ac:spMkLst>
            <pc:docMk/>
            <pc:sldMk cId="4035833974" sldId="256"/>
            <ac:spMk id="10" creationId="{BD9115E6-2995-95D2-68B8-FFF8A0ED82AA}"/>
          </ac:spMkLst>
        </pc:spChg>
      </pc:sldChg>
      <pc:sldChg chg="mod">
        <pc:chgData name="Contact PIC-FORMATION" userId="1db30e0e-0262-400d-83b0-f34f1102b8c0" providerId="ADAL" clId="{D9EABE55-B5A4-4295-82E1-2414079A3E9B}" dt="2026-04-16T07:47:47.445" v="1000" actId="27918"/>
        <pc:sldMkLst>
          <pc:docMk/>
          <pc:sldMk cId="3920868889" sldId="296"/>
        </pc:sldMkLst>
      </pc:sldChg>
      <pc:sldChg chg="modSp mod">
        <pc:chgData name="Contact PIC-FORMATION" userId="1db30e0e-0262-400d-83b0-f34f1102b8c0" providerId="ADAL" clId="{D9EABE55-B5A4-4295-82E1-2414079A3E9B}" dt="2026-04-16T07:55:10.756" v="1220" actId="113"/>
        <pc:sldMkLst>
          <pc:docMk/>
          <pc:sldMk cId="300758645" sldId="318"/>
        </pc:sldMkLst>
        <pc:spChg chg="mod">
          <ac:chgData name="Contact PIC-FORMATION" userId="1db30e0e-0262-400d-83b0-f34f1102b8c0" providerId="ADAL" clId="{D9EABE55-B5A4-4295-82E1-2414079A3E9B}" dt="2026-04-16T07:55:10.756" v="1220" actId="113"/>
          <ac:spMkLst>
            <pc:docMk/>
            <pc:sldMk cId="300758645" sldId="318"/>
            <ac:spMk id="2" creationId="{811FD761-9C3A-4F6B-802E-35E3547E73E0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55:33.934" v="1222" actId="123"/>
        <pc:sldMkLst>
          <pc:docMk/>
          <pc:sldMk cId="2618417518" sldId="360"/>
        </pc:sldMkLst>
        <pc:spChg chg="mod">
          <ac:chgData name="Contact PIC-FORMATION" userId="1db30e0e-0262-400d-83b0-f34f1102b8c0" providerId="ADAL" clId="{D9EABE55-B5A4-4295-82E1-2414079A3E9B}" dt="2026-04-16T07:55:33.934" v="1222" actId="123"/>
          <ac:spMkLst>
            <pc:docMk/>
            <pc:sldMk cId="2618417518" sldId="360"/>
            <ac:spMk id="6" creationId="{00000000-0000-0000-0000-000000000000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24:37.483" v="741" actId="33524"/>
        <pc:sldMkLst>
          <pc:docMk/>
          <pc:sldMk cId="2547275724" sldId="363"/>
        </pc:sldMkLst>
        <pc:spChg chg="mod">
          <ac:chgData name="Contact PIC-FORMATION" userId="1db30e0e-0262-400d-83b0-f34f1102b8c0" providerId="ADAL" clId="{D9EABE55-B5A4-4295-82E1-2414079A3E9B}" dt="2026-04-16T07:24:37.483" v="741" actId="33524"/>
          <ac:spMkLst>
            <pc:docMk/>
            <pc:sldMk cId="2547275724" sldId="363"/>
            <ac:spMk id="5" creationId="{00000000-0000-0000-0000-000000000000}"/>
          </ac:spMkLst>
        </pc:spChg>
        <pc:spChg chg="mod">
          <ac:chgData name="Contact PIC-FORMATION" userId="1db30e0e-0262-400d-83b0-f34f1102b8c0" providerId="ADAL" clId="{D9EABE55-B5A4-4295-82E1-2414079A3E9B}" dt="2026-04-16T07:23:25.232" v="720" actId="1035"/>
          <ac:spMkLst>
            <pc:docMk/>
            <pc:sldMk cId="2547275724" sldId="363"/>
            <ac:spMk id="12" creationId="{E031D3D7-47B3-410A-A16C-A6DC37983E91}"/>
          </ac:spMkLst>
        </pc:spChg>
        <pc:cxnChg chg="mod">
          <ac:chgData name="Contact PIC-FORMATION" userId="1db30e0e-0262-400d-83b0-f34f1102b8c0" providerId="ADAL" clId="{D9EABE55-B5A4-4295-82E1-2414079A3E9B}" dt="2026-04-16T07:22:57.379" v="709" actId="208"/>
          <ac:cxnSpMkLst>
            <pc:docMk/>
            <pc:sldMk cId="2547275724" sldId="363"/>
            <ac:cxnSpMk id="11" creationId="{9A7D08CB-1D69-411E-8425-36845351C86B}"/>
          </ac:cxnSpMkLst>
        </pc:cxnChg>
      </pc:sldChg>
      <pc:sldChg chg="delSp modSp add del mod">
        <pc:chgData name="Contact PIC-FORMATION" userId="1db30e0e-0262-400d-83b0-f34f1102b8c0" providerId="ADAL" clId="{D9EABE55-B5A4-4295-82E1-2414079A3E9B}" dt="2026-04-16T07:38:21.092" v="879" actId="5793"/>
        <pc:sldMkLst>
          <pc:docMk/>
          <pc:sldMk cId="1247599446" sldId="364"/>
        </pc:sldMkLst>
        <pc:spChg chg="mod">
          <ac:chgData name="Contact PIC-FORMATION" userId="1db30e0e-0262-400d-83b0-f34f1102b8c0" providerId="ADAL" clId="{D9EABE55-B5A4-4295-82E1-2414079A3E9B}" dt="2026-04-16T07:38:21.092" v="879" actId="5793"/>
          <ac:spMkLst>
            <pc:docMk/>
            <pc:sldMk cId="1247599446" sldId="364"/>
            <ac:spMk id="2" creationId="{00000000-0000-0000-0000-000000000000}"/>
          </ac:spMkLst>
        </pc:spChg>
        <pc:grpChg chg="del mod">
          <ac:chgData name="Contact PIC-FORMATION" userId="1db30e0e-0262-400d-83b0-f34f1102b8c0" providerId="ADAL" clId="{D9EABE55-B5A4-4295-82E1-2414079A3E9B}" dt="2026-04-16T07:21:09.867" v="687" actId="478"/>
          <ac:grpSpMkLst>
            <pc:docMk/>
            <pc:sldMk cId="1247599446" sldId="364"/>
            <ac:grpSpMk id="4" creationId="{EE6AABC7-4628-F4C3-92F0-C5DD8DF141FB}"/>
          </ac:grpSpMkLst>
        </pc:grpChg>
      </pc:sldChg>
      <pc:sldChg chg="modSp add del mod">
        <pc:chgData name="Contact PIC-FORMATION" userId="1db30e0e-0262-400d-83b0-f34f1102b8c0" providerId="ADAL" clId="{D9EABE55-B5A4-4295-82E1-2414079A3E9B}" dt="2026-04-16T07:35:32.102" v="855" actId="20577"/>
        <pc:sldMkLst>
          <pc:docMk/>
          <pc:sldMk cId="1103895696" sldId="367"/>
        </pc:sldMkLst>
        <pc:spChg chg="mod">
          <ac:chgData name="Contact PIC-FORMATION" userId="1db30e0e-0262-400d-83b0-f34f1102b8c0" providerId="ADAL" clId="{D9EABE55-B5A4-4295-82E1-2414079A3E9B}" dt="2026-04-16T07:35:32.102" v="855" actId="20577"/>
          <ac:spMkLst>
            <pc:docMk/>
            <pc:sldMk cId="1103895696" sldId="367"/>
            <ac:spMk id="3" creationId="{B841ECFC-E560-6044-10ED-DCFA3491A6CA}"/>
          </ac:spMkLst>
        </pc:spChg>
      </pc:sldChg>
      <pc:sldChg chg="modSp mod">
        <pc:chgData name="Contact PIC-FORMATION" userId="1db30e0e-0262-400d-83b0-f34f1102b8c0" providerId="ADAL" clId="{D9EABE55-B5A4-4295-82E1-2414079A3E9B}" dt="2026-04-16T07:18:57.823" v="682" actId="207"/>
        <pc:sldMkLst>
          <pc:docMk/>
          <pc:sldMk cId="2466679861" sldId="368"/>
        </pc:sldMkLst>
        <pc:spChg chg="mod">
          <ac:chgData name="Contact PIC-FORMATION" userId="1db30e0e-0262-400d-83b0-f34f1102b8c0" providerId="ADAL" clId="{D9EABE55-B5A4-4295-82E1-2414079A3E9B}" dt="2026-04-16T07:18:57.823" v="682" actId="207"/>
          <ac:spMkLst>
            <pc:docMk/>
            <pc:sldMk cId="2466679861" sldId="368"/>
            <ac:spMk id="3" creationId="{E9EB7FB4-51AE-B6A7-51DF-7A52B252996F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42:06.824" v="887" actId="2710"/>
        <pc:sldMkLst>
          <pc:docMk/>
          <pc:sldMk cId="3901019503" sldId="375"/>
        </pc:sldMkLst>
        <pc:spChg chg="mod">
          <ac:chgData name="Contact PIC-FORMATION" userId="1db30e0e-0262-400d-83b0-f34f1102b8c0" providerId="ADAL" clId="{D9EABE55-B5A4-4295-82E1-2414079A3E9B}" dt="2026-04-16T07:42:06.824" v="887" actId="2710"/>
          <ac:spMkLst>
            <pc:docMk/>
            <pc:sldMk cId="3901019503" sldId="375"/>
            <ac:spMk id="5" creationId="{00000000-0000-0000-0000-000000000000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56:10.629" v="1233" actId="2710"/>
        <pc:sldMkLst>
          <pc:docMk/>
          <pc:sldMk cId="1995311606" sldId="376"/>
        </pc:sldMkLst>
        <pc:spChg chg="mod">
          <ac:chgData name="Contact PIC-FORMATION" userId="1db30e0e-0262-400d-83b0-f34f1102b8c0" providerId="ADAL" clId="{D9EABE55-B5A4-4295-82E1-2414079A3E9B}" dt="2026-04-16T07:56:10.629" v="1233" actId="2710"/>
          <ac:spMkLst>
            <pc:docMk/>
            <pc:sldMk cId="1995311606" sldId="376"/>
            <ac:spMk id="5" creationId="{00000000-0000-0000-0000-000000000000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56:38.763" v="1237" actId="255"/>
        <pc:sldMkLst>
          <pc:docMk/>
          <pc:sldMk cId="130233451" sldId="377"/>
        </pc:sldMkLst>
        <pc:spChg chg="mod">
          <ac:chgData name="Contact PIC-FORMATION" userId="1db30e0e-0262-400d-83b0-f34f1102b8c0" providerId="ADAL" clId="{D9EABE55-B5A4-4295-82E1-2414079A3E9B}" dt="2026-04-16T07:56:38.763" v="1237" actId="255"/>
          <ac:spMkLst>
            <pc:docMk/>
            <pc:sldMk cId="130233451" sldId="377"/>
            <ac:spMk id="5" creationId="{00000000-0000-0000-0000-000000000000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41:45.220" v="884" actId="1076"/>
        <pc:sldMkLst>
          <pc:docMk/>
          <pc:sldMk cId="3625362073" sldId="378"/>
        </pc:sldMkLst>
        <pc:spChg chg="mod">
          <ac:chgData name="Contact PIC-FORMATION" userId="1db30e0e-0262-400d-83b0-f34f1102b8c0" providerId="ADAL" clId="{D9EABE55-B5A4-4295-82E1-2414079A3E9B}" dt="2026-04-16T07:25:31.455" v="760" actId="12"/>
          <ac:spMkLst>
            <pc:docMk/>
            <pc:sldMk cId="3625362073" sldId="378"/>
            <ac:spMk id="5" creationId="{00000000-0000-0000-0000-000000000000}"/>
          </ac:spMkLst>
        </pc:spChg>
        <pc:spChg chg="mod">
          <ac:chgData name="Contact PIC-FORMATION" userId="1db30e0e-0262-400d-83b0-f34f1102b8c0" providerId="ADAL" clId="{D9EABE55-B5A4-4295-82E1-2414079A3E9B}" dt="2026-04-16T07:25:55.298" v="763" actId="12"/>
          <ac:spMkLst>
            <pc:docMk/>
            <pc:sldMk cId="3625362073" sldId="378"/>
            <ac:spMk id="7" creationId="{69BFAC96-2354-ABCE-18C2-9987D9C2C220}"/>
          </ac:spMkLst>
        </pc:spChg>
        <pc:picChg chg="mod">
          <ac:chgData name="Contact PIC-FORMATION" userId="1db30e0e-0262-400d-83b0-f34f1102b8c0" providerId="ADAL" clId="{D9EABE55-B5A4-4295-82E1-2414079A3E9B}" dt="2026-04-16T07:41:45.220" v="884" actId="1076"/>
          <ac:picMkLst>
            <pc:docMk/>
            <pc:sldMk cId="3625362073" sldId="378"/>
            <ac:picMk id="4" creationId="{E82E9B9A-B5AA-AA02-B20B-3CFA339CDA19}"/>
          </ac:picMkLst>
        </pc:picChg>
      </pc:sldChg>
      <pc:sldChg chg="modSp add del mod">
        <pc:chgData name="Contact PIC-FORMATION" userId="1db30e0e-0262-400d-83b0-f34f1102b8c0" providerId="ADAL" clId="{D9EABE55-B5A4-4295-82E1-2414079A3E9B}" dt="2026-04-16T07:25:11.694" v="757" actId="1076"/>
        <pc:sldMkLst>
          <pc:docMk/>
          <pc:sldMk cId="1045122749" sldId="379"/>
        </pc:sldMkLst>
        <pc:spChg chg="mod">
          <ac:chgData name="Contact PIC-FORMATION" userId="1db30e0e-0262-400d-83b0-f34f1102b8c0" providerId="ADAL" clId="{D9EABE55-B5A4-4295-82E1-2414079A3E9B}" dt="2026-04-16T07:25:11.694" v="757" actId="1076"/>
          <ac:spMkLst>
            <pc:docMk/>
            <pc:sldMk cId="1045122749" sldId="379"/>
            <ac:spMk id="5" creationId="{9D6CF981-4AEB-F740-BFF9-D2D0AD4F434F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55:50.555" v="1226" actId="313"/>
        <pc:sldMkLst>
          <pc:docMk/>
          <pc:sldMk cId="241868019" sldId="380"/>
        </pc:sldMkLst>
        <pc:spChg chg="mod">
          <ac:chgData name="Contact PIC-FORMATION" userId="1db30e0e-0262-400d-83b0-f34f1102b8c0" providerId="ADAL" clId="{D9EABE55-B5A4-4295-82E1-2414079A3E9B}" dt="2026-04-16T07:55:50.555" v="1226" actId="313"/>
          <ac:spMkLst>
            <pc:docMk/>
            <pc:sldMk cId="241868019" sldId="380"/>
            <ac:spMk id="5" creationId="{00000000-0000-0000-0000-000000000000}"/>
          </ac:spMkLst>
        </pc:spChg>
      </pc:sldChg>
      <pc:sldChg chg="modSp add del mod">
        <pc:chgData name="Contact PIC-FORMATION" userId="1db30e0e-0262-400d-83b0-f34f1102b8c0" providerId="ADAL" clId="{D9EABE55-B5A4-4295-82E1-2414079A3E9B}" dt="2026-04-16T07:37:38.885" v="878" actId="12"/>
        <pc:sldMkLst>
          <pc:docMk/>
          <pc:sldMk cId="116578534" sldId="381"/>
        </pc:sldMkLst>
        <pc:spChg chg="mod">
          <ac:chgData name="Contact PIC-FORMATION" userId="1db30e0e-0262-400d-83b0-f34f1102b8c0" providerId="ADAL" clId="{D9EABE55-B5A4-4295-82E1-2414079A3E9B}" dt="2026-04-16T07:37:38.885" v="878" actId="12"/>
          <ac:spMkLst>
            <pc:docMk/>
            <pc:sldMk cId="116578534" sldId="381"/>
            <ac:spMk id="5" creationId="{00000000-0000-0000-0000-000000000000}"/>
          </ac:spMkLst>
        </pc:spChg>
        <pc:picChg chg="mod">
          <ac:chgData name="Contact PIC-FORMATION" userId="1db30e0e-0262-400d-83b0-f34f1102b8c0" providerId="ADAL" clId="{D9EABE55-B5A4-4295-82E1-2414079A3E9B}" dt="2026-04-16T07:25:05.820" v="756" actId="1076"/>
          <ac:picMkLst>
            <pc:docMk/>
            <pc:sldMk cId="116578534" sldId="381"/>
            <ac:picMk id="3" creationId="{D195A75A-D0AC-EB76-3ED5-8304BAE38717}"/>
          </ac:picMkLst>
        </pc:picChg>
      </pc:sldChg>
      <pc:sldChg chg="del">
        <pc:chgData name="Contact PIC-FORMATION" userId="1db30e0e-0262-400d-83b0-f34f1102b8c0" providerId="ADAL" clId="{D9EABE55-B5A4-4295-82E1-2414079A3E9B}" dt="2026-04-16T07:19:56.186" v="683" actId="47"/>
        <pc:sldMkLst>
          <pc:docMk/>
          <pc:sldMk cId="197375399" sldId="382"/>
        </pc:sldMkLst>
      </pc:sldChg>
      <pc:sldChg chg="modSp add mod">
        <pc:chgData name="Contact PIC-FORMATION" userId="1db30e0e-0262-400d-83b0-f34f1102b8c0" providerId="ADAL" clId="{D9EABE55-B5A4-4295-82E1-2414079A3E9B}" dt="2026-04-16T07:24:18.253" v="735" actId="1076"/>
        <pc:sldMkLst>
          <pc:docMk/>
          <pc:sldMk cId="2129289226" sldId="382"/>
        </pc:sldMkLst>
        <pc:spChg chg="mod">
          <ac:chgData name="Contact PIC-FORMATION" userId="1db30e0e-0262-400d-83b0-f34f1102b8c0" providerId="ADAL" clId="{D9EABE55-B5A4-4295-82E1-2414079A3E9B}" dt="2026-04-16T07:24:03.335" v="732" actId="20577"/>
          <ac:spMkLst>
            <pc:docMk/>
            <pc:sldMk cId="2129289226" sldId="382"/>
            <ac:spMk id="5" creationId="{00000000-0000-0000-0000-000000000000}"/>
          </ac:spMkLst>
        </pc:spChg>
        <pc:spChg chg="mod">
          <ac:chgData name="Contact PIC-FORMATION" userId="1db30e0e-0262-400d-83b0-f34f1102b8c0" providerId="ADAL" clId="{D9EABE55-B5A4-4295-82E1-2414079A3E9B}" dt="2026-04-16T07:24:18.253" v="735" actId="1076"/>
          <ac:spMkLst>
            <pc:docMk/>
            <pc:sldMk cId="2129289226" sldId="382"/>
            <ac:spMk id="6" creationId="{7EFA4CA8-3D91-3C48-B5F8-5B3EAFFEB711}"/>
          </ac:spMkLst>
        </pc:spChg>
        <pc:picChg chg="mod">
          <ac:chgData name="Contact PIC-FORMATION" userId="1db30e0e-0262-400d-83b0-f34f1102b8c0" providerId="ADAL" clId="{D9EABE55-B5A4-4295-82E1-2414079A3E9B}" dt="2026-04-16T07:24:08.162" v="733" actId="1076"/>
          <ac:picMkLst>
            <pc:docMk/>
            <pc:sldMk cId="2129289226" sldId="382"/>
            <ac:picMk id="4" creationId="{479E8E67-4D81-D53B-32B6-4B64B41EFE5B}"/>
          </ac:picMkLst>
        </pc:picChg>
      </pc:sldChg>
      <pc:sldChg chg="del">
        <pc:chgData name="Contact PIC-FORMATION" userId="1db30e0e-0262-400d-83b0-f34f1102b8c0" providerId="ADAL" clId="{D9EABE55-B5A4-4295-82E1-2414079A3E9B}" dt="2026-04-16T07:19:56.186" v="683" actId="47"/>
        <pc:sldMkLst>
          <pc:docMk/>
          <pc:sldMk cId="516255425" sldId="383"/>
        </pc:sldMkLst>
      </pc:sldChg>
      <pc:sldChg chg="del">
        <pc:chgData name="Contact PIC-FORMATION" userId="1db30e0e-0262-400d-83b0-f34f1102b8c0" providerId="ADAL" clId="{D9EABE55-B5A4-4295-82E1-2414079A3E9B}" dt="2026-04-16T07:19:56.186" v="683" actId="47"/>
        <pc:sldMkLst>
          <pc:docMk/>
          <pc:sldMk cId="2532569663" sldId="384"/>
        </pc:sldMkLst>
      </pc:sldChg>
      <pc:sldChg chg="del">
        <pc:chgData name="Contact PIC-FORMATION" userId="1db30e0e-0262-400d-83b0-f34f1102b8c0" providerId="ADAL" clId="{D9EABE55-B5A4-4295-82E1-2414079A3E9B}" dt="2026-04-16T07:41:00.090" v="882" actId="47"/>
        <pc:sldMkLst>
          <pc:docMk/>
          <pc:sldMk cId="3306171352" sldId="403"/>
        </pc:sldMkLst>
      </pc:sldChg>
      <pc:sldChg chg="del">
        <pc:chgData name="Contact PIC-FORMATION" userId="1db30e0e-0262-400d-83b0-f34f1102b8c0" providerId="ADAL" clId="{D9EABE55-B5A4-4295-82E1-2414079A3E9B}" dt="2026-04-16T07:40:41.032" v="881" actId="47"/>
        <pc:sldMkLst>
          <pc:docMk/>
          <pc:sldMk cId="3199441673" sldId="804"/>
        </pc:sldMkLst>
      </pc:sldChg>
      <pc:sldChg chg="addSp delSp modSp mod">
        <pc:chgData name="Contact PIC-FORMATION" userId="1db30e0e-0262-400d-83b0-f34f1102b8c0" providerId="ADAL" clId="{D9EABE55-B5A4-4295-82E1-2414079A3E9B}" dt="2026-04-16T07:47:56.817" v="1002"/>
        <pc:sldMkLst>
          <pc:docMk/>
          <pc:sldMk cId="308318938" sldId="805"/>
        </pc:sldMkLst>
        <pc:graphicFrameChg chg="add mod">
          <ac:chgData name="Contact PIC-FORMATION" userId="1db30e0e-0262-400d-83b0-f34f1102b8c0" providerId="ADAL" clId="{D9EABE55-B5A4-4295-82E1-2414079A3E9B}" dt="2026-04-16T07:47:56.817" v="1002"/>
          <ac:graphicFrameMkLst>
            <pc:docMk/>
            <pc:sldMk cId="308318938" sldId="805"/>
            <ac:graphicFrameMk id="14" creationId="{0A5A05F8-80D8-86AC-F56C-48C3E6C92A09}"/>
          </ac:graphicFrameMkLst>
        </pc:graphicFrameChg>
        <pc:graphicFrameChg chg="del">
          <ac:chgData name="Contact PIC-FORMATION" userId="1db30e0e-0262-400d-83b0-f34f1102b8c0" providerId="ADAL" clId="{D9EABE55-B5A4-4295-82E1-2414079A3E9B}" dt="2026-04-16T07:47:56.333" v="1001" actId="478"/>
          <ac:graphicFrameMkLst>
            <pc:docMk/>
            <pc:sldMk cId="308318938" sldId="805"/>
            <ac:graphicFrameMk id="15" creationId="{4DB6920F-B190-E799-1AB7-D9BD89D0C9FC}"/>
          </ac:graphicFrameMkLst>
        </pc:graphicFrameChg>
      </pc:sldChg>
      <pc:sldChg chg="addSp delSp modSp mod">
        <pc:chgData name="Contact PIC-FORMATION" userId="1db30e0e-0262-400d-83b0-f34f1102b8c0" providerId="ADAL" clId="{D9EABE55-B5A4-4295-82E1-2414079A3E9B}" dt="2026-04-16T07:48:00.754" v="1004"/>
        <pc:sldMkLst>
          <pc:docMk/>
          <pc:sldMk cId="2270805253" sldId="806"/>
        </pc:sldMkLst>
        <pc:graphicFrameChg chg="del">
          <ac:chgData name="Contact PIC-FORMATION" userId="1db30e0e-0262-400d-83b0-f34f1102b8c0" providerId="ADAL" clId="{D9EABE55-B5A4-4295-82E1-2414079A3E9B}" dt="2026-04-16T07:48:00.348" v="1003" actId="478"/>
          <ac:graphicFrameMkLst>
            <pc:docMk/>
            <pc:sldMk cId="2270805253" sldId="806"/>
            <ac:graphicFrameMk id="14" creationId="{D34B223A-6745-6A0A-EBC6-6CA32F2C2463}"/>
          </ac:graphicFrameMkLst>
        </pc:graphicFrameChg>
        <pc:graphicFrameChg chg="add mod">
          <ac:chgData name="Contact PIC-FORMATION" userId="1db30e0e-0262-400d-83b0-f34f1102b8c0" providerId="ADAL" clId="{D9EABE55-B5A4-4295-82E1-2414079A3E9B}" dt="2026-04-16T07:48:00.754" v="1004"/>
          <ac:graphicFrameMkLst>
            <pc:docMk/>
            <pc:sldMk cId="2270805253" sldId="806"/>
            <ac:graphicFrameMk id="15" creationId="{531DE953-D6A1-90AE-4B13-E9088DF6FC52}"/>
          </ac:graphicFrameMkLst>
        </pc:graphicFrameChg>
      </pc:sldChg>
      <pc:sldChg chg="addSp delSp modSp mod">
        <pc:chgData name="Contact PIC-FORMATION" userId="1db30e0e-0262-400d-83b0-f34f1102b8c0" providerId="ADAL" clId="{D9EABE55-B5A4-4295-82E1-2414079A3E9B}" dt="2026-04-16T07:48:04.783" v="1007"/>
        <pc:sldMkLst>
          <pc:docMk/>
          <pc:sldMk cId="4202041573" sldId="808"/>
        </pc:sldMkLst>
        <pc:graphicFrameChg chg="del mod">
          <ac:chgData name="Contact PIC-FORMATION" userId="1db30e0e-0262-400d-83b0-f34f1102b8c0" providerId="ADAL" clId="{D9EABE55-B5A4-4295-82E1-2414079A3E9B}" dt="2026-04-16T07:48:04.330" v="1006" actId="478"/>
          <ac:graphicFrameMkLst>
            <pc:docMk/>
            <pc:sldMk cId="4202041573" sldId="808"/>
            <ac:graphicFrameMk id="14" creationId="{2B34406C-D226-88E3-7353-D7E523BB3CD0}"/>
          </ac:graphicFrameMkLst>
        </pc:graphicFrameChg>
        <pc:graphicFrameChg chg="add mod">
          <ac:chgData name="Contact PIC-FORMATION" userId="1db30e0e-0262-400d-83b0-f34f1102b8c0" providerId="ADAL" clId="{D9EABE55-B5A4-4295-82E1-2414079A3E9B}" dt="2026-04-16T07:48:04.783" v="1007"/>
          <ac:graphicFrameMkLst>
            <pc:docMk/>
            <pc:sldMk cId="4202041573" sldId="808"/>
            <ac:graphicFrameMk id="15" creationId="{6E9BDD9A-6A5E-CD2F-867B-D0EB18E0C536}"/>
          </ac:graphicFrameMkLst>
        </pc:graphicFrameChg>
      </pc:sldChg>
      <pc:sldChg chg="addSp delSp modSp mod">
        <pc:chgData name="Contact PIC-FORMATION" userId="1db30e0e-0262-400d-83b0-f34f1102b8c0" providerId="ADAL" clId="{D9EABE55-B5A4-4295-82E1-2414079A3E9B}" dt="2026-04-16T07:48:08.376" v="1009"/>
        <pc:sldMkLst>
          <pc:docMk/>
          <pc:sldMk cId="3805820337" sldId="809"/>
        </pc:sldMkLst>
        <pc:graphicFrameChg chg="del">
          <ac:chgData name="Contact PIC-FORMATION" userId="1db30e0e-0262-400d-83b0-f34f1102b8c0" providerId="ADAL" clId="{D9EABE55-B5A4-4295-82E1-2414079A3E9B}" dt="2026-04-16T07:48:07.985" v="1008" actId="478"/>
          <ac:graphicFrameMkLst>
            <pc:docMk/>
            <pc:sldMk cId="3805820337" sldId="809"/>
            <ac:graphicFrameMk id="14" creationId="{07295D35-7A4D-17D7-D065-2D76391CCE68}"/>
          </ac:graphicFrameMkLst>
        </pc:graphicFrameChg>
        <pc:graphicFrameChg chg="add mod">
          <ac:chgData name="Contact PIC-FORMATION" userId="1db30e0e-0262-400d-83b0-f34f1102b8c0" providerId="ADAL" clId="{D9EABE55-B5A4-4295-82E1-2414079A3E9B}" dt="2026-04-16T07:48:08.376" v="1009"/>
          <ac:graphicFrameMkLst>
            <pc:docMk/>
            <pc:sldMk cId="3805820337" sldId="809"/>
            <ac:graphicFrameMk id="15" creationId="{A69BEB2A-4AD2-BE8F-4D08-C5C54EFEF9A7}"/>
          </ac:graphicFrameMkLst>
        </pc:graphicFrameChg>
      </pc:sldChg>
      <pc:sldChg chg="addSp delSp modSp mod">
        <pc:chgData name="Contact PIC-FORMATION" userId="1db30e0e-0262-400d-83b0-f34f1102b8c0" providerId="ADAL" clId="{D9EABE55-B5A4-4295-82E1-2414079A3E9B}" dt="2026-04-16T07:48:12.843" v="1012"/>
        <pc:sldMkLst>
          <pc:docMk/>
          <pc:sldMk cId="3961741590" sldId="810"/>
        </pc:sldMkLst>
        <pc:graphicFrameChg chg="add mod">
          <ac:chgData name="Contact PIC-FORMATION" userId="1db30e0e-0262-400d-83b0-f34f1102b8c0" providerId="ADAL" clId="{D9EABE55-B5A4-4295-82E1-2414079A3E9B}" dt="2026-04-16T07:48:12.843" v="1012"/>
          <ac:graphicFrameMkLst>
            <pc:docMk/>
            <pc:sldMk cId="3961741590" sldId="810"/>
            <ac:graphicFrameMk id="14" creationId="{E3B72F12-C928-870F-EE1D-C1901EFFC06E}"/>
          </ac:graphicFrameMkLst>
        </pc:graphicFrameChg>
        <pc:graphicFrameChg chg="del mod">
          <ac:chgData name="Contact PIC-FORMATION" userId="1db30e0e-0262-400d-83b0-f34f1102b8c0" providerId="ADAL" clId="{D9EABE55-B5A4-4295-82E1-2414079A3E9B}" dt="2026-04-16T07:48:12.469" v="1011" actId="478"/>
          <ac:graphicFrameMkLst>
            <pc:docMk/>
            <pc:sldMk cId="3961741590" sldId="810"/>
            <ac:graphicFrameMk id="15" creationId="{081CF1CD-2DFD-24FC-4CB2-7D8EB85AB631}"/>
          </ac:graphicFrameMkLst>
        </pc:graphicFrameChg>
      </pc:sldChg>
      <pc:sldChg chg="addSp delSp modSp mod">
        <pc:chgData name="Contact PIC-FORMATION" userId="1db30e0e-0262-400d-83b0-f34f1102b8c0" providerId="ADAL" clId="{D9EABE55-B5A4-4295-82E1-2414079A3E9B}" dt="2026-04-16T07:48:31.570" v="1015"/>
        <pc:sldMkLst>
          <pc:docMk/>
          <pc:sldMk cId="330190011" sldId="811"/>
        </pc:sldMkLst>
        <pc:graphicFrameChg chg="add mod">
          <ac:chgData name="Contact PIC-FORMATION" userId="1db30e0e-0262-400d-83b0-f34f1102b8c0" providerId="ADAL" clId="{D9EABE55-B5A4-4295-82E1-2414079A3E9B}" dt="2026-04-16T07:48:31.570" v="1015"/>
          <ac:graphicFrameMkLst>
            <pc:docMk/>
            <pc:sldMk cId="330190011" sldId="811"/>
            <ac:graphicFrameMk id="14" creationId="{3680BA01-CF57-63CA-67AE-EC696A7D15F8}"/>
          </ac:graphicFrameMkLst>
        </pc:graphicFrameChg>
        <pc:graphicFrameChg chg="del mod">
          <ac:chgData name="Contact PIC-FORMATION" userId="1db30e0e-0262-400d-83b0-f34f1102b8c0" providerId="ADAL" clId="{D9EABE55-B5A4-4295-82E1-2414079A3E9B}" dt="2026-04-16T07:48:31.054" v="1014" actId="478"/>
          <ac:graphicFrameMkLst>
            <pc:docMk/>
            <pc:sldMk cId="330190011" sldId="811"/>
            <ac:graphicFrameMk id="15" creationId="{531BA91E-1853-567E-A6B4-B7FAEA43FEF1}"/>
          </ac:graphicFrameMkLst>
        </pc:graphicFrameChg>
      </pc:sldChg>
      <pc:sldChg chg="addSp delSp modSp mod">
        <pc:chgData name="Contact PIC-FORMATION" userId="1db30e0e-0262-400d-83b0-f34f1102b8c0" providerId="ADAL" clId="{D9EABE55-B5A4-4295-82E1-2414079A3E9B}" dt="2026-04-16T07:48:38.631" v="1017"/>
        <pc:sldMkLst>
          <pc:docMk/>
          <pc:sldMk cId="1427594894" sldId="812"/>
        </pc:sldMkLst>
        <pc:graphicFrameChg chg="add mod">
          <ac:chgData name="Contact PIC-FORMATION" userId="1db30e0e-0262-400d-83b0-f34f1102b8c0" providerId="ADAL" clId="{D9EABE55-B5A4-4295-82E1-2414079A3E9B}" dt="2026-04-16T07:48:38.631" v="1017"/>
          <ac:graphicFrameMkLst>
            <pc:docMk/>
            <pc:sldMk cId="1427594894" sldId="812"/>
            <ac:graphicFrameMk id="14" creationId="{F1996229-14EA-2686-47F3-BD7626C57716}"/>
          </ac:graphicFrameMkLst>
        </pc:graphicFrameChg>
        <pc:graphicFrameChg chg="del">
          <ac:chgData name="Contact PIC-FORMATION" userId="1db30e0e-0262-400d-83b0-f34f1102b8c0" providerId="ADAL" clId="{D9EABE55-B5A4-4295-82E1-2414079A3E9B}" dt="2026-04-16T07:48:38.209" v="1016" actId="478"/>
          <ac:graphicFrameMkLst>
            <pc:docMk/>
            <pc:sldMk cId="1427594894" sldId="812"/>
            <ac:graphicFrameMk id="15" creationId="{5B49AD0F-C3C9-144C-9790-8AD4FCB75322}"/>
          </ac:graphicFrameMkLst>
        </pc:graphicFrameChg>
      </pc:sldChg>
      <pc:sldChg chg="addSp delSp modSp mod">
        <pc:chgData name="Contact PIC-FORMATION" userId="1db30e0e-0262-400d-83b0-f34f1102b8c0" providerId="ADAL" clId="{D9EABE55-B5A4-4295-82E1-2414079A3E9B}" dt="2026-04-16T07:48:48.550" v="1019"/>
        <pc:sldMkLst>
          <pc:docMk/>
          <pc:sldMk cId="2635338137" sldId="813"/>
        </pc:sldMkLst>
        <pc:graphicFrameChg chg="add mod">
          <ac:chgData name="Contact PIC-FORMATION" userId="1db30e0e-0262-400d-83b0-f34f1102b8c0" providerId="ADAL" clId="{D9EABE55-B5A4-4295-82E1-2414079A3E9B}" dt="2026-04-16T07:48:48.550" v="1019"/>
          <ac:graphicFrameMkLst>
            <pc:docMk/>
            <pc:sldMk cId="2635338137" sldId="813"/>
            <ac:graphicFrameMk id="14" creationId="{6598E90E-815A-E033-6250-B24265E78A4C}"/>
          </ac:graphicFrameMkLst>
        </pc:graphicFrameChg>
        <pc:graphicFrameChg chg="del">
          <ac:chgData name="Contact PIC-FORMATION" userId="1db30e0e-0262-400d-83b0-f34f1102b8c0" providerId="ADAL" clId="{D9EABE55-B5A4-4295-82E1-2414079A3E9B}" dt="2026-04-16T07:48:47.754" v="1018" actId="478"/>
          <ac:graphicFrameMkLst>
            <pc:docMk/>
            <pc:sldMk cId="2635338137" sldId="813"/>
            <ac:graphicFrameMk id="15" creationId="{32C2B58D-15FA-C9F1-964C-3AD7056F2A17}"/>
          </ac:graphicFrameMkLst>
        </pc:graphicFrameChg>
      </pc:sldChg>
      <pc:sldChg chg="del">
        <pc:chgData name="Contact PIC-FORMATION" userId="1db30e0e-0262-400d-83b0-f34f1102b8c0" providerId="ADAL" clId="{D9EABE55-B5A4-4295-82E1-2414079A3E9B}" dt="2026-04-16T07:19:56.186" v="683" actId="47"/>
        <pc:sldMkLst>
          <pc:docMk/>
          <pc:sldMk cId="483741907" sldId="815"/>
        </pc:sldMkLst>
      </pc:sldChg>
      <pc:sldChg chg="del">
        <pc:chgData name="Contact PIC-FORMATION" userId="1db30e0e-0262-400d-83b0-f34f1102b8c0" providerId="ADAL" clId="{D9EABE55-B5A4-4295-82E1-2414079A3E9B}" dt="2026-04-16T07:19:56.186" v="683" actId="47"/>
        <pc:sldMkLst>
          <pc:docMk/>
          <pc:sldMk cId="683499769" sldId="816"/>
        </pc:sldMkLst>
      </pc:sldChg>
      <pc:sldChg chg="del">
        <pc:chgData name="Contact PIC-FORMATION" userId="1db30e0e-0262-400d-83b0-f34f1102b8c0" providerId="ADAL" clId="{D9EABE55-B5A4-4295-82E1-2414079A3E9B}" dt="2026-04-16T07:19:56.186" v="683" actId="47"/>
        <pc:sldMkLst>
          <pc:docMk/>
          <pc:sldMk cId="1206221699" sldId="817"/>
        </pc:sldMkLst>
      </pc:sldChg>
      <pc:sldChg chg="modSp mod">
        <pc:chgData name="Contact PIC-FORMATION" userId="1db30e0e-0262-400d-83b0-f34f1102b8c0" providerId="ADAL" clId="{D9EABE55-B5A4-4295-82E1-2414079A3E9B}" dt="2026-04-16T07:47:28.527" v="997" actId="20577"/>
        <pc:sldMkLst>
          <pc:docMk/>
          <pc:sldMk cId="454997337" sldId="827"/>
        </pc:sldMkLst>
        <pc:spChg chg="mod">
          <ac:chgData name="Contact PIC-FORMATION" userId="1db30e0e-0262-400d-83b0-f34f1102b8c0" providerId="ADAL" clId="{D9EABE55-B5A4-4295-82E1-2414079A3E9B}" dt="2026-04-16T07:47:06.438" v="956" actId="20577"/>
          <ac:spMkLst>
            <pc:docMk/>
            <pc:sldMk cId="454997337" sldId="827"/>
            <ac:spMk id="4" creationId="{7ECD1B34-E07E-5BB5-43DF-F6A2F6864639}"/>
          </ac:spMkLst>
        </pc:spChg>
        <pc:spChg chg="mod">
          <ac:chgData name="Contact PIC-FORMATION" userId="1db30e0e-0262-400d-83b0-f34f1102b8c0" providerId="ADAL" clId="{D9EABE55-B5A4-4295-82E1-2414079A3E9B}" dt="2026-04-16T07:47:28.527" v="997" actId="20577"/>
          <ac:spMkLst>
            <pc:docMk/>
            <pc:sldMk cId="454997337" sldId="827"/>
            <ac:spMk id="6" creationId="{ED09E395-9475-FB99-BA5E-3C53ED257480}"/>
          </ac:spMkLst>
        </pc:spChg>
        <pc:graphicFrameChg chg="mod">
          <ac:chgData name="Contact PIC-FORMATION" userId="1db30e0e-0262-400d-83b0-f34f1102b8c0" providerId="ADAL" clId="{D9EABE55-B5A4-4295-82E1-2414079A3E9B}" dt="2026-04-16T07:47:00.721" v="950"/>
          <ac:graphicFrameMkLst>
            <pc:docMk/>
            <pc:sldMk cId="454997337" sldId="827"/>
            <ac:graphicFrameMk id="2" creationId="{2CC1EACE-BB65-C27E-EA2C-80E6EA4CBA02}"/>
          </ac:graphicFrameMkLst>
        </pc:graphicFrameChg>
      </pc:sldChg>
      <pc:sldChg chg="modSp add mod">
        <pc:chgData name="Contact PIC-FORMATION" userId="1db30e0e-0262-400d-83b0-f34f1102b8c0" providerId="ADAL" clId="{D9EABE55-B5A4-4295-82E1-2414079A3E9B}" dt="2026-04-16T07:56:28.874" v="1236" actId="2710"/>
        <pc:sldMkLst>
          <pc:docMk/>
          <pc:sldMk cId="3987526620" sldId="828"/>
        </pc:sldMkLst>
        <pc:spChg chg="mod">
          <ac:chgData name="Contact PIC-FORMATION" userId="1db30e0e-0262-400d-83b0-f34f1102b8c0" providerId="ADAL" clId="{D9EABE55-B5A4-4295-82E1-2414079A3E9B}" dt="2026-04-16T07:56:28.874" v="1236" actId="2710"/>
          <ac:spMkLst>
            <pc:docMk/>
            <pc:sldMk cId="3987526620" sldId="828"/>
            <ac:spMk id="5" creationId="{521D920B-E99E-590E-ADB3-4B00E4BE7169}"/>
          </ac:spMkLst>
        </pc:spChg>
      </pc:sldChg>
      <pc:sldChg chg="add">
        <pc:chgData name="Contact PIC-FORMATION" userId="1db30e0e-0262-400d-83b0-f34f1102b8c0" providerId="ADAL" clId="{D9EABE55-B5A4-4295-82E1-2414079A3E9B}" dt="2026-04-16T07:41:03.292" v="883"/>
        <pc:sldMkLst>
          <pc:docMk/>
          <pc:sldMk cId="1030737550" sldId="955"/>
        </pc:sldMkLst>
      </pc:sldChg>
      <pc:sldChg chg="add">
        <pc:chgData name="Contact PIC-FORMATION" userId="1db30e0e-0262-400d-83b0-f34f1102b8c0" providerId="ADAL" clId="{D9EABE55-B5A4-4295-82E1-2414079A3E9B}" dt="2026-04-16T07:40:38.595" v="880"/>
        <pc:sldMkLst>
          <pc:docMk/>
          <pc:sldMk cId="1483946" sldId="956"/>
        </pc:sldMkLst>
      </pc:sldChg>
      <pc:sldMasterChg chg="del delSldLayout">
        <pc:chgData name="Contact PIC-FORMATION" userId="1db30e0e-0262-400d-83b0-f34f1102b8c0" providerId="ADAL" clId="{D9EABE55-B5A4-4295-82E1-2414079A3E9B}" dt="2026-04-16T07:19:56.186" v="683" actId="47"/>
        <pc:sldMasterMkLst>
          <pc:docMk/>
          <pc:sldMasterMk cId="2405284020" sldId="2147483733"/>
        </pc:sldMasterMkLst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2303861138" sldId="2147483734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1099134559" sldId="2147483735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2270811141" sldId="2147483736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93757631" sldId="2147483737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1840155387" sldId="2147483738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2100461411" sldId="2147483739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3268173728" sldId="2147483740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2897426472" sldId="2147483741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2882269557" sldId="2147483742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538991473" sldId="2147483743"/>
          </pc:sldLayoutMkLst>
        </pc:sldLayoutChg>
        <pc:sldLayoutChg chg="del">
          <pc:chgData name="Contact PIC-FORMATION" userId="1db30e0e-0262-400d-83b0-f34f1102b8c0" providerId="ADAL" clId="{D9EABE55-B5A4-4295-82E1-2414079A3E9B}" dt="2026-04-16T07:19:56.186" v="683" actId="47"/>
          <pc:sldLayoutMkLst>
            <pc:docMk/>
            <pc:sldMasterMk cId="2405284020" sldId="2147483733"/>
            <pc:sldLayoutMk cId="1323397957" sldId="2147483744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D0C-4361-958B-3CCA0F0D895B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D0C-4361-958B-3CCA0F0D895B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D0C-4361-958B-3CCA0F0D895B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D0C-4361-958B-3CCA0F0D895B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D0C-4361-958B-3CCA0F0D895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D0C-4361-958B-3CCA0F0D895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0C-4361-958B-3CCA0F0D895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D0C-4361-958B-3CCA0F0D89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0C-4361-958B-3CCA0F0D895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9D0C-4361-958B-3CCA0F0D895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9D0C-4361-958B-3CCA0F0D895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9D0C-4361-958B-3CCA0F0D895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9D0C-4361-958B-3CCA0F0D895B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D0C-4361-958B-3CCA0F0D8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4D3-4823-A7F7-5F793F2F85DD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4D3-4823-A7F7-5F793F2F85DD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4D3-4823-A7F7-5F793F2F85DD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4D3-4823-A7F7-5F793F2F85DD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4D3-4823-A7F7-5F793F2F85D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84D3-4823-A7F7-5F793F2F85D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4D3-4823-A7F7-5F793F2F85D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4D3-4823-A7F7-5F793F2F85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D3-4823-A7F7-5F793F2F85DD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84D3-4823-A7F7-5F793F2F85D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84D3-4823-A7F7-5F793F2F85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84D3-4823-A7F7-5F793F2F85D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84D3-4823-A7F7-5F793F2F85DD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4D3-4823-A7F7-5F793F2F8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60F-4C39-A970-CAF924597A92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60F-4C39-A970-CAF924597A92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60F-4C39-A970-CAF924597A92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60F-4C39-A970-CAF924597A92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60F-4C39-A970-CAF924597A9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60F-4C39-A970-CAF924597A9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0F-4C39-A970-CAF924597A9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0F-4C39-A970-CAF924597A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0F-4C39-A970-CAF924597A92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160F-4C39-A970-CAF924597A9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160F-4C39-A970-CAF924597A9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160F-4C39-A970-CAF924597A9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160F-4C39-A970-CAF924597A92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60F-4C39-A970-CAF924597A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060-4FFE-B29A-568213ABA5B2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060-4FFE-B29A-568213ABA5B2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060-4FFE-B29A-568213ABA5B2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060-4FFE-B29A-568213ABA5B2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060-4FFE-B29A-568213ABA5B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060-4FFE-B29A-568213ABA5B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60-4FFE-B29A-568213ABA5B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060-4FFE-B29A-568213ABA5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60-4FFE-B29A-568213ABA5B2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5060-4FFE-B29A-568213ABA5B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5060-4FFE-B29A-568213ABA5B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5060-4FFE-B29A-568213ABA5B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5060-4FFE-B29A-568213ABA5B2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0.83333333333333337</c:v>
                </c:pt>
                <c:pt idx="1">
                  <c:v>0.16666666666666666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5060-4FFE-B29A-568213ABA5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4E3-40D3-B027-977F596632D7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4E3-40D3-B027-977F596632D7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4E3-40D3-B027-977F596632D7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4E3-40D3-B027-977F596632D7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4E3-40D3-B027-977F596632D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4E3-40D3-B027-977F596632D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E3-40D3-B027-977F596632D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4E3-40D3-B027-977F596632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E3-40D3-B027-977F596632D7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E4E3-40D3-B027-977F596632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E4E3-40D3-B027-977F596632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E4E3-40D3-B027-977F596632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E4E3-40D3-B027-977F596632D7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4E3-40D3-B027-977F59663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591-4A6E-9EC0-8184EFFC900B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591-4A6E-9EC0-8184EFFC900B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591-4A6E-9EC0-8184EFFC900B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591-4A6E-9EC0-8184EFFC900B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591-4A6E-9EC0-8184EFFC900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591-4A6E-9EC0-8184EFFC900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91-4A6E-9EC0-8184EFFC900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591-4A6E-9EC0-8184EFFC90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91-4A6E-9EC0-8184EFFC900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C591-4A6E-9EC0-8184EFFC900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C591-4A6E-9EC0-8184EFFC900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C591-4A6E-9EC0-8184EFFC900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C591-4A6E-9EC0-8184EFFC900B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C591-4A6E-9EC0-8184EFFC90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03F-448F-9BFD-6014A675D769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03F-448F-9BFD-6014A675D769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03F-448F-9BFD-6014A675D769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03F-448F-9BFD-6014A675D769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03F-448F-9BFD-6014A675D76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03F-448F-9BFD-6014A675D76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03F-448F-9BFD-6014A675D76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03F-448F-9BFD-6014A675D7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3F-448F-9BFD-6014A675D769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C03F-448F-9BFD-6014A675D76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C03F-448F-9BFD-6014A675D76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C03F-448F-9BFD-6014A675D76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C03F-448F-9BFD-6014A675D769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C03F-448F-9BFD-6014A675D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35E-4232-ADE2-A27325A7FD3A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35E-4232-ADE2-A27325A7FD3A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35E-4232-ADE2-A27325A7FD3A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35E-4232-ADE2-A27325A7FD3A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35E-4232-ADE2-A27325A7FD3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35E-4232-ADE2-A27325A7FD3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35E-4232-ADE2-A27325A7FD3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35E-4232-ADE2-A27325A7FD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5E-4232-ADE2-A27325A7FD3A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935E-4232-ADE2-A27325A7FD3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935E-4232-ADE2-A27325A7FD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935E-4232-ADE2-A27325A7FD3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935E-4232-ADE2-A27325A7FD3A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35E-4232-ADE2-A27325A7F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C01-43C4-8781-6E18E562C4A9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C01-43C4-8781-6E18E562C4A9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2C01-43C4-8781-6E18E562C4A9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2C01-43C4-8781-6E18E562C4A9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C01-43C4-8781-6E18E562C4A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C01-43C4-8781-6E18E562C4A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01-43C4-8781-6E18E562C4A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C01-43C4-8781-6E18E562C4A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01-43C4-8781-6E18E562C4A9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2C01-43C4-8781-6E18E562C4A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2C01-43C4-8781-6E18E562C4A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2C01-43C4-8781-6E18E562C4A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2C01-43C4-8781-6E18E562C4A9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C01-43C4-8781-6E18E562C4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6250000000000001E-2"/>
          <c:y val="8.8281121537824719E-2"/>
          <c:w val="0.84062499999999996"/>
          <c:h val="0.82343775692435062"/>
        </c:manualLayout>
      </c:layout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25400">
                <a:solidFill>
                  <a:srgbClr val="00B050"/>
                </a:solidFill>
              </a:ln>
              <a:effectLst/>
              <a:sp3d contourW="25400">
                <a:contourClr>
                  <a:srgbClr val="00B05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87B-4736-9D0B-01A7FBC7041C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25400">
                <a:solidFill>
                  <a:srgbClr val="FFFF00"/>
                </a:solidFill>
              </a:ln>
              <a:effectLst/>
              <a:sp3d contourW="25400">
                <a:contourClr>
                  <a:srgbClr val="FFFF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87B-4736-9D0B-01A7FBC7041C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25400">
                <a:solidFill>
                  <a:srgbClr val="FFC000"/>
                </a:solidFill>
              </a:ln>
              <a:effectLst/>
              <a:sp3d contourW="25400">
                <a:contourClr>
                  <a:srgbClr val="FFC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87B-4736-9D0B-01A7FBC7041C}"/>
              </c:ext>
            </c:extLst>
          </c:dPt>
          <c:dPt>
            <c:idx val="3"/>
            <c:bubble3D val="0"/>
            <c:spPr>
              <a:solidFill>
                <a:srgbClr val="FF0000"/>
              </a:solidFill>
              <a:ln w="25400">
                <a:solidFill>
                  <a:srgbClr val="FF0000"/>
                </a:solidFill>
              </a:ln>
              <a:effectLst/>
              <a:sp3d contourW="25400">
                <a:contourClr>
                  <a:srgbClr val="FF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87B-4736-9D0B-01A7FBC7041C}"/>
              </c:ext>
            </c:extLst>
          </c:dPt>
          <c:dLbls>
            <c:dLbl>
              <c:idx val="0"/>
              <c:layout>
                <c:manualLayout>
                  <c:x val="-7.8125000000000004E-4"/>
                  <c:y val="-0.44531247260627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125000000000001"/>
                      <c:h val="0.161718740051750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A87B-4736-9D0B-01A7FBC7041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1718750000000001"/>
                      <c:h val="0.101367181264322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87B-4736-9D0B-01A7FBC7041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87B-4736-9D0B-01A7FBC7041C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87B-4736-9D0B-01A7FBC704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87B-4736-9D0B-01A7FBC7041C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accent1"/>
                </a:solidFill>
              </a:ln>
              <a:effectLst/>
              <a:sp3d contourW="25400">
                <a:contourClr>
                  <a:schemeClr val="accen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A87B-4736-9D0B-01A7FBC704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accent2"/>
                </a:solidFill>
              </a:ln>
              <a:effectLst/>
              <a:sp3d contourW="25400">
                <a:contourClr>
                  <a:schemeClr val="accent2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A87B-4736-9D0B-01A7FBC7041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  <a:sp3d contourW="25400">
                <a:contourClr>
                  <a:schemeClr val="accent3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A87B-4736-9D0B-01A7FBC7041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4"/>
                </a:solidFill>
              </a:ln>
              <a:effectLst/>
              <a:sp3d contourW="25400">
                <a:contourClr>
                  <a:schemeClr val="accent4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A87B-4736-9D0B-01A7FBC7041C}"/>
              </c:ext>
            </c:extLst>
          </c:dPt>
          <c:cat>
            <c:strRef>
              <c:f>Feuil1!$A$2:$A$5</c:f>
              <c:strCache>
                <c:ptCount val="4"/>
                <c:pt idx="0">
                  <c:v>Très satisfait</c:v>
                </c:pt>
                <c:pt idx="1">
                  <c:v>Satisfait</c:v>
                </c:pt>
                <c:pt idx="2">
                  <c:v>Déçu</c:v>
                </c:pt>
                <c:pt idx="3">
                  <c:v>Très déçu</c:v>
                </c:pt>
              </c:strCache>
            </c:strRef>
          </c:cat>
          <c:val>
            <c:numRef>
              <c:f>Feuil1!$C$2:$C$5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A87B-4736-9D0B-01A7FBC70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/>
      </a:pPr>
      <a:endParaRPr lang="fr-FR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8D4B2-6588-4E58-A1C6-9743645AC121}" type="datetimeFigureOut">
              <a:rPr lang="fr-FR" smtClean="0"/>
              <a:t>16/04/2026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BE20D-2AE5-485A-A1D8-CD1C5103CF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0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7038" y="709613"/>
            <a:ext cx="6045200" cy="3400425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450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FB62A-95DE-4477-8211-C0438465A1FC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888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8BE20D-2AE5-485A-A1D8-CD1C5103CFE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05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301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000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6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37FD-D2AA-FF11-487A-35B2FBA5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>
            <a:extLst>
              <a:ext uri="{FF2B5EF4-FFF2-40B4-BE49-F238E27FC236}">
                <a16:creationId xmlns:a16="http://schemas.microsoft.com/office/drawing/2014/main" id="{3847F838-37A9-D59E-564C-F81653B71C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>
            <a:extLst>
              <a:ext uri="{FF2B5EF4-FFF2-40B4-BE49-F238E27FC236}">
                <a16:creationId xmlns:a16="http://schemas.microsoft.com/office/drawing/2014/main" id="{1565B7FB-3F52-3973-919E-BC6D8AC42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DEE180-7CDB-5ED5-BBAB-575073791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79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790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741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262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14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798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469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933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13A560A-B8E9-4D2E-A15C-94D4A3173E31}" type="slidenum">
              <a:rPr lang="fr-FR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028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598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  <p:txBody>
          <a:bodyPr/>
          <a:lstStyle/>
          <a:p>
            <a:endParaRPr lang="fr-FR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7923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23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22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762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150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107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89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9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86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60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56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560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7EB53B2-E985-478F-A5E3-11C7A6F942E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123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5423" y="1"/>
            <a:ext cx="10919884" cy="668337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6136" y="1082306"/>
            <a:ext cx="10972800" cy="4530725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q"/>
              <a:defRPr/>
            </a:lvl1pPr>
            <a:lvl2pPr marL="742950" indent="-285750">
              <a:buClr>
                <a:srgbClr val="0070C0"/>
              </a:buClr>
              <a:buFont typeface="Wingdings" pitchFamily="2" charset="2"/>
              <a:buChar char="q"/>
              <a:defRPr/>
            </a:lvl2pPr>
            <a:lvl3pPr marL="1143000" indent="-228600">
              <a:buClr>
                <a:srgbClr val="0070C0"/>
              </a:buClr>
              <a:buFont typeface="Wingdings" pitchFamily="2" charset="2"/>
              <a:buChar char="q"/>
              <a:defRPr/>
            </a:lvl3pPr>
            <a:lvl4pPr marL="1600200" indent="-228600">
              <a:buClr>
                <a:srgbClr val="0070C0"/>
              </a:buClr>
              <a:buFont typeface="Wingdings" pitchFamily="2" charset="2"/>
              <a:buChar char="q"/>
              <a:defRPr/>
            </a:lvl4pPr>
            <a:lvl5pPr marL="2057400" indent="-228600">
              <a:buClr>
                <a:srgbClr val="0070C0"/>
              </a:buClr>
              <a:buFont typeface="Wingdings" pitchFamily="2" charset="2"/>
              <a:buChar char="q"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9CB9D0F4-6BFF-4C0E-96D4-B15CA75DCB7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3244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282A9BAC-E403-4D97-87A2-DFCB9D5D089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135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3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41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61100"/>
            <a:ext cx="2844800" cy="457200"/>
          </a:xfr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B2E4B0E4-6C80-4028-8872-7EABB0265B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90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8161FE28-AEC1-49F9-9838-4547D22C435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736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9C294879-6D49-4512-B836-ABB933BDC84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2837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614F1B46-0AC9-4135-8EE5-190755A43C1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7141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754E0D6F-7A97-4D6E-82CC-70FFAD2E126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584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8B3B15DB-8568-40DE-84C3-7B9D0850B38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0161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A57477B-2F79-4628-BB76-DEC0260D79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091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5484" y="277813"/>
            <a:ext cx="2794000" cy="5643562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3484" y="277813"/>
            <a:ext cx="8178800" cy="5643562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E219003-BA4A-4291-B907-CA522A62CC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8856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40EB4-A8BF-4EBC-B774-6EE7128DEEC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8804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ABF86-EFC2-454D-AD05-896C81F76FA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243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C7ECB-76A1-4DC9-A595-49093BF4F89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2754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3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41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47FD4-52D3-45E5-8683-7184E318622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20476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0D9E0-2032-4D65-ADAB-3F8253D14A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93831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C9DE4-95A5-4976-AD54-F60376D271E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9697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71000" y="6143625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1EA84-7D06-47D0-91EA-C2B4E56378D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750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91CA0-AC88-4A18-9B8B-481BAA40EFF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585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96ED9-6912-4F09-8355-73C9EA411D2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3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3C876C-4E7B-4B8B-90AD-ACC17E61A1D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8904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5484" y="277813"/>
            <a:ext cx="2794000" cy="5643562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3484" y="277813"/>
            <a:ext cx="8178800" cy="5643562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D6E33-D709-4624-9DDE-899421A0F82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6216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7814"/>
            <a:ext cx="10919884" cy="668337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353484" y="1390651"/>
            <a:ext cx="10972800" cy="4530725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D7511-AF88-45D3-B2DD-B29ACB6691E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6428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1D93EFE-FA1A-45C3-A227-2EFF1F740CE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4162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5423" y="1"/>
            <a:ext cx="10919884" cy="668337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6136" y="1082306"/>
            <a:ext cx="10972800" cy="4530725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q"/>
              <a:defRPr/>
            </a:lvl1pPr>
            <a:lvl2pPr marL="742950" indent="-285750">
              <a:buClr>
                <a:srgbClr val="0070C0"/>
              </a:buClr>
              <a:buFont typeface="Wingdings" pitchFamily="2" charset="2"/>
              <a:buChar char="q"/>
              <a:defRPr/>
            </a:lvl2pPr>
            <a:lvl3pPr marL="1143000" indent="-228600">
              <a:buClr>
                <a:srgbClr val="0070C0"/>
              </a:buClr>
              <a:buFont typeface="Wingdings" pitchFamily="2" charset="2"/>
              <a:buChar char="q"/>
              <a:defRPr/>
            </a:lvl3pPr>
            <a:lvl4pPr marL="1600200" indent="-228600">
              <a:buClr>
                <a:srgbClr val="0070C0"/>
              </a:buClr>
              <a:buFont typeface="Wingdings" pitchFamily="2" charset="2"/>
              <a:buChar char="q"/>
              <a:defRPr/>
            </a:lvl4pPr>
            <a:lvl5pPr marL="2057400" indent="-228600">
              <a:buClr>
                <a:srgbClr val="0070C0"/>
              </a:buClr>
              <a:buFont typeface="Wingdings" pitchFamily="2" charset="2"/>
              <a:buChar char="q"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16EBFAD-7D7E-4EEE-8122-1782B4EC52E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6045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6FF5A99-2504-4C20-9EEB-6AE796D29E6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8862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3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41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61100"/>
            <a:ext cx="2844800" cy="457200"/>
          </a:xfr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FD8BD287-F18D-43B9-8029-2BB5D35D7F8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1005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59A3E84-0694-4A80-A0A2-D6C07B4D5F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0508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D5951CBE-D9AA-43B0-8681-24BCF7F7634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0618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27277C56-4702-4C9D-9C14-B0A506CA0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44449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8686A897-A6BD-4F9E-A949-150399EC367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50779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B324F8E4-EF78-40BE-8768-3FD72F0BEE2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4176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E8B19302-469D-4238-9B60-4DB8CF84F0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5298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5484" y="277813"/>
            <a:ext cx="2794000" cy="5643562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3484" y="277813"/>
            <a:ext cx="8178800" cy="5643562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8E19979-6883-4C6D-9B2F-E1A9BB9ED3E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653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1D93EFE-FA1A-45C3-A227-2EFF1F740CE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0441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5423" y="1"/>
            <a:ext cx="10919884" cy="668337"/>
          </a:xfrm>
        </p:spPr>
        <p:txBody>
          <a:bodyPr/>
          <a:lstStyle>
            <a:lvl1pPr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6136" y="1082306"/>
            <a:ext cx="10972800" cy="4530725"/>
          </a:xfrm>
        </p:spPr>
        <p:txBody>
          <a:bodyPr/>
          <a:lstStyle>
            <a:lvl1pPr marL="342900" indent="-342900">
              <a:buClr>
                <a:srgbClr val="99CC00"/>
              </a:buClr>
              <a:buFont typeface="Wingdings" pitchFamily="2" charset="2"/>
              <a:buChar char="q"/>
              <a:defRPr/>
            </a:lvl1pPr>
            <a:lvl2pPr marL="742950" indent="-285750">
              <a:buClr>
                <a:srgbClr val="99CC00"/>
              </a:buClr>
              <a:buFont typeface="Wingdings" pitchFamily="2" charset="2"/>
              <a:buChar char="q"/>
              <a:defRPr/>
            </a:lvl2pPr>
            <a:lvl3pPr marL="1143000" indent="-228600">
              <a:buClr>
                <a:srgbClr val="99CC00"/>
              </a:buClr>
              <a:buFont typeface="Wingdings" pitchFamily="2" charset="2"/>
              <a:buChar char="q"/>
              <a:defRPr/>
            </a:lvl3pPr>
            <a:lvl4pPr marL="1600200" indent="-228600">
              <a:buClr>
                <a:srgbClr val="99CC00"/>
              </a:buClr>
              <a:buFont typeface="Wingdings" pitchFamily="2" charset="2"/>
              <a:buChar char="q"/>
              <a:defRPr/>
            </a:lvl4pPr>
            <a:lvl5pPr marL="2057400" indent="-228600">
              <a:buClr>
                <a:srgbClr val="99CC00"/>
              </a:buClr>
              <a:buFont typeface="Wingdings" pitchFamily="2" charset="2"/>
              <a:buChar char="q"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16EBFAD-7D7E-4EEE-8122-1782B4EC52E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17202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6FF5A99-2504-4C20-9EEB-6AE796D29E6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350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3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41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61100"/>
            <a:ext cx="2844800" cy="457200"/>
          </a:xfr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FD8BD287-F18D-43B9-8029-2BB5D35D7F8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9513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59A3E84-0694-4A80-A0A2-D6C07B4D5F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7620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D5951CBE-D9AA-43B0-8681-24BCF7F7634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997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27277C56-4702-4C9D-9C14-B0A506CA0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5723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8686A897-A6BD-4F9E-A949-150399EC367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78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B324F8E4-EF78-40BE-8768-3FD72F0BEE2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1243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E8B19302-469D-4238-9B60-4DB8CF84F0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0863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5484" y="277813"/>
            <a:ext cx="2794000" cy="5643562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3484" y="277813"/>
            <a:ext cx="8178800" cy="5643562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8E19979-6883-4C6D-9B2F-E1A9BB9ED3E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0939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DA7A2517-50FF-48FD-8285-83A922AD4B3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4304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934AA8B-F284-4969-A995-87361A600EA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766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029415A-1B15-4B89-A5B8-903213C7B10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10623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4417" y="162877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12417" y="162877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C315ECE-DDED-4743-A6C7-93086EF8809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8922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3E334DF-7989-4530-9C84-C3571690E9A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5372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7904A2E-8EA2-4A1E-938F-CF49D7EEA20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3849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E48C1755-F295-4333-B69B-DCD29E8C3B5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2388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873B73C-7FF6-49CE-92FC-18323EAF068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98569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6987E73-DE5D-4C99-BA24-5BBCF756949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107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7A95A3C-D119-451F-A486-E019CBE783E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0473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51900" y="274638"/>
            <a:ext cx="2745317" cy="5880100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1" y="274638"/>
            <a:ext cx="8039100" cy="58801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0CAC864-3C5D-461B-A721-33CB75B7F2C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1784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7EB53B2-E985-478F-A5E3-11C7A6F942E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1896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5423" y="1"/>
            <a:ext cx="10919884" cy="668337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6136" y="1082306"/>
            <a:ext cx="10972800" cy="4530725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q"/>
              <a:defRPr/>
            </a:lvl1pPr>
            <a:lvl2pPr marL="742950" indent="-285750">
              <a:buClr>
                <a:srgbClr val="0070C0"/>
              </a:buClr>
              <a:buFont typeface="Wingdings" pitchFamily="2" charset="2"/>
              <a:buChar char="q"/>
              <a:defRPr/>
            </a:lvl2pPr>
            <a:lvl3pPr marL="1143000" indent="-228600">
              <a:buClr>
                <a:srgbClr val="0070C0"/>
              </a:buClr>
              <a:buFont typeface="Wingdings" pitchFamily="2" charset="2"/>
              <a:buChar char="q"/>
              <a:defRPr/>
            </a:lvl3pPr>
            <a:lvl4pPr marL="1600200" indent="-228600">
              <a:buClr>
                <a:srgbClr val="0070C0"/>
              </a:buClr>
              <a:buFont typeface="Wingdings" pitchFamily="2" charset="2"/>
              <a:buChar char="q"/>
              <a:defRPr/>
            </a:lvl4pPr>
            <a:lvl5pPr marL="2057400" indent="-228600">
              <a:buClr>
                <a:srgbClr val="0070C0"/>
              </a:buClr>
              <a:buFont typeface="Wingdings" pitchFamily="2" charset="2"/>
              <a:buChar char="q"/>
              <a:defRPr/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9CB9D0F4-6BFF-4C0E-96D4-B15CA75DCB7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19950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282A9BAC-E403-4D97-87A2-DFCB9D5D089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6352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3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41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61100"/>
            <a:ext cx="2844800" cy="457200"/>
          </a:xfr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B2E4B0E4-6C80-4028-8872-7EABB0265B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59900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8161FE28-AEC1-49F9-9838-4547D22C435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4342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9C294879-6D49-4512-B836-ABB933BDC84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2807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614F1B46-0AC9-4135-8EE5-190755A43C1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0275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754E0D6F-7A97-4D6E-82CC-70FFAD2E126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00308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8B3B15DB-8568-40DE-84C3-7B9D0850B38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46113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A57477B-2F79-4628-BB76-DEC0260D79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28143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5484" y="277813"/>
            <a:ext cx="2794000" cy="5643562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3484" y="277813"/>
            <a:ext cx="8178800" cy="5643562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E219003-BA4A-4291-B907-CA522A62CC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5502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1D93EFE-FA1A-45C3-A227-2EFF1F740CE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19603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5423" y="1"/>
            <a:ext cx="10919884" cy="668337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66136" y="1082306"/>
            <a:ext cx="10972800" cy="4530725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q"/>
              <a:defRPr/>
            </a:lvl1pPr>
            <a:lvl2pPr marL="742950" indent="-285750">
              <a:buClr>
                <a:srgbClr val="0070C0"/>
              </a:buClr>
              <a:buFont typeface="Wingdings" pitchFamily="2" charset="2"/>
              <a:buChar char="q"/>
              <a:defRPr/>
            </a:lvl2pPr>
            <a:lvl3pPr marL="1143000" indent="-228600">
              <a:buClr>
                <a:srgbClr val="0070C0"/>
              </a:buClr>
              <a:buFont typeface="Wingdings" pitchFamily="2" charset="2"/>
              <a:buChar char="q"/>
              <a:defRPr/>
            </a:lvl3pPr>
            <a:lvl4pPr marL="1600200" indent="-228600">
              <a:buClr>
                <a:srgbClr val="0070C0"/>
              </a:buClr>
              <a:buFont typeface="Wingdings" pitchFamily="2" charset="2"/>
              <a:buChar char="q"/>
              <a:defRPr/>
            </a:lvl4pPr>
            <a:lvl5pPr marL="2057400" indent="-228600">
              <a:buClr>
                <a:srgbClr val="0070C0"/>
              </a:buClr>
              <a:buFont typeface="Wingdings" pitchFamily="2" charset="2"/>
              <a:buChar char="q"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16EBFAD-7D7E-4EEE-8122-1782B4EC52E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6419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56FF5A99-2504-4C20-9EEB-6AE796D29E6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25592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3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941484" y="139065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61100"/>
            <a:ext cx="2844800" cy="457200"/>
          </a:xfrm>
        </p:spPr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FD8BD287-F18D-43B9-8029-2BB5D35D7F8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620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C59A3E84-0694-4A80-A0A2-D6C07B4D5F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8266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D5951CBE-D9AA-43B0-8681-24BCF7F7634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8022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27277C56-4702-4C9D-9C14-B0A506CA0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61280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8686A897-A6BD-4F9E-A949-150399EC367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29363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B324F8E4-EF78-40BE-8768-3FD72F0BEE2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38936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E8B19302-469D-4238-9B60-4DB8CF84F0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777554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5484" y="277813"/>
            <a:ext cx="2794000" cy="5643562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3484" y="277813"/>
            <a:ext cx="8178800" cy="5643562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Arial" charset="0"/>
              </a:defRPr>
            </a:lvl1pPr>
          </a:lstStyle>
          <a:p>
            <a:pPr>
              <a:defRPr/>
            </a:pPr>
            <a:fld id="{08E19979-6883-4C6D-9B2F-E1A9BB9ED3E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93446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4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13" Type="http://schemas.openxmlformats.org/officeDocument/2006/relationships/image" Target="../media/image1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13" Type="http://schemas.openxmlformats.org/officeDocument/2006/relationships/image" Target="../media/image1.jpe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theme" Target="../theme/theme7.xml"/><Relationship Id="rId13" Type="http://schemas.openxmlformats.org/officeDocument/2006/relationships/image" Target="../media/image2.jpe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9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89.xml"/><Relationship Id="rId12" Type="http://schemas.openxmlformats.org/officeDocument/2006/relationships/theme" Target="../theme/theme8.xml"/><Relationship Id="rId13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92F83-7405-4D71-BE15-BA2C0774FD69}" type="slidenum">
              <a:rPr lang="fr-FR" smtClean="0"/>
              <a:t>‹N°›</a:t>
            </a:fld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6A2F942-BD23-D892-F25B-DA5CAE5F04E6}"/>
              </a:ext>
            </a:extLst>
          </p:cNvPr>
          <p:cNvGrpSpPr/>
          <p:nvPr userDrawn="1"/>
        </p:nvGrpSpPr>
        <p:grpSpPr>
          <a:xfrm>
            <a:off x="0" y="0"/>
            <a:ext cx="152400" cy="6858000"/>
            <a:chOff x="0" y="0"/>
            <a:chExt cx="152400" cy="6858000"/>
          </a:xfrm>
        </p:grpSpPr>
        <p:sp>
          <p:nvSpPr>
            <p:cNvPr id="7" name="Rectangle 7"/>
            <p:cNvSpPr>
              <a:spLocks noChangeArrowheads="1"/>
            </p:cNvSpPr>
            <p:nvPr userDrawn="1"/>
          </p:nvSpPr>
          <p:spPr bwMode="auto">
            <a:xfrm>
              <a:off x="0" y="4572000"/>
              <a:ext cx="152400" cy="228600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fr-FR" sz="2400">
                <a:solidFill>
                  <a:srgbClr val="FFFF00"/>
                </a:solidFill>
                <a:latin typeface="Times New Roman" pitchFamily="18" charset="0"/>
                <a:cs typeface="Arial" charset="0"/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auto">
            <a:xfrm>
              <a:off x="0" y="2286000"/>
              <a:ext cx="152400" cy="2286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fr-FR" sz="2400">
                <a:solidFill>
                  <a:srgbClr val="000000"/>
                </a:solidFill>
                <a:latin typeface="Times New Roman" pitchFamily="18" charset="0"/>
                <a:cs typeface="Arial" charset="0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 userDrawn="1"/>
          </p:nvSpPr>
          <p:spPr bwMode="auto">
            <a:xfrm>
              <a:off x="0" y="0"/>
              <a:ext cx="152400" cy="228600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571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1" y="0"/>
            <a:ext cx="10919884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836614"/>
            <a:ext cx="109728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182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418E13-F90D-4073-973C-40D860A95E76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/>
          </a:p>
        </p:txBody>
      </p:sp>
      <p:sp>
        <p:nvSpPr>
          <p:cNvPr id="2055" name="Line 8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sz="1800" b="1">
              <a:solidFill>
                <a:srgbClr val="000000"/>
              </a:solidFill>
            </a:endParaRPr>
          </a:p>
        </p:txBody>
      </p:sp>
      <p:sp>
        <p:nvSpPr>
          <p:cNvPr id="2057" name="Rectangle 7"/>
          <p:cNvSpPr>
            <a:spLocks noChangeArrowheads="1"/>
          </p:cNvSpPr>
          <p:nvPr userDrawn="1"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058" name="Rectangle 9"/>
          <p:cNvSpPr>
            <a:spLocks noChangeArrowheads="1"/>
          </p:cNvSpPr>
          <p:nvPr userDrawn="1"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59" name="Rectangle 10"/>
          <p:cNvSpPr>
            <a:spLocks noChangeArrowheads="1"/>
          </p:cNvSpPr>
          <p:nvPr userDrawn="1"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3" name="Image 2" descr="Une image contenant oiseau, plume, colibri, texte&#10;&#10;Le contenu généré par l’IA peut être incorrect.">
            <a:extLst>
              <a:ext uri="{FF2B5EF4-FFF2-40B4-BE49-F238E27FC236}">
                <a16:creationId xmlns:a16="http://schemas.microsoft.com/office/drawing/2014/main" id="{A1A2F606-2FF5-BBDF-C78E-78FB5974DD1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314" y="2593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2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1" y="0"/>
            <a:ext cx="10919884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108" y="964523"/>
            <a:ext cx="10703984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rgbClr val="000000"/>
                </a:solidFill>
                <a:latin typeface="Verdana" pitchFamily="34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rgbClr val="000000"/>
                </a:solidFill>
                <a:latin typeface="Verdana" pitchFamily="34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71000" y="6207125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rgbClr val="000000"/>
                </a:solidFill>
                <a:latin typeface="Verdana" pitchFamily="34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DDE385-91C7-48CE-9175-CFD7D795D4AB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/>
          </a:p>
        </p:txBody>
      </p:sp>
      <p:sp>
        <p:nvSpPr>
          <p:cNvPr id="4103" name="Line 8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sz="1800" b="1">
              <a:solidFill>
                <a:srgbClr val="000000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D7EF8DF1-394D-88A6-07C4-71C3970F3E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BA51E6E-01C5-FD14-EAFA-A493B490BD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C2D52B0-6A54-1AD9-EC09-B55699F663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6" name="Image 5" descr="Une image contenant oiseau, plume, colibri, texte&#10;&#10;Le contenu généré par l’IA peut être incorrect.">
            <a:extLst>
              <a:ext uri="{FF2B5EF4-FFF2-40B4-BE49-F238E27FC236}">
                <a16:creationId xmlns:a16="http://schemas.microsoft.com/office/drawing/2014/main" id="{A1A2F606-2FF5-BBDF-C78E-78FB5974DD1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2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1" y="0"/>
            <a:ext cx="10919884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836614"/>
            <a:ext cx="109728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182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11533A-F366-4931-B56A-5F9940D7E897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8BF1605-FCA3-FC80-FCD2-4E5E05BA3B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88C0A11-008E-D7C2-C3B2-DD262D388F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E4CB4E5-B7B2-59E8-765F-9886B455F4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6" name="Image 5" descr="Une image contenant oiseau, plume, colibri, texte&#10;&#10;Le contenu généré par l’IA peut être incorrect.">
            <a:extLst>
              <a:ext uri="{FF2B5EF4-FFF2-40B4-BE49-F238E27FC236}">
                <a16:creationId xmlns:a16="http://schemas.microsoft.com/office/drawing/2014/main" id="{6C49959D-21E0-5E18-8F93-9F417DA544C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2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1" y="0"/>
            <a:ext cx="10919884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836614"/>
            <a:ext cx="10848014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182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11533A-F366-4931-B56A-5F9940D7E897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/>
          </a:p>
        </p:txBody>
      </p:sp>
      <p:sp>
        <p:nvSpPr>
          <p:cNvPr id="5127" name="Line 8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sz="1800" b="1">
              <a:solidFill>
                <a:srgbClr val="000000"/>
              </a:solidFill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8BF1605-FCA3-FC80-FCD2-4E5E05BA3B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88C0A11-008E-D7C2-C3B2-DD262D388F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E4CB4E5-B7B2-59E8-765F-9886B455F4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6" name="Image 5" descr="Une image contenant oiseau, plume, colibri, texte&#10;&#10;Le contenu généré par l’IA peut être incorrect.">
            <a:extLst>
              <a:ext uri="{FF2B5EF4-FFF2-40B4-BE49-F238E27FC236}">
                <a16:creationId xmlns:a16="http://schemas.microsoft.com/office/drawing/2014/main" id="{ED88D6CE-7697-11F4-B00D-17654021533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5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7" y="1628776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D7F5E77-4F71-47D3-8E55-9F272F2A433C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58290FC-1922-9005-B90C-8B7B2750E5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CD44586-CE33-2831-FED3-93D4DBEEADD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B34D6B35-DA65-0521-C32B-53AD1992A9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46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1" y="0"/>
            <a:ext cx="10919884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836614"/>
            <a:ext cx="109728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182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0418E13-F90D-4073-973C-40D860A95E76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/>
          </a:p>
        </p:txBody>
      </p:sp>
      <p:sp>
        <p:nvSpPr>
          <p:cNvPr id="2055" name="Line 8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sz="1800" b="1">
              <a:solidFill>
                <a:srgbClr val="000000"/>
              </a:solidFill>
            </a:endParaRPr>
          </a:p>
        </p:txBody>
      </p:sp>
      <p:sp>
        <p:nvSpPr>
          <p:cNvPr id="2057" name="Rectangle 7"/>
          <p:cNvSpPr>
            <a:spLocks noChangeArrowheads="1"/>
          </p:cNvSpPr>
          <p:nvPr userDrawn="1"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058" name="Rectangle 9"/>
          <p:cNvSpPr>
            <a:spLocks noChangeArrowheads="1"/>
          </p:cNvSpPr>
          <p:nvPr userDrawn="1"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59" name="Rectangle 10"/>
          <p:cNvSpPr>
            <a:spLocks noChangeArrowheads="1"/>
          </p:cNvSpPr>
          <p:nvPr userDrawn="1"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3" name="Image 2" descr="Une image contenant oiseau, plume, colibri, texte&#10;&#10;Le contenu généré par l’IA peut être incorrect.">
            <a:extLst>
              <a:ext uri="{FF2B5EF4-FFF2-40B4-BE49-F238E27FC236}">
                <a16:creationId xmlns:a16="http://schemas.microsoft.com/office/drawing/2014/main" id="{A1A2F606-2FF5-BBDF-C78E-78FB5974DD1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314" y="33765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5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1" y="0"/>
            <a:ext cx="10919884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et modifiez le titre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836614"/>
            <a:ext cx="109728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182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rgbClr val="000000"/>
                </a:solidFill>
                <a:latin typeface="Verdana" pitchFamily="34" charset="0"/>
                <a:cs typeface="Arial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11533A-F366-4931-B56A-5F9940D7E897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8BF1605-FCA3-FC80-FCD2-4E5E05BA3B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88C0A11-008E-D7C2-C3B2-DD262D388F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E4CB4E5-B7B2-59E8-765F-9886B455F4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6" name="Image 5" descr="Une image contenant oiseau, plume, colibri, texte&#10;&#10;Le contenu généré par l’IA peut être incorrect.">
            <a:extLst>
              <a:ext uri="{FF2B5EF4-FFF2-40B4-BE49-F238E27FC236}">
                <a16:creationId xmlns:a16="http://schemas.microsoft.com/office/drawing/2014/main" id="{6C49959D-21E0-5E18-8F93-9F417DA544C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5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6600"/>
          </a:solidFill>
          <a:latin typeface="Calibri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SzPct val="75000"/>
        <a:buFont typeface="Wingdings" pitchFamily="2" charset="2"/>
        <a:buChar char="q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eg"/><Relationship Id="rId4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1.xml"/><Relationship Id="rId8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2.xml"/><Relationship Id="rId8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3.xml"/><Relationship Id="rId8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4.xml"/><Relationship Id="rId8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5.xml"/><Relationship Id="rId8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6.xml"/><Relationship Id="rId8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7.xml"/><Relationship Id="rId8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8.xml"/><Relationship Id="rId8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9.xml"/><Relationship Id="rId8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chart" Target="../charts/chart10.xml"/><Relationship Id="rId8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40852" y="20320"/>
            <a:ext cx="10711731" cy="668338"/>
          </a:xfrm>
        </p:spPr>
        <p:txBody>
          <a:bodyPr anchor="ctr"/>
          <a:lstStyle/>
          <a:p>
            <a:pPr eaLnBrk="1" hangingPunct="1" algn="l">
              <a:defRPr/>
            </a:pPr>
            <a:r>
              <a:rPr lang="fr-FR" dirty="0" sz="2400" b="1">
                <a:solidFill>
                  <a:schemeClr val="tx1"/>
                </a:solidFill>
                <a:effectLst/>
                <a:latin typeface="Calibri"/>
              </a:rPr>
              <a:t>Evaluation de la formation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640854" y="836712"/>
            <a:ext cx="10711730" cy="4776689"/>
          </a:xfrm>
        </p:spPr>
        <p:txBody>
          <a:bodyPr/>
          <a:lstStyle/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r>
              <a:rPr lang="fr-FR" sz="1600" dirty="0"/>
              <a:t>L'évaluation de l'efficacité de l’action de formation se déclinera en trois dimensions complémentaires et hiérarchisées, appelant chacune des méthodologies différentes, et présentant chacune des difficultés spécifiques.</a:t>
            </a:r>
          </a:p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endParaRPr lang="fr-FR" sz="1600" dirty="0"/>
          </a:p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r>
              <a:rPr lang="fr-FR" sz="1600" dirty="0"/>
              <a:t>Le premier niveau  concerne l'évaluation des acquis, ou encore l'efficacité pédagogique : est-ce que les objectifs ont été atteints ? En d'autres termes, " les participants ont-ils acquis à la fin de la formation les compétences qui étaient visées par les objectifs de formation ? ".</a:t>
            </a:r>
          </a:p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endParaRPr lang="fr-FR" sz="1600" dirty="0"/>
          </a:p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r>
              <a:rPr lang="fr-FR" sz="1600" dirty="0"/>
              <a:t>Le deuxième niveau concerne le transfert : est-ce que les acquis de la formation sont appliqués sur le terrain ? En d'autres termes, " les participants, une fois revenus sur leur poste de travail, pensent-ils pouvoir mettre en œuvre les compétences acquises lors de la formation ? ".</a:t>
            </a:r>
          </a:p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endParaRPr lang="fr-FR" sz="1600" dirty="0"/>
          </a:p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r>
              <a:rPr lang="fr-FR" sz="1600" dirty="0"/>
              <a:t>Le troisième niveau concerne l'impact de la formation : est-ce que les acquis de la formation permettent d'atteindre certains résultats sur le terrain ? En d'autres termes, " les nouvelles compétences des participants permettent-elles de faire évoluer l'organisation ? ".</a:t>
            </a:r>
          </a:p>
          <a:p>
            <a:pPr marL="0" indent="355600" algn="just" eaLnBrk="1" hangingPunct="1">
              <a:lnSpc>
                <a:spcPct val="80000"/>
              </a:lnSpc>
              <a:buClr>
                <a:srgbClr val="0070C0"/>
              </a:buClr>
            </a:pPr>
            <a:endParaRPr lang="fr-FR" sz="1600" dirty="0"/>
          </a:p>
          <a:p>
            <a:pPr marL="0" indent="355600" eaLnBrk="1" hangingPunct="1">
              <a:lnSpc>
                <a:spcPct val="80000"/>
              </a:lnSpc>
              <a:buClr>
                <a:srgbClr val="0070C0"/>
              </a:buClr>
            </a:pPr>
            <a:r>
              <a:rPr lang="fr-FR" sz="1600" dirty="0"/>
              <a:t>Nous évaluerons également le processus de formation, qui est indispensable si on souhaite interpréter en profondeur les éventuelles difficultés rencontrées et apporter les améliorations nécessaires.</a:t>
            </a:r>
            <a:br>
              <a:rPr lang="fr-FR" sz="1600" dirty="0"/>
            </a:br>
            <a:endParaRPr lang="fr-FR" sz="1600" dirty="0"/>
          </a:p>
        </p:txBody>
      </p:sp>
      <p:pic>
        <p:nvPicPr>
          <p:cNvPr id="56324" name="Picture 4" descr="Fotolia_10083216_X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164" y="5500688"/>
            <a:ext cx="1455737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6EBFAD-7D7E-4EEE-8122-1782B4EC52E1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sp>
        <p:nvSpPr>
          <p:cNvPr id="56325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56326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6327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6328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56329" name="PIC_Bandeau_Logo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7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23392" y="0"/>
            <a:ext cx="8226921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  <a:cs typeface="Arial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  <a:cs typeface="Arial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  <a:cs typeface="Arial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latin typeface="Calibri" pitchFamily="34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6600"/>
                </a:solidFill>
                <a:latin typeface="Calibri" pitchFamily="34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6600"/>
                </a:solidFill>
                <a:latin typeface="Calibri" pitchFamily="34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6600"/>
                </a:solidFill>
                <a:latin typeface="Calibri" pitchFamily="34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6600"/>
                </a:solidFill>
                <a:latin typeface="Calibri" pitchFamily="34" charset="0"/>
                <a:cs typeface="Arial" charset="0"/>
              </a:defRPr>
            </a:lvl9pPr>
          </a:lstStyle>
          <a:p>
            <a:pPr algn="l"/>
            <a:r>
              <a:rPr lang="fr-FR" dirty="0" sz="2400" b="1">
                <a:solidFill>
                  <a:schemeClr val="tx1"/>
                </a:solidFill>
                <a:effectLst/>
                <a:latin typeface="Calibri"/>
              </a:rPr>
              <a:t>Les questions de la fiche d’évaluation pour mémoire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6EBFAD-7D7E-4EEE-8122-1782B4EC52E1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Arial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Arial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A46E7E-C1CE-4674-3246-78DD13B8C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28" y="785862"/>
            <a:ext cx="9782125" cy="5992819"/>
          </a:xfrm>
          <a:prstGeom prst="rect">
            <a:avLst/>
          </a:prstGeom>
        </p:spPr>
      </p:pic>
      <p:sp>
        <p:nvSpPr>
          <p:cNvPr id="7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11" name="PIC_Bandeau_Logo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1596000" y="2636913"/>
            <a:ext cx="9000000" cy="108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</a:pPr>
            <a:r>
              <a:rPr lang="fr-FR" sz="2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Évaluation globale de l’action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94BFB7-BF34-498D-817B-1A99E054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3600" y="6219191"/>
            <a:ext cx="2844800" cy="365125"/>
          </a:xfrm>
        </p:spPr>
        <p:txBody>
          <a:bodyPr/>
          <a:lstStyle/>
          <a:p>
            <a:fld id="{E8592F83-7405-4D71-BE15-BA2C0774FD69}" type="slidenum">
              <a:rPr lang="fr-FR" smtClean="0">
                <a:solidFill>
                  <a:schemeClr val="tx1"/>
                </a:solidFill>
              </a:rPr>
              <a:t>6</a:t>
            </a:fld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Image 2" descr="Une image contenant oiseau, plume, colibri, texte&#10;&#10;Le contenu généré par l’IA peut être incorrect.">
            <a:extLst>
              <a:ext uri="{FF2B5EF4-FFF2-40B4-BE49-F238E27FC236}">
                <a16:creationId xmlns:a16="http://schemas.microsoft.com/office/drawing/2014/main" id="{13EEA51A-5A43-6543-5C36-26FD821D0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538" y="442729"/>
            <a:ext cx="1778924" cy="17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74541-DCD9-8062-9A46-EE920F140889}"/>
              </a:ext>
            </a:extLst>
          </p:cNvPr>
          <p:cNvSpPr txBox="1"/>
          <p:nvPr/>
        </p:nvSpPr>
        <p:spPr>
          <a:xfrm>
            <a:off x="633234" y="122612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1. Cette </a:t>
            </a:r>
            <a:r>
              <a:rPr lang="fr-FR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formation</a:t>
            </a:r>
            <a:r>
              <a:rPr lang="fr-FR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 m'a apporté de nouvelles compétences et connaissances</a:t>
            </a:r>
            <a:endParaRPr lang="fr-FR" sz="2400" b="1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980EC6F2-4971-7031-ACAC-AD05F54997DA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B24DD23F-8D0C-B01B-EDDF-1F3B6B61803F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743319DD-3EDB-D93A-C9AD-9F2039E7F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1246BCD9-35B2-03EF-6E8B-1F291DFD85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BCB2870E-5F43-BE4B-0CA4-A60C38575F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CDE87796-171C-5C8A-45CE-C79C5FAEB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B9DAED92-7CC2-94F1-203B-6B58CCE8FE9B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2DE30B4E-BB1F-7828-609A-B6B9A8EBCCB7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F95629AA-8965-D392-D305-537D67306950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BE1DF9B2-5229-AE4C-9A24-6792BD40D1E0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0025103B-5F35-56B2-D49D-94AFD15AA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346128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5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8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6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8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56BAA16-F5FA-776A-E5AE-4B9FEAC92795}"/>
              </a:ext>
            </a:extLst>
          </p:cNvPr>
          <p:cNvSpPr txBox="1"/>
          <p:nvPr/>
        </p:nvSpPr>
        <p:spPr>
          <a:xfrm>
            <a:off x="633234" y="116418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 sz="2400" b="1">
                <a:latin typeface="Calibri" panose="020F0502020204030204" pitchFamily="34" charset="0"/>
                <a:ea typeface="Times New Roman" panose="02020603050405020304" pitchFamily="18" charset="0"/>
              </a:rPr>
              <a:t>2. Ces compétences vont m'aider dans mon travail</a:t>
            </a:r>
            <a:endParaRPr lang="fr-FR" sz="2400" b="1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50BF517B-791D-5A28-2B4B-09015AF5C648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97E83DCF-E7DF-654B-F109-55FF76891147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B3EF4AD9-8C92-25DB-6C02-9416D352C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A7193D63-6693-9E2D-6096-C8F2403091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E82EB21C-6E19-EBC8-4F4A-34FFB1D46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DDAE736A-02D4-1B03-BA66-3C0649DAD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217308C-7EB4-930C-3D3A-1100FB0E6EEF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FA9C7C71-4847-BBFA-0402-B5E6B6C5779D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2EA30C1-D529-DCD8-EDFB-D2F55ABA15B2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E99E9FD3-4B41-AF33-57F4-839C5C84E7F7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0A5A05F8-80D8-86AC-F56C-48C3E6C92A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6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19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8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9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B94D363-11F2-7FD8-7529-735C580D0D94}"/>
              </a:ext>
            </a:extLst>
          </p:cNvPr>
          <p:cNvSpPr txBox="1"/>
          <p:nvPr/>
        </p:nvSpPr>
        <p:spPr>
          <a:xfrm>
            <a:off x="633234" y="120004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3. L'ambiance du groupe était bonne</a:t>
            </a:r>
            <a:endParaRPr lang="fr-FR" sz="2400" b="1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4B1B8D2-92F6-D08B-7613-01CA1808B50A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52EC1D80-14C8-15CC-383A-D4C879C456FB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51035916-3920-EA23-D6FA-EA49EB7D4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5F8D5FC8-62B1-7C6D-BB47-CF14841A2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C612A6D1-30BF-128C-0708-1E917B71B2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E0614C23-8BAA-0052-F2CB-CFC66D1683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F1F594CE-0A1B-83FE-3098-30CBD9A0C4E2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A06F076-EA03-41C2-E4C8-14F7E4BB59AE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7B9431D-2F98-0F30-482F-7351121A4305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2433CD1D-6385-8995-B9E3-81260982589F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5" name="Graphique 14">
            <a:extLst>
              <a:ext uri="{FF2B5EF4-FFF2-40B4-BE49-F238E27FC236}">
                <a16:creationId xmlns:a16="http://schemas.microsoft.com/office/drawing/2014/main" id="{531DE953-D6A1-90AE-4B13-E9088DF6FC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7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9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0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05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E3099-8B0F-5EDD-17AC-2324C089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6A7D70A-2B2C-EB4B-012A-E99DDBC4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10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ECD1B34-E07E-5BB5-43DF-F6A2F6864639}"/>
              </a:ext>
            </a:extLst>
          </p:cNvPr>
          <p:cNvSpPr txBox="1"/>
          <p:nvPr/>
        </p:nvSpPr>
        <p:spPr>
          <a:xfrm>
            <a:off x="633234" y="111676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4. Les conditions d’accueil étaient bien respectées</a:t>
            </a:r>
            <a:endParaRPr lang="fr-FR" sz="2400" b="1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87F9A716-1F7C-194B-53E7-93DD04CC35F2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BD636667-743C-30AA-FEA2-AB62298AD317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82C5818E-4794-1C3C-EFD3-5E9BA7E2DA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FD5575B3-D2AB-292C-8BC5-7D5562B0B0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9021D0DB-2C57-F08D-174E-E62D31E988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AE451A4A-C441-D76F-2570-B31CCE7C5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4A2FBAF5-1D8F-D1A5-08B1-7B957695D0FD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DD699669-0DF9-51B7-FFAB-CBF5D64134F6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9057C913-5EA0-B7FC-712D-AD4A660CA0D5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ECCF7F26-9CCD-A64E-C476-31B031A1CFD4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2CC1EACE-BB65-C27E-EA2C-80E6EA4CB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6335016"/>
              </p:ext>
            </p:extLst>
          </p:nvPr>
        </p:nvGraphicFramePr>
        <p:xfrm>
          <a:off x="633234" y="871112"/>
          <a:ext cx="8128800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4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5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7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8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9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11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F38070C-4AE7-0A26-97CC-256274FD71AD}"/>
              </a:ext>
            </a:extLst>
          </p:cNvPr>
          <p:cNvSpPr txBox="1"/>
          <p:nvPr/>
        </p:nvSpPr>
        <p:spPr>
          <a:xfrm>
            <a:off x="633234" y="120005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fr-FR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fr-FR" dirty="0" sz="2400" b="1">
                <a:effectLst/>
                <a:latin typeface="Calibri" panose="020F0502020204030204" pitchFamily="34" charset="0"/>
              </a:rPr>
              <a:t>5. La durée et le rythme étaient bien adaptés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0F8FF3E-261A-0CB7-C39D-228E7CF0E560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BD52C999-050B-CE8B-8218-5D02104EC88B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B0C1EECC-E293-5188-4B76-0A92E98A4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579A264C-3669-F251-82A0-FF7429D3E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0D73BCBF-3F86-A3E8-1A58-05882E924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CC0D8FFF-3846-7730-F30E-7C0A874B1D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EFF45794-A298-D044-95C4-6F1CF0C12BCF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FE3D126A-15ED-1CE6-F33C-CD6F39CC6ABE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30BF1FF6-44C0-7F08-CA1B-A3E7AB44223E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601C27CA-A54E-8A1F-23CA-A5987EBB07E8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5" name="Graphique 14">
            <a:extLst>
              <a:ext uri="{FF2B5EF4-FFF2-40B4-BE49-F238E27FC236}">
                <a16:creationId xmlns:a16="http://schemas.microsoft.com/office/drawing/2014/main" id="{6E9BDD9A-6A5E-CD2F-867B-D0EB18E0C5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7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9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0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41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12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7EB6DA0-ECEB-86C6-352C-787EA6FAAB69}"/>
              </a:ext>
            </a:extLst>
          </p:cNvPr>
          <p:cNvSpPr txBox="1"/>
          <p:nvPr/>
        </p:nvSpPr>
        <p:spPr>
          <a:xfrm>
            <a:off x="633234" y="120005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fr-FR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fr-FR" dirty="0" sz="2400" b="1">
                <a:effectLst/>
                <a:latin typeface="Calibri" panose="020F0502020204030204" pitchFamily="34" charset="0"/>
              </a:rPr>
              <a:t>6. Le formateur a bien expliqué (objectifs, contenus…)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27579D61-6025-9D40-1564-0CCEA97E6A0B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05E9768F-36A6-8477-C645-BB26EB088201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4C23986F-34CE-F6F0-8765-AC7CEBC8AD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BA359BD3-3C5E-900C-3DF6-DFF0DBADE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2B05B68A-62E5-ECD8-13D1-DD1A0DDAF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C041A046-C6B8-0D5A-B124-0679C4D50C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39B8D37-16C0-0F8F-2541-8D8E1ED4060C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AF46A33-7535-6F4D-A1E1-20DEE8DBF5ED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13C1772-BEE3-BB51-D587-EC49F350A5BB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90F1B6D-E7B9-004B-3D0C-96E4A0D8F885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5" name="Graphique 14">
            <a:extLst>
              <a:ext uri="{FF2B5EF4-FFF2-40B4-BE49-F238E27FC236}">
                <a16:creationId xmlns:a16="http://schemas.microsoft.com/office/drawing/2014/main" id="{A69BEB2A-4AD2-BE8F-4D08-C5C54EFEF9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7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9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0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20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13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0D73DDF-1BFE-B63B-ACA4-3A1EA51E97F6}"/>
              </a:ext>
            </a:extLst>
          </p:cNvPr>
          <p:cNvSpPr txBox="1"/>
          <p:nvPr/>
        </p:nvSpPr>
        <p:spPr>
          <a:xfrm>
            <a:off x="633234" y="120005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fr-FR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fr-FR" dirty="0" sz="2400" b="1">
                <a:effectLst/>
                <a:latin typeface="Calibri" panose="020F0502020204030204" pitchFamily="34" charset="0"/>
              </a:rPr>
              <a:t>7. Les supports étaient adaptés (photos, vidéos…)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0F130A6-9121-7D10-9071-1366376C65FD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13E75F30-23C3-6D80-8025-30172A23AC7F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F2251A6D-3750-1680-7638-AFCA60314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3CE762DD-0F17-933D-47C9-F684185482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DC72C2BC-B53D-36F9-E04A-4C8F06595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F437585C-0CD1-D168-12C5-6E67892EB8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67A1B1E8-BA22-C803-8F40-F0236D96859F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BBFF049-99D3-AC89-23FF-FF9DE6B8BBC4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FFD13E0-1684-8D7F-E40E-1D44E57BEA1A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730AE2E-7EF8-E0CB-8A59-02944FF59432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E3B72F12-C928-870F-EE1D-C1901EFFC0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6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19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41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14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AD7BE27-A40E-BBE9-339B-A85B2ECDCAAF}"/>
              </a:ext>
            </a:extLst>
          </p:cNvPr>
          <p:cNvSpPr txBox="1"/>
          <p:nvPr/>
        </p:nvSpPr>
        <p:spPr>
          <a:xfrm>
            <a:off x="633234" y="120005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fr-FR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fr-FR" sz="2400" b="1">
                <a:effectLst/>
                <a:latin typeface="Calibri" panose="020F0502020204030204" pitchFamily="34" charset="0"/>
              </a:rPr>
              <a:t>8. Le formateur a pris en compte mes difficultés 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FF8D6DA-1624-031A-E64B-2136FEDAE04E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0618FC8C-D3BF-CA52-8774-D7952B0A1F39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AFAEECC3-413C-A3C3-4878-D0AB9BF1B9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3532D763-5B33-AA5B-F804-3BE6553420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F7B07820-8BAD-BC13-E349-4974094098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9EC7CF88-6CFD-5E26-8787-B4B77B11F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79D2978-BDB6-4902-F6C8-D04EA957314F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2EDD911E-A93D-449B-4C22-8177E7721C19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23859C9-9FB0-A114-1FDC-A9F6B111B7EE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D713FC9B-13CE-BD57-A2B3-5054F7793A73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3680BA01-CF57-63CA-67AE-EC696A7D1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6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19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0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15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52E85EA-DA80-6857-7D14-5478301429E6}"/>
              </a:ext>
            </a:extLst>
          </p:cNvPr>
          <p:cNvSpPr txBox="1"/>
          <p:nvPr/>
        </p:nvSpPr>
        <p:spPr>
          <a:xfrm>
            <a:off x="633234" y="120005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fr-FR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fr-FR" dirty="0" sz="2400" b="1">
                <a:effectLst/>
                <a:latin typeface="Calibri" panose="020F0502020204030204" pitchFamily="34" charset="0"/>
              </a:rPr>
              <a:t>9. Les jeux &amp; exercices pratiques m’ont aidé à bien comprendre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955F131-3683-D7A0-E4DF-CFF6764027F7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DD75E018-AD7B-39A9-ECE9-ED7BC90F4C5E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6AE31371-11D3-0FD2-539E-1EBAA9C44E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C057AFD4-2D38-FAFB-2DE1-A60C07218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8D932CFB-CE07-528F-69D2-82CF9BB00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9625A3CD-AB8B-874C-6472-4E0D71AB9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E59A549-B86B-4597-2EF5-82C2E876CA45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298A53E-91D2-C7F7-90F5-83AD766A7D9F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9E59630A-50DF-6FE6-28F5-214EAA8F9F81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27267A7-C500-E3CB-F64F-C119584A9E48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F1996229-14EA-2686-47F3-BD7626C57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6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19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9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9271000" y="6207125"/>
            <a:ext cx="2844800" cy="457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156ABF86-EFC2-454D-AD05-896C81F76FA1}" type="slidenum">
              <a:rPr lang="fr-FR" smtClean="0"/>
              <a:pPr>
                <a:spcAft>
                  <a:spcPts val="600"/>
                </a:spcAft>
                <a:defRPr/>
              </a:pPr>
              <a:t>16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69D2643-457B-A398-A97F-CA846A51C4B5}"/>
              </a:ext>
            </a:extLst>
          </p:cNvPr>
          <p:cNvSpPr txBox="1"/>
          <p:nvPr/>
        </p:nvSpPr>
        <p:spPr>
          <a:xfrm>
            <a:off x="633234" y="120005"/>
            <a:ext cx="1047648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fr-FR"/>
            </a:defPPr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</a:defRPr>
            </a:lvl1pPr>
          </a:lstStyle>
          <a:p>
            <a:r>
              <a:rPr lang="fr-FR" dirty="0" sz="2400" b="1">
                <a:effectLst/>
                <a:latin typeface="Calibri" panose="020F0502020204030204" pitchFamily="34" charset="0"/>
              </a:rPr>
              <a:t>10. En conclusion, vous êtes :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00D88D20-D202-0E70-DBA8-03AC264E898A}"/>
              </a:ext>
            </a:extLst>
          </p:cNvPr>
          <p:cNvGrpSpPr/>
          <p:nvPr/>
        </p:nvGrpSpPr>
        <p:grpSpPr>
          <a:xfrm>
            <a:off x="9232592" y="1876755"/>
            <a:ext cx="2276869" cy="3104489"/>
            <a:chOff x="9375619" y="1843456"/>
            <a:chExt cx="2276869" cy="310448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F572F1E4-F478-8C8A-667D-E5164ADEC650}"/>
                </a:ext>
              </a:extLst>
            </p:cNvPr>
            <p:cNvGrpSpPr/>
            <p:nvPr/>
          </p:nvGrpSpPr>
          <p:grpSpPr>
            <a:xfrm>
              <a:off x="9375619" y="1843456"/>
              <a:ext cx="576051" cy="3104489"/>
              <a:chOff x="9424517" y="1534516"/>
              <a:chExt cx="576051" cy="3104489"/>
            </a:xfrm>
          </p:grpSpPr>
          <p:pic>
            <p:nvPicPr>
              <p:cNvPr id="10" name="Image 9">
                <a:extLst>
                  <a:ext uri="{FF2B5EF4-FFF2-40B4-BE49-F238E27FC236}">
                    <a16:creationId xmlns:a16="http://schemas.microsoft.com/office/drawing/2014/main" id="{A1463705-43C1-1820-CB9A-140CC1198C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24517" y="1534516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095F630D-EF21-3364-0A76-4B2B6DE668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76507" y="2350426"/>
                <a:ext cx="488010" cy="540000"/>
              </a:xfrm>
              <a:prstGeom prst="rect">
                <a:avLst/>
              </a:prstGeom>
            </p:spPr>
          </p:pic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35D100A3-4BE1-8855-7F22-177BB8AE3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9290" y="3238206"/>
                <a:ext cx="490454" cy="468000"/>
              </a:xfrm>
              <a:prstGeom prst="rect">
                <a:avLst/>
              </a:prstGeom>
            </p:spPr>
          </p:pic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1339A59B-5599-295D-ABBD-822D95B4FA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40455" y="4099005"/>
                <a:ext cx="560113" cy="540000"/>
              </a:xfrm>
              <a:prstGeom prst="rect">
                <a:avLst/>
              </a:prstGeom>
            </p:spPr>
          </p:pic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CE2B25C-0E75-F773-32B5-22C34E1946BD}"/>
                </a:ext>
              </a:extLst>
            </p:cNvPr>
            <p:cNvSpPr txBox="1"/>
            <p:nvPr/>
          </p:nvSpPr>
          <p:spPr>
            <a:xfrm>
              <a:off x="10080404" y="1928790"/>
              <a:ext cx="15720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Très satisfait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40A942F-CDC8-EA5C-E3B4-8BEB6C750B99}"/>
                </a:ext>
              </a:extLst>
            </p:cNvPr>
            <p:cNvSpPr txBox="1"/>
            <p:nvPr/>
          </p:nvSpPr>
          <p:spPr>
            <a:xfrm>
              <a:off x="10105396" y="2744700"/>
              <a:ext cx="1176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Satisfait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839FCEA-10B8-52F7-E97D-07DD7CBAF3EF}"/>
                </a:ext>
              </a:extLst>
            </p:cNvPr>
            <p:cNvSpPr txBox="1"/>
            <p:nvPr/>
          </p:nvSpPr>
          <p:spPr>
            <a:xfrm>
              <a:off x="10132291" y="3642635"/>
              <a:ext cx="11222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/>
                <a:t>Déçu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7161C86A-2D40-0088-898B-6751600BB1EE}"/>
                </a:ext>
              </a:extLst>
            </p:cNvPr>
            <p:cNvSpPr txBox="1"/>
            <p:nvPr/>
          </p:nvSpPr>
          <p:spPr>
            <a:xfrm>
              <a:off x="10105396" y="4540570"/>
              <a:ext cx="13031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0" i="0" u="none" strike="noStrike"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Très déçu</a:t>
              </a:r>
              <a:r>
                <a:rPr lang="fr-FR"/>
                <a:t> </a:t>
              </a:r>
            </a:p>
          </p:txBody>
        </p:sp>
      </p:grpSp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6598E90E-815A-E033-6250-B24265E78A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13403"/>
              </p:ext>
            </p:extLst>
          </p:nvPr>
        </p:nvGraphicFramePr>
        <p:xfrm>
          <a:off x="633234" y="871111"/>
          <a:ext cx="8128799" cy="40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6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7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8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19" name="PIC_Bandeau_Logo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3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0"/>
            <a:ext cx="10476544" cy="668338"/>
          </a:xfrm>
        </p:spPr>
        <p:txBody>
          <a:bodyPr anchor="ctr"/>
          <a:lstStyle/>
          <a:p>
            <a:pPr eaLnBrk="1" hangingPunct="1" algn="l">
              <a:defRPr/>
            </a:pPr>
            <a:r>
              <a:rPr lang="fr-FR" dirty="0" sz="2400" b="1">
                <a:solidFill>
                  <a:srgbClr val="000000"/>
                </a:solidFill>
                <a:latin typeface="Calibri"/>
              </a:rPr>
              <a:t>Vos remarques et suggestions : (ce que vous avez bien aimé / ou pas aimé…)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9D0F4-6BFF-4C0E-96D4-B15CA75DCB76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11FD761-9C3A-4F6B-802E-35E3547E73E0}"/>
              </a:ext>
            </a:extLst>
          </p:cNvPr>
          <p:cNvSpPr txBox="1"/>
          <p:nvPr/>
        </p:nvSpPr>
        <p:spPr>
          <a:xfrm>
            <a:off x="623392" y="713725"/>
            <a:ext cx="10792753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>
                <a:srgbClr val="0070C0"/>
              </a:buClr>
              <a:buSzPct val="75000"/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202124"/>
                </a:solidFill>
              </a:rPr>
              <a:t>Wassila </a:t>
            </a:r>
            <a:r>
              <a:rPr lang="fr-FR" dirty="0">
                <a:solidFill>
                  <a:srgbClr val="202124"/>
                </a:solidFill>
              </a:rPr>
              <a:t>: « J’ai bien aimé l’ambiance j’ai appris beaucoup de choses pour le CVS ça m’a bien aidé ».</a:t>
            </a:r>
          </a:p>
          <a:p>
            <a:pPr marL="285750" indent="-285750" algn="l">
              <a:lnSpc>
                <a:spcPct val="150000"/>
              </a:lnSpc>
              <a:buClr>
                <a:srgbClr val="0070C0"/>
              </a:buClr>
              <a:buSzPct val="75000"/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202124"/>
                </a:solidFill>
              </a:rPr>
              <a:t>Patricia</a:t>
            </a:r>
            <a:r>
              <a:rPr lang="fr-FR" dirty="0">
                <a:solidFill>
                  <a:srgbClr val="202124"/>
                </a:solidFill>
              </a:rPr>
              <a:t> : « Tous aimé ».</a:t>
            </a:r>
          </a:p>
        </p:txBody>
      </p:sp>
      <p:sp>
        <p:nvSpPr>
          <p:cNvPr id="26627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28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29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30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6631" name="PIC_Bandeau_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8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0"/>
            <a:ext cx="10476544" cy="684000"/>
          </a:xfrm>
        </p:spPr>
        <p:txBody>
          <a:bodyPr anchor="ctr"/>
          <a:lstStyle/>
          <a:p>
            <a:pPr eaLnBrk="1" hangingPunct="1" algn="l">
              <a:defRPr/>
            </a:pPr>
            <a:r>
              <a:rPr lang="fr-FR" dirty="0" sz="2400" b="1">
                <a:solidFill>
                  <a:srgbClr val="000000"/>
                </a:solidFill>
                <a:latin typeface="Calibri"/>
              </a:rPr>
              <a:t>Vos souhaits pour d’autres formations :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9D0F4-6BFF-4C0E-96D4-B15CA75DCB76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11FD761-9C3A-4F6B-802E-35E3547E73E0}"/>
              </a:ext>
            </a:extLst>
          </p:cNvPr>
          <p:cNvSpPr txBox="1"/>
          <p:nvPr/>
        </p:nvSpPr>
        <p:spPr>
          <a:xfrm>
            <a:off x="623392" y="684000"/>
            <a:ext cx="10792753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Clr>
                <a:srgbClr val="0070C0"/>
              </a:buClr>
              <a:buSzPct val="75000"/>
              <a:buFont typeface="Wingdings" panose="05000000000000000000" pitchFamily="2" charset="2"/>
              <a:buChar char="q"/>
            </a:pPr>
            <a:r>
              <a:rPr lang="fr-FR" b="0">
                <a:solidFill>
                  <a:srgbClr val="202124"/>
                </a:solidFill>
                <a:effectLst/>
              </a:rPr>
              <a:t>RAS</a:t>
            </a:r>
            <a:endParaRPr lang="fr-FR" b="0" dirty="0">
              <a:solidFill>
                <a:srgbClr val="202124"/>
              </a:solidFill>
              <a:effectLst/>
            </a:endParaRPr>
          </a:p>
        </p:txBody>
      </p:sp>
      <p:sp>
        <p:nvSpPr>
          <p:cNvPr id="26627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28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29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630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6631" name="PIC_Bandeau_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314" y="20203"/>
            <a:ext cx="72168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428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Niveau">
  <a:themeElements>
    <a:clrScheme name="Niveau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iveau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Niveau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Niveau">
  <a:themeElements>
    <a:clrScheme name="Niveau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iveau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Niveau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Niveau">
  <a:themeElements>
    <a:clrScheme name="Niveau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iveau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Niveau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Niveau">
  <a:themeElements>
    <a:clrScheme name="Niveau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iveau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Niveau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Conception personnalisée">
  <a:themeElements>
    <a:clrScheme name="Conception personnalisé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nception personnalisé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ception personnalisé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ception personnalisé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Niveau">
  <a:themeElements>
    <a:clrScheme name="Niveau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iveau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Niveau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Niveau">
  <a:themeElements>
    <a:clrScheme name="Niveau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Niveau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Niveau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iveau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iveau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971729-70a3-4993-84f7-eb0c0afa8a2f" xsi:nil="true"/>
    <lcf76f155ced4ddcb4097134ff3c332f xmlns="06e2edd1-4062-4d9a-a61d-4161a7f5f1b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C99932D3F98349B0646471334594E4" ma:contentTypeVersion="19" ma:contentTypeDescription="Crée un document." ma:contentTypeScope="" ma:versionID="5b426bf015247085bdc2ba9c0c22814b">
  <xsd:schema xmlns:xsd="http://www.w3.org/2001/XMLSchema" xmlns:xs="http://www.w3.org/2001/XMLSchema" xmlns:p="http://schemas.microsoft.com/office/2006/metadata/properties" xmlns:ns2="00971729-70a3-4993-84f7-eb0c0afa8a2f" xmlns:ns3="06e2edd1-4062-4d9a-a61d-4161a7f5f1b2" targetNamespace="http://schemas.microsoft.com/office/2006/metadata/properties" ma:root="true" ma:fieldsID="2ef6de4a32362b76d38b436c51ec4e40" ns2:_="" ns3:_="">
    <xsd:import namespace="00971729-70a3-4993-84f7-eb0c0afa8a2f"/>
    <xsd:import namespace="06e2edd1-4062-4d9a-a61d-4161a7f5f1b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971729-70a3-4993-84f7-eb0c0afa8a2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Colonne Attraper tout de Taxonomie" ma:hidden="true" ma:list="{3812f052-b851-404b-8596-4a1ac8d69aaf}" ma:internalName="TaxCatchAll" ma:showField="CatchAllData" ma:web="00971729-70a3-4993-84f7-eb0c0afa8a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e2edd1-4062-4d9a-a61d-4161a7f5f1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cdf0841f-2772-4452-949b-9b51e46c2e0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B86CCF-A4F8-4444-9836-4F5E543C5406}">
  <ds:schemaRefs>
    <ds:schemaRef ds:uri="00971729-70a3-4993-84f7-eb0c0afa8a2f"/>
    <ds:schemaRef ds:uri="06e2edd1-4062-4d9a-a61d-4161a7f5f1b2"/>
    <ds:schemaRef ds:uri="125c6bb5-a381-4b6d-8deb-87062260a888"/>
    <ds:schemaRef ds:uri="194ced29-f2d3-4822-a186-59af69b23cb3"/>
    <ds:schemaRef ds:uri="7224cc77-36d3-4c4e-b6fa-7d5983a10a0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F790213-A1D6-439A-B6BA-0C411DF8C1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B4EBB4-6818-4E93-A6B7-8A352F0C5741}"/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2510</Words>
  <Application>Microsoft Office PowerPoint</Application>
  <PresentationFormat>Grand écran</PresentationFormat>
  <Paragraphs>347</Paragraphs>
  <Slides>38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8</vt:i4>
      </vt:variant>
      <vt:variant>
        <vt:lpstr>Titres des diapositives</vt:lpstr>
      </vt:variant>
      <vt:variant>
        <vt:i4>38</vt:i4>
      </vt:variant>
    </vt:vector>
  </HeadingPairs>
  <TitlesOfParts>
    <vt:vector size="53" baseType="lpstr">
      <vt:lpstr>Arial</vt:lpstr>
      <vt:lpstr>Calibri</vt:lpstr>
      <vt:lpstr>Segoe UI Emoji</vt:lpstr>
      <vt:lpstr>Tahoma</vt:lpstr>
      <vt:lpstr>Times New Roman</vt:lpstr>
      <vt:lpstr>Verdana</vt:lpstr>
      <vt:lpstr>Wingdings</vt:lpstr>
      <vt:lpstr>Thème Office</vt:lpstr>
      <vt:lpstr>2_Niveau</vt:lpstr>
      <vt:lpstr>3_Niveau</vt:lpstr>
      <vt:lpstr>5_Niveau</vt:lpstr>
      <vt:lpstr>4_Niveau</vt:lpstr>
      <vt:lpstr>2_Conception personnalisée</vt:lpstr>
      <vt:lpstr>6_Niveau</vt:lpstr>
      <vt:lpstr>7_Niveau</vt:lpstr>
      <vt:lpstr>ETRE REPRESENTANT  AU CONSEIL DE VIE SOCIALE EN ESAT</vt:lpstr>
      <vt:lpstr>Sommaire</vt:lpstr>
      <vt:lpstr>Rappels de l’intervention</vt:lpstr>
      <vt:lpstr>Evaluation de la formation</vt:lpstr>
      <vt:lpstr>Présentation PowerPoint</vt:lpstr>
      <vt:lpstr>Évaluation globale de l’action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Vos remarques et suggestions : (ce que vous avez bien aimé / ou pas aimé…)</vt:lpstr>
      <vt:lpstr>Vos souhaits pour d’autres formations :</vt:lpstr>
      <vt:lpstr>Présentation PowerPoint</vt:lpstr>
      <vt:lpstr>Attentes des participants – Tour de table</vt:lpstr>
      <vt:lpstr>Faits marquants, ambiance générale, dynamique de groupe, remarques des participants (tour de table final) :</vt:lpstr>
      <vt:lpstr>Situations travaillées :</vt:lpstr>
      <vt:lpstr>Situations travaillées :</vt:lpstr>
      <vt:lpstr>Situations travaillées :</vt:lpstr>
      <vt:lpstr>Situations travaillées :</vt:lpstr>
      <vt:lpstr>Situations travaillées :</vt:lpstr>
      <vt:lpstr>Situations travaillées :</vt:lpstr>
      <vt:lpstr>Méthode des « 7 familles de questions », slide vierge et modifiable.</vt:lpstr>
      <vt:lpstr>Situations travaillées :</vt:lpstr>
      <vt:lpstr>Situations travaillées :</vt:lpstr>
      <vt:lpstr>Objectifs à conforter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Synthèse de formation CREDIT A LA CONSOMMATION ET CARTE PREMIUM TECHNIQUES DE VENTE ET ANIMATION COMMERCIALE</dc:title>
  <dc:creator>Pierre CHARON</dc:creator>
  <cp:lastModifiedBy>Contact PIC-FORMATION</cp:lastModifiedBy>
  <cp:revision>3</cp:revision>
  <dcterms:created xsi:type="dcterms:W3CDTF">2020-09-03T15:31:38Z</dcterms:created>
  <dcterms:modified xsi:type="dcterms:W3CDTF">2026-04-16T07:56:44Z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0x01010075C99932D3F98349B0646471334594E4</vt:lpwstr>
  </property>
</Properties>
</file>