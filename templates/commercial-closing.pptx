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2" r:id="rId5"/>
    <p:sldMasterId id="2147483684" r:id="rId6"/>
    <p:sldMasterId id="2147483721" r:id="rId7"/>
    <p:sldMasterId id="2147483697" r:id="rId8"/>
    <p:sldMasterId id="2147483709" r:id="rId9"/>
    <p:sldMasterId id="2147483733" r:id="rId10"/>
    <p:sldMasterId id="2147483745" r:id="rId11"/>
  </p:sldMasterIdLst>
  <p:notesMasterIdLst>
    <p:notesMasterId r:id="rId50"/>
  </p:notesMasterIdLst>
  <p:sldIdLst>
    <p:sldId id="406" r:id="rId44"/>
    <p:sldId id="956" r:id="rId45"/>
    <p:sldId id="955" r:id="rId46"/>
    <p:sldId id="801" r:id="rId47"/>
    <p:sldId id="802" r:id="rId48"/>
    <p:sldId id="366"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FFFFFF"/>
    <a:srgbClr val="B96D3A"/>
    <a:srgbClr val="99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BEB1D4-457D-4928-A1DE-3B84F6C3EC6F}" v="37" dt="2026-04-16T07:56:13.159"/>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31" autoAdjust="0"/>
    <p:restoredTop sz="94660"/>
  </p:normalViewPr>
  <p:slideViewPr>
    <p:cSldViewPr snapToGrid="0">
      <p:cViewPr varScale="1">
        <p:scale>
          <a:sx n="94" d="100"/>
          <a:sy n="94" d="100"/>
        </p:scale>
        <p:origin x="1434" y="312"/>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44" Type="http://schemas.openxmlformats.org/officeDocument/2006/relationships/slide" Target="slides/slide1.xml"/><Relationship Id="rId45" Type="http://schemas.openxmlformats.org/officeDocument/2006/relationships/slide" Target="slides/slide2.xml"/><Relationship Id="rId46" Type="http://schemas.openxmlformats.org/officeDocument/2006/relationships/slide" Target="slides/slide3.xml"/><Relationship Id="rId47" Type="http://schemas.openxmlformats.org/officeDocument/2006/relationships/slide" Target="slides/slide4.xml"/><Relationship Id="rId48" Type="http://schemas.openxmlformats.org/officeDocument/2006/relationships/slide" Target="slides/slide5.xml"/><Relationship Id="rId49" Type="http://schemas.openxmlformats.org/officeDocument/2006/relationships/slide" Target="slides/slide6.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6/11/relationships/changesInfo" Target="changesInfos/changesInfo1.xml"/><Relationship Id="rId5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ntact PIC-FORMATION" userId="1db30e0e-0262-400d-83b0-f34f1102b8c0" providerId="ADAL" clId="{D9EABE55-B5A4-4295-82E1-2414079A3E9B}"/>
    <pc:docChg chg="custSel addSld delSld modSld sldOrd delMainMaster">
      <pc:chgData name="Contact PIC-FORMATION" userId="1db30e0e-0262-400d-83b0-f34f1102b8c0" providerId="ADAL" clId="{D9EABE55-B5A4-4295-82E1-2414079A3E9B}" dt="2026-04-16T07:56:38.763" v="1237" actId="255"/>
      <pc:docMkLst>
        <pc:docMk/>
      </pc:docMkLst>
      <pc:sldChg chg="modSp mod">
        <pc:chgData name="Contact PIC-FORMATION" userId="1db30e0e-0262-400d-83b0-f34f1102b8c0" providerId="ADAL" clId="{D9EABE55-B5A4-4295-82E1-2414079A3E9B}" dt="2026-04-16T07:14:49.924" v="628" actId="20577"/>
        <pc:sldMkLst>
          <pc:docMk/>
          <pc:sldMk cId="4035833974" sldId="256"/>
        </pc:sldMkLst>
        <pc:spChg chg="mod">
          <ac:chgData name="Contact PIC-FORMATION" userId="1db30e0e-0262-400d-83b0-f34f1102b8c0" providerId="ADAL" clId="{D9EABE55-B5A4-4295-82E1-2414079A3E9B}" dt="2026-04-16T07:14:49.924" v="628" actId="20577"/>
          <ac:spMkLst>
            <pc:docMk/>
            <pc:sldMk cId="4035833974" sldId="256"/>
            <ac:spMk id="10" creationId="{BD9115E6-2995-95D2-68B8-FFF8A0ED82AA}"/>
          </ac:spMkLst>
        </pc:spChg>
      </pc:sldChg>
      <pc:sldChg chg="mod">
        <pc:chgData name="Contact PIC-FORMATION" userId="1db30e0e-0262-400d-83b0-f34f1102b8c0" providerId="ADAL" clId="{D9EABE55-B5A4-4295-82E1-2414079A3E9B}" dt="2026-04-16T07:47:47.445" v="1000" actId="27918"/>
        <pc:sldMkLst>
          <pc:docMk/>
          <pc:sldMk cId="3920868889" sldId="296"/>
        </pc:sldMkLst>
      </pc:sldChg>
      <pc:sldChg chg="modSp mod">
        <pc:chgData name="Contact PIC-FORMATION" userId="1db30e0e-0262-400d-83b0-f34f1102b8c0" providerId="ADAL" clId="{D9EABE55-B5A4-4295-82E1-2414079A3E9B}" dt="2026-04-16T07:55:10.756" v="1220" actId="113"/>
        <pc:sldMkLst>
          <pc:docMk/>
          <pc:sldMk cId="300758645" sldId="318"/>
        </pc:sldMkLst>
        <pc:spChg chg="mod">
          <ac:chgData name="Contact PIC-FORMATION" userId="1db30e0e-0262-400d-83b0-f34f1102b8c0" providerId="ADAL" clId="{D9EABE55-B5A4-4295-82E1-2414079A3E9B}" dt="2026-04-16T07:55:10.756" v="1220" actId="113"/>
          <ac:spMkLst>
            <pc:docMk/>
            <pc:sldMk cId="300758645" sldId="318"/>
            <ac:spMk id="2" creationId="{811FD761-9C3A-4F6B-802E-35E3547E73E0}"/>
          </ac:spMkLst>
        </pc:spChg>
      </pc:sldChg>
      <pc:sldChg chg="modSp add del mod">
        <pc:chgData name="Contact PIC-FORMATION" userId="1db30e0e-0262-400d-83b0-f34f1102b8c0" providerId="ADAL" clId="{D9EABE55-B5A4-4295-82E1-2414079A3E9B}" dt="2026-04-16T07:55:33.934" v="1222" actId="123"/>
        <pc:sldMkLst>
          <pc:docMk/>
          <pc:sldMk cId="2618417518" sldId="360"/>
        </pc:sldMkLst>
        <pc:spChg chg="mod">
          <ac:chgData name="Contact PIC-FORMATION" userId="1db30e0e-0262-400d-83b0-f34f1102b8c0" providerId="ADAL" clId="{D9EABE55-B5A4-4295-82E1-2414079A3E9B}" dt="2026-04-16T07:55:33.934" v="1222" actId="123"/>
          <ac:spMkLst>
            <pc:docMk/>
            <pc:sldMk cId="2618417518" sldId="360"/>
            <ac:spMk id="6" creationId="{00000000-0000-0000-0000-000000000000}"/>
          </ac:spMkLst>
        </pc:spChg>
      </pc:sldChg>
      <pc:sldChg chg="modSp add del mod">
        <pc:chgData name="Contact PIC-FORMATION" userId="1db30e0e-0262-400d-83b0-f34f1102b8c0" providerId="ADAL" clId="{D9EABE55-B5A4-4295-82E1-2414079A3E9B}" dt="2026-04-16T07:24:37.483" v="741" actId="33524"/>
        <pc:sldMkLst>
          <pc:docMk/>
          <pc:sldMk cId="2547275724" sldId="363"/>
        </pc:sldMkLst>
        <pc:spChg chg="mod">
          <ac:chgData name="Contact PIC-FORMATION" userId="1db30e0e-0262-400d-83b0-f34f1102b8c0" providerId="ADAL" clId="{D9EABE55-B5A4-4295-82E1-2414079A3E9B}" dt="2026-04-16T07:24:37.483" v="741" actId="33524"/>
          <ac:spMkLst>
            <pc:docMk/>
            <pc:sldMk cId="2547275724" sldId="363"/>
            <ac:spMk id="5" creationId="{00000000-0000-0000-0000-000000000000}"/>
          </ac:spMkLst>
        </pc:spChg>
        <pc:spChg chg="mod">
          <ac:chgData name="Contact PIC-FORMATION" userId="1db30e0e-0262-400d-83b0-f34f1102b8c0" providerId="ADAL" clId="{D9EABE55-B5A4-4295-82E1-2414079A3E9B}" dt="2026-04-16T07:23:25.232" v="720" actId="1035"/>
          <ac:spMkLst>
            <pc:docMk/>
            <pc:sldMk cId="2547275724" sldId="363"/>
            <ac:spMk id="12" creationId="{E031D3D7-47B3-410A-A16C-A6DC37983E91}"/>
          </ac:spMkLst>
        </pc:spChg>
        <pc:cxnChg chg="mod">
          <ac:chgData name="Contact PIC-FORMATION" userId="1db30e0e-0262-400d-83b0-f34f1102b8c0" providerId="ADAL" clId="{D9EABE55-B5A4-4295-82E1-2414079A3E9B}" dt="2026-04-16T07:22:57.379" v="709" actId="208"/>
          <ac:cxnSpMkLst>
            <pc:docMk/>
            <pc:sldMk cId="2547275724" sldId="363"/>
            <ac:cxnSpMk id="11" creationId="{9A7D08CB-1D69-411E-8425-36845351C86B}"/>
          </ac:cxnSpMkLst>
        </pc:cxnChg>
      </pc:sldChg>
      <pc:sldChg chg="delSp modSp add del mod">
        <pc:chgData name="Contact PIC-FORMATION" userId="1db30e0e-0262-400d-83b0-f34f1102b8c0" providerId="ADAL" clId="{D9EABE55-B5A4-4295-82E1-2414079A3E9B}" dt="2026-04-16T07:38:21.092" v="879" actId="5793"/>
        <pc:sldMkLst>
          <pc:docMk/>
          <pc:sldMk cId="1247599446" sldId="364"/>
        </pc:sldMkLst>
        <pc:spChg chg="mod">
          <ac:chgData name="Contact PIC-FORMATION" userId="1db30e0e-0262-400d-83b0-f34f1102b8c0" providerId="ADAL" clId="{D9EABE55-B5A4-4295-82E1-2414079A3E9B}" dt="2026-04-16T07:38:21.092" v="879" actId="5793"/>
          <ac:spMkLst>
            <pc:docMk/>
            <pc:sldMk cId="1247599446" sldId="364"/>
            <ac:spMk id="2" creationId="{00000000-0000-0000-0000-000000000000}"/>
          </ac:spMkLst>
        </pc:spChg>
        <pc:grpChg chg="del mod">
          <ac:chgData name="Contact PIC-FORMATION" userId="1db30e0e-0262-400d-83b0-f34f1102b8c0" providerId="ADAL" clId="{D9EABE55-B5A4-4295-82E1-2414079A3E9B}" dt="2026-04-16T07:21:09.867" v="687" actId="478"/>
          <ac:grpSpMkLst>
            <pc:docMk/>
            <pc:sldMk cId="1247599446" sldId="364"/>
            <ac:grpSpMk id="4" creationId="{EE6AABC7-4628-F4C3-92F0-C5DD8DF141FB}"/>
          </ac:grpSpMkLst>
        </pc:grpChg>
      </pc:sldChg>
      <pc:sldChg chg="modSp add del mod">
        <pc:chgData name="Contact PIC-FORMATION" userId="1db30e0e-0262-400d-83b0-f34f1102b8c0" providerId="ADAL" clId="{D9EABE55-B5A4-4295-82E1-2414079A3E9B}" dt="2026-04-16T07:35:32.102" v="855" actId="20577"/>
        <pc:sldMkLst>
          <pc:docMk/>
          <pc:sldMk cId="1103895696" sldId="367"/>
        </pc:sldMkLst>
        <pc:spChg chg="mod">
          <ac:chgData name="Contact PIC-FORMATION" userId="1db30e0e-0262-400d-83b0-f34f1102b8c0" providerId="ADAL" clId="{D9EABE55-B5A4-4295-82E1-2414079A3E9B}" dt="2026-04-16T07:35:32.102" v="855" actId="20577"/>
          <ac:spMkLst>
            <pc:docMk/>
            <pc:sldMk cId="1103895696" sldId="367"/>
            <ac:spMk id="3" creationId="{B841ECFC-E560-6044-10ED-DCFA3491A6CA}"/>
          </ac:spMkLst>
        </pc:spChg>
      </pc:sldChg>
      <pc:sldChg chg="modSp mod">
        <pc:chgData name="Contact PIC-FORMATION" userId="1db30e0e-0262-400d-83b0-f34f1102b8c0" providerId="ADAL" clId="{D9EABE55-B5A4-4295-82E1-2414079A3E9B}" dt="2026-04-16T07:18:57.823" v="682" actId="207"/>
        <pc:sldMkLst>
          <pc:docMk/>
          <pc:sldMk cId="2466679861" sldId="368"/>
        </pc:sldMkLst>
        <pc:spChg chg="mod">
          <ac:chgData name="Contact PIC-FORMATION" userId="1db30e0e-0262-400d-83b0-f34f1102b8c0" providerId="ADAL" clId="{D9EABE55-B5A4-4295-82E1-2414079A3E9B}" dt="2026-04-16T07:18:57.823" v="682" actId="207"/>
          <ac:spMkLst>
            <pc:docMk/>
            <pc:sldMk cId="2466679861" sldId="368"/>
            <ac:spMk id="3" creationId="{E9EB7FB4-51AE-B6A7-51DF-7A52B252996F}"/>
          </ac:spMkLst>
        </pc:spChg>
      </pc:sldChg>
      <pc:sldChg chg="modSp add del mod">
        <pc:chgData name="Contact PIC-FORMATION" userId="1db30e0e-0262-400d-83b0-f34f1102b8c0" providerId="ADAL" clId="{D9EABE55-B5A4-4295-82E1-2414079A3E9B}" dt="2026-04-16T07:42:06.824" v="887" actId="2710"/>
        <pc:sldMkLst>
          <pc:docMk/>
          <pc:sldMk cId="3901019503" sldId="375"/>
        </pc:sldMkLst>
        <pc:spChg chg="mod">
          <ac:chgData name="Contact PIC-FORMATION" userId="1db30e0e-0262-400d-83b0-f34f1102b8c0" providerId="ADAL" clId="{D9EABE55-B5A4-4295-82E1-2414079A3E9B}" dt="2026-04-16T07:42:06.824" v="887" actId="2710"/>
          <ac:spMkLst>
            <pc:docMk/>
            <pc:sldMk cId="3901019503" sldId="375"/>
            <ac:spMk id="5" creationId="{00000000-0000-0000-0000-000000000000}"/>
          </ac:spMkLst>
        </pc:spChg>
      </pc:sldChg>
      <pc:sldChg chg="modSp add del mod">
        <pc:chgData name="Contact PIC-FORMATION" userId="1db30e0e-0262-400d-83b0-f34f1102b8c0" providerId="ADAL" clId="{D9EABE55-B5A4-4295-82E1-2414079A3E9B}" dt="2026-04-16T07:56:10.629" v="1233" actId="2710"/>
        <pc:sldMkLst>
          <pc:docMk/>
          <pc:sldMk cId="1995311606" sldId="376"/>
        </pc:sldMkLst>
        <pc:spChg chg="mod">
          <ac:chgData name="Contact PIC-FORMATION" userId="1db30e0e-0262-400d-83b0-f34f1102b8c0" providerId="ADAL" clId="{D9EABE55-B5A4-4295-82E1-2414079A3E9B}" dt="2026-04-16T07:56:10.629" v="1233" actId="2710"/>
          <ac:spMkLst>
            <pc:docMk/>
            <pc:sldMk cId="1995311606" sldId="376"/>
            <ac:spMk id="5" creationId="{00000000-0000-0000-0000-000000000000}"/>
          </ac:spMkLst>
        </pc:spChg>
      </pc:sldChg>
      <pc:sldChg chg="modSp add del mod">
        <pc:chgData name="Contact PIC-FORMATION" userId="1db30e0e-0262-400d-83b0-f34f1102b8c0" providerId="ADAL" clId="{D9EABE55-B5A4-4295-82E1-2414079A3E9B}" dt="2026-04-16T07:56:38.763" v="1237" actId="255"/>
        <pc:sldMkLst>
          <pc:docMk/>
          <pc:sldMk cId="130233451" sldId="377"/>
        </pc:sldMkLst>
        <pc:spChg chg="mod">
          <ac:chgData name="Contact PIC-FORMATION" userId="1db30e0e-0262-400d-83b0-f34f1102b8c0" providerId="ADAL" clId="{D9EABE55-B5A4-4295-82E1-2414079A3E9B}" dt="2026-04-16T07:56:38.763" v="1237" actId="255"/>
          <ac:spMkLst>
            <pc:docMk/>
            <pc:sldMk cId="130233451" sldId="377"/>
            <ac:spMk id="5" creationId="{00000000-0000-0000-0000-000000000000}"/>
          </ac:spMkLst>
        </pc:spChg>
      </pc:sldChg>
      <pc:sldChg chg="modSp add del mod">
        <pc:chgData name="Contact PIC-FORMATION" userId="1db30e0e-0262-400d-83b0-f34f1102b8c0" providerId="ADAL" clId="{D9EABE55-B5A4-4295-82E1-2414079A3E9B}" dt="2026-04-16T07:41:45.220" v="884" actId="1076"/>
        <pc:sldMkLst>
          <pc:docMk/>
          <pc:sldMk cId="3625362073" sldId="378"/>
        </pc:sldMkLst>
        <pc:spChg chg="mod">
          <ac:chgData name="Contact PIC-FORMATION" userId="1db30e0e-0262-400d-83b0-f34f1102b8c0" providerId="ADAL" clId="{D9EABE55-B5A4-4295-82E1-2414079A3E9B}" dt="2026-04-16T07:25:31.455" v="760" actId="12"/>
          <ac:spMkLst>
            <pc:docMk/>
            <pc:sldMk cId="3625362073" sldId="378"/>
            <ac:spMk id="5" creationId="{00000000-0000-0000-0000-000000000000}"/>
          </ac:spMkLst>
        </pc:spChg>
        <pc:spChg chg="mod">
          <ac:chgData name="Contact PIC-FORMATION" userId="1db30e0e-0262-400d-83b0-f34f1102b8c0" providerId="ADAL" clId="{D9EABE55-B5A4-4295-82E1-2414079A3E9B}" dt="2026-04-16T07:25:55.298" v="763" actId="12"/>
          <ac:spMkLst>
            <pc:docMk/>
            <pc:sldMk cId="3625362073" sldId="378"/>
            <ac:spMk id="7" creationId="{69BFAC96-2354-ABCE-18C2-9987D9C2C220}"/>
          </ac:spMkLst>
        </pc:spChg>
        <pc:picChg chg="mod">
          <ac:chgData name="Contact PIC-FORMATION" userId="1db30e0e-0262-400d-83b0-f34f1102b8c0" providerId="ADAL" clId="{D9EABE55-B5A4-4295-82E1-2414079A3E9B}" dt="2026-04-16T07:41:45.220" v="884" actId="1076"/>
          <ac:picMkLst>
            <pc:docMk/>
            <pc:sldMk cId="3625362073" sldId="378"/>
            <ac:picMk id="4" creationId="{E82E9B9A-B5AA-AA02-B20B-3CFA339CDA19}"/>
          </ac:picMkLst>
        </pc:picChg>
      </pc:sldChg>
      <pc:sldChg chg="modSp add del mod">
        <pc:chgData name="Contact PIC-FORMATION" userId="1db30e0e-0262-400d-83b0-f34f1102b8c0" providerId="ADAL" clId="{D9EABE55-B5A4-4295-82E1-2414079A3E9B}" dt="2026-04-16T07:25:11.694" v="757" actId="1076"/>
        <pc:sldMkLst>
          <pc:docMk/>
          <pc:sldMk cId="1045122749" sldId="379"/>
        </pc:sldMkLst>
        <pc:spChg chg="mod">
          <ac:chgData name="Contact PIC-FORMATION" userId="1db30e0e-0262-400d-83b0-f34f1102b8c0" providerId="ADAL" clId="{D9EABE55-B5A4-4295-82E1-2414079A3E9B}" dt="2026-04-16T07:25:11.694" v="757" actId="1076"/>
          <ac:spMkLst>
            <pc:docMk/>
            <pc:sldMk cId="1045122749" sldId="379"/>
            <ac:spMk id="5" creationId="{9D6CF981-4AEB-F740-BFF9-D2D0AD4F434F}"/>
          </ac:spMkLst>
        </pc:spChg>
      </pc:sldChg>
      <pc:sldChg chg="modSp add del mod">
        <pc:chgData name="Contact PIC-FORMATION" userId="1db30e0e-0262-400d-83b0-f34f1102b8c0" providerId="ADAL" clId="{D9EABE55-B5A4-4295-82E1-2414079A3E9B}" dt="2026-04-16T07:55:50.555" v="1226" actId="313"/>
        <pc:sldMkLst>
          <pc:docMk/>
          <pc:sldMk cId="241868019" sldId="380"/>
        </pc:sldMkLst>
        <pc:spChg chg="mod">
          <ac:chgData name="Contact PIC-FORMATION" userId="1db30e0e-0262-400d-83b0-f34f1102b8c0" providerId="ADAL" clId="{D9EABE55-B5A4-4295-82E1-2414079A3E9B}" dt="2026-04-16T07:55:50.555" v="1226" actId="313"/>
          <ac:spMkLst>
            <pc:docMk/>
            <pc:sldMk cId="241868019" sldId="380"/>
            <ac:spMk id="5" creationId="{00000000-0000-0000-0000-000000000000}"/>
          </ac:spMkLst>
        </pc:spChg>
      </pc:sldChg>
      <pc:sldChg chg="modSp add del mod">
        <pc:chgData name="Contact PIC-FORMATION" userId="1db30e0e-0262-400d-83b0-f34f1102b8c0" providerId="ADAL" clId="{D9EABE55-B5A4-4295-82E1-2414079A3E9B}" dt="2026-04-16T07:37:38.885" v="878" actId="12"/>
        <pc:sldMkLst>
          <pc:docMk/>
          <pc:sldMk cId="116578534" sldId="381"/>
        </pc:sldMkLst>
        <pc:spChg chg="mod">
          <ac:chgData name="Contact PIC-FORMATION" userId="1db30e0e-0262-400d-83b0-f34f1102b8c0" providerId="ADAL" clId="{D9EABE55-B5A4-4295-82E1-2414079A3E9B}" dt="2026-04-16T07:37:38.885" v="878" actId="12"/>
          <ac:spMkLst>
            <pc:docMk/>
            <pc:sldMk cId="116578534" sldId="381"/>
            <ac:spMk id="5" creationId="{00000000-0000-0000-0000-000000000000}"/>
          </ac:spMkLst>
        </pc:spChg>
        <pc:picChg chg="mod">
          <ac:chgData name="Contact PIC-FORMATION" userId="1db30e0e-0262-400d-83b0-f34f1102b8c0" providerId="ADAL" clId="{D9EABE55-B5A4-4295-82E1-2414079A3E9B}" dt="2026-04-16T07:25:05.820" v="756" actId="1076"/>
          <ac:picMkLst>
            <pc:docMk/>
            <pc:sldMk cId="116578534" sldId="381"/>
            <ac:picMk id="3" creationId="{D195A75A-D0AC-EB76-3ED5-8304BAE38717}"/>
          </ac:picMkLst>
        </pc:picChg>
      </pc:sldChg>
      <pc:sldChg chg="del">
        <pc:chgData name="Contact PIC-FORMATION" userId="1db30e0e-0262-400d-83b0-f34f1102b8c0" providerId="ADAL" clId="{D9EABE55-B5A4-4295-82E1-2414079A3E9B}" dt="2026-04-16T07:19:56.186" v="683" actId="47"/>
        <pc:sldMkLst>
          <pc:docMk/>
          <pc:sldMk cId="197375399" sldId="382"/>
        </pc:sldMkLst>
      </pc:sldChg>
      <pc:sldChg chg="modSp add mod">
        <pc:chgData name="Contact PIC-FORMATION" userId="1db30e0e-0262-400d-83b0-f34f1102b8c0" providerId="ADAL" clId="{D9EABE55-B5A4-4295-82E1-2414079A3E9B}" dt="2026-04-16T07:24:18.253" v="735" actId="1076"/>
        <pc:sldMkLst>
          <pc:docMk/>
          <pc:sldMk cId="2129289226" sldId="382"/>
        </pc:sldMkLst>
        <pc:spChg chg="mod">
          <ac:chgData name="Contact PIC-FORMATION" userId="1db30e0e-0262-400d-83b0-f34f1102b8c0" providerId="ADAL" clId="{D9EABE55-B5A4-4295-82E1-2414079A3E9B}" dt="2026-04-16T07:24:03.335" v="732" actId="20577"/>
          <ac:spMkLst>
            <pc:docMk/>
            <pc:sldMk cId="2129289226" sldId="382"/>
            <ac:spMk id="5" creationId="{00000000-0000-0000-0000-000000000000}"/>
          </ac:spMkLst>
        </pc:spChg>
        <pc:spChg chg="mod">
          <ac:chgData name="Contact PIC-FORMATION" userId="1db30e0e-0262-400d-83b0-f34f1102b8c0" providerId="ADAL" clId="{D9EABE55-B5A4-4295-82E1-2414079A3E9B}" dt="2026-04-16T07:24:18.253" v="735" actId="1076"/>
          <ac:spMkLst>
            <pc:docMk/>
            <pc:sldMk cId="2129289226" sldId="382"/>
            <ac:spMk id="6" creationId="{7EFA4CA8-3D91-3C48-B5F8-5B3EAFFEB711}"/>
          </ac:spMkLst>
        </pc:spChg>
        <pc:picChg chg="mod">
          <ac:chgData name="Contact PIC-FORMATION" userId="1db30e0e-0262-400d-83b0-f34f1102b8c0" providerId="ADAL" clId="{D9EABE55-B5A4-4295-82E1-2414079A3E9B}" dt="2026-04-16T07:24:08.162" v="733" actId="1076"/>
          <ac:picMkLst>
            <pc:docMk/>
            <pc:sldMk cId="2129289226" sldId="382"/>
            <ac:picMk id="4" creationId="{479E8E67-4D81-D53B-32B6-4B64B41EFE5B}"/>
          </ac:picMkLst>
        </pc:picChg>
      </pc:sldChg>
      <pc:sldChg chg="del">
        <pc:chgData name="Contact PIC-FORMATION" userId="1db30e0e-0262-400d-83b0-f34f1102b8c0" providerId="ADAL" clId="{D9EABE55-B5A4-4295-82E1-2414079A3E9B}" dt="2026-04-16T07:19:56.186" v="683" actId="47"/>
        <pc:sldMkLst>
          <pc:docMk/>
          <pc:sldMk cId="516255425" sldId="383"/>
        </pc:sldMkLst>
      </pc:sldChg>
      <pc:sldChg chg="del">
        <pc:chgData name="Contact PIC-FORMATION" userId="1db30e0e-0262-400d-83b0-f34f1102b8c0" providerId="ADAL" clId="{D9EABE55-B5A4-4295-82E1-2414079A3E9B}" dt="2026-04-16T07:19:56.186" v="683" actId="47"/>
        <pc:sldMkLst>
          <pc:docMk/>
          <pc:sldMk cId="2532569663" sldId="384"/>
        </pc:sldMkLst>
      </pc:sldChg>
      <pc:sldChg chg="del">
        <pc:chgData name="Contact PIC-FORMATION" userId="1db30e0e-0262-400d-83b0-f34f1102b8c0" providerId="ADAL" clId="{D9EABE55-B5A4-4295-82E1-2414079A3E9B}" dt="2026-04-16T07:41:00.090" v="882" actId="47"/>
        <pc:sldMkLst>
          <pc:docMk/>
          <pc:sldMk cId="3306171352" sldId="403"/>
        </pc:sldMkLst>
      </pc:sldChg>
      <pc:sldChg chg="del">
        <pc:chgData name="Contact PIC-FORMATION" userId="1db30e0e-0262-400d-83b0-f34f1102b8c0" providerId="ADAL" clId="{D9EABE55-B5A4-4295-82E1-2414079A3E9B}" dt="2026-04-16T07:40:41.032" v="881" actId="47"/>
        <pc:sldMkLst>
          <pc:docMk/>
          <pc:sldMk cId="3199441673" sldId="804"/>
        </pc:sldMkLst>
      </pc:sldChg>
      <pc:sldChg chg="addSp delSp modSp mod">
        <pc:chgData name="Contact PIC-FORMATION" userId="1db30e0e-0262-400d-83b0-f34f1102b8c0" providerId="ADAL" clId="{D9EABE55-B5A4-4295-82E1-2414079A3E9B}" dt="2026-04-16T07:47:56.817" v="1002"/>
        <pc:sldMkLst>
          <pc:docMk/>
          <pc:sldMk cId="308318938" sldId="805"/>
        </pc:sldMkLst>
        <pc:graphicFrameChg chg="add mod">
          <ac:chgData name="Contact PIC-FORMATION" userId="1db30e0e-0262-400d-83b0-f34f1102b8c0" providerId="ADAL" clId="{D9EABE55-B5A4-4295-82E1-2414079A3E9B}" dt="2026-04-16T07:47:56.817" v="1002"/>
          <ac:graphicFrameMkLst>
            <pc:docMk/>
            <pc:sldMk cId="308318938" sldId="805"/>
            <ac:graphicFrameMk id="14" creationId="{0A5A05F8-80D8-86AC-F56C-48C3E6C92A09}"/>
          </ac:graphicFrameMkLst>
        </pc:graphicFrameChg>
        <pc:graphicFrameChg chg="del">
          <ac:chgData name="Contact PIC-FORMATION" userId="1db30e0e-0262-400d-83b0-f34f1102b8c0" providerId="ADAL" clId="{D9EABE55-B5A4-4295-82E1-2414079A3E9B}" dt="2026-04-16T07:47:56.333" v="1001" actId="478"/>
          <ac:graphicFrameMkLst>
            <pc:docMk/>
            <pc:sldMk cId="308318938" sldId="805"/>
            <ac:graphicFrameMk id="15" creationId="{4DB6920F-B190-E799-1AB7-D9BD89D0C9FC}"/>
          </ac:graphicFrameMkLst>
        </pc:graphicFrameChg>
      </pc:sldChg>
      <pc:sldChg chg="addSp delSp modSp mod">
        <pc:chgData name="Contact PIC-FORMATION" userId="1db30e0e-0262-400d-83b0-f34f1102b8c0" providerId="ADAL" clId="{D9EABE55-B5A4-4295-82E1-2414079A3E9B}" dt="2026-04-16T07:48:00.754" v="1004"/>
        <pc:sldMkLst>
          <pc:docMk/>
          <pc:sldMk cId="2270805253" sldId="806"/>
        </pc:sldMkLst>
        <pc:graphicFrameChg chg="del">
          <ac:chgData name="Contact PIC-FORMATION" userId="1db30e0e-0262-400d-83b0-f34f1102b8c0" providerId="ADAL" clId="{D9EABE55-B5A4-4295-82E1-2414079A3E9B}" dt="2026-04-16T07:48:00.348" v="1003" actId="478"/>
          <ac:graphicFrameMkLst>
            <pc:docMk/>
            <pc:sldMk cId="2270805253" sldId="806"/>
            <ac:graphicFrameMk id="14" creationId="{D34B223A-6745-6A0A-EBC6-6CA32F2C2463}"/>
          </ac:graphicFrameMkLst>
        </pc:graphicFrameChg>
        <pc:graphicFrameChg chg="add mod">
          <ac:chgData name="Contact PIC-FORMATION" userId="1db30e0e-0262-400d-83b0-f34f1102b8c0" providerId="ADAL" clId="{D9EABE55-B5A4-4295-82E1-2414079A3E9B}" dt="2026-04-16T07:48:00.754" v="1004"/>
          <ac:graphicFrameMkLst>
            <pc:docMk/>
            <pc:sldMk cId="2270805253" sldId="806"/>
            <ac:graphicFrameMk id="15" creationId="{531DE953-D6A1-90AE-4B13-E9088DF6FC52}"/>
          </ac:graphicFrameMkLst>
        </pc:graphicFrameChg>
      </pc:sldChg>
      <pc:sldChg chg="addSp delSp modSp mod">
        <pc:chgData name="Contact PIC-FORMATION" userId="1db30e0e-0262-400d-83b0-f34f1102b8c0" providerId="ADAL" clId="{D9EABE55-B5A4-4295-82E1-2414079A3E9B}" dt="2026-04-16T07:48:04.783" v="1007"/>
        <pc:sldMkLst>
          <pc:docMk/>
          <pc:sldMk cId="4202041573" sldId="808"/>
        </pc:sldMkLst>
        <pc:graphicFrameChg chg="del mod">
          <ac:chgData name="Contact PIC-FORMATION" userId="1db30e0e-0262-400d-83b0-f34f1102b8c0" providerId="ADAL" clId="{D9EABE55-B5A4-4295-82E1-2414079A3E9B}" dt="2026-04-16T07:48:04.330" v="1006" actId="478"/>
          <ac:graphicFrameMkLst>
            <pc:docMk/>
            <pc:sldMk cId="4202041573" sldId="808"/>
            <ac:graphicFrameMk id="14" creationId="{2B34406C-D226-88E3-7353-D7E523BB3CD0}"/>
          </ac:graphicFrameMkLst>
        </pc:graphicFrameChg>
        <pc:graphicFrameChg chg="add mod">
          <ac:chgData name="Contact PIC-FORMATION" userId="1db30e0e-0262-400d-83b0-f34f1102b8c0" providerId="ADAL" clId="{D9EABE55-B5A4-4295-82E1-2414079A3E9B}" dt="2026-04-16T07:48:04.783" v="1007"/>
          <ac:graphicFrameMkLst>
            <pc:docMk/>
            <pc:sldMk cId="4202041573" sldId="808"/>
            <ac:graphicFrameMk id="15" creationId="{6E9BDD9A-6A5E-CD2F-867B-D0EB18E0C536}"/>
          </ac:graphicFrameMkLst>
        </pc:graphicFrameChg>
      </pc:sldChg>
      <pc:sldChg chg="addSp delSp modSp mod">
        <pc:chgData name="Contact PIC-FORMATION" userId="1db30e0e-0262-400d-83b0-f34f1102b8c0" providerId="ADAL" clId="{D9EABE55-B5A4-4295-82E1-2414079A3E9B}" dt="2026-04-16T07:48:08.376" v="1009"/>
        <pc:sldMkLst>
          <pc:docMk/>
          <pc:sldMk cId="3805820337" sldId="809"/>
        </pc:sldMkLst>
        <pc:graphicFrameChg chg="del">
          <ac:chgData name="Contact PIC-FORMATION" userId="1db30e0e-0262-400d-83b0-f34f1102b8c0" providerId="ADAL" clId="{D9EABE55-B5A4-4295-82E1-2414079A3E9B}" dt="2026-04-16T07:48:07.985" v="1008" actId="478"/>
          <ac:graphicFrameMkLst>
            <pc:docMk/>
            <pc:sldMk cId="3805820337" sldId="809"/>
            <ac:graphicFrameMk id="14" creationId="{07295D35-7A4D-17D7-D065-2D76391CCE68}"/>
          </ac:graphicFrameMkLst>
        </pc:graphicFrameChg>
        <pc:graphicFrameChg chg="add mod">
          <ac:chgData name="Contact PIC-FORMATION" userId="1db30e0e-0262-400d-83b0-f34f1102b8c0" providerId="ADAL" clId="{D9EABE55-B5A4-4295-82E1-2414079A3E9B}" dt="2026-04-16T07:48:08.376" v="1009"/>
          <ac:graphicFrameMkLst>
            <pc:docMk/>
            <pc:sldMk cId="3805820337" sldId="809"/>
            <ac:graphicFrameMk id="15" creationId="{A69BEB2A-4AD2-BE8F-4D08-C5C54EFEF9A7}"/>
          </ac:graphicFrameMkLst>
        </pc:graphicFrameChg>
      </pc:sldChg>
      <pc:sldChg chg="addSp delSp modSp mod">
        <pc:chgData name="Contact PIC-FORMATION" userId="1db30e0e-0262-400d-83b0-f34f1102b8c0" providerId="ADAL" clId="{D9EABE55-B5A4-4295-82E1-2414079A3E9B}" dt="2026-04-16T07:48:12.843" v="1012"/>
        <pc:sldMkLst>
          <pc:docMk/>
          <pc:sldMk cId="3961741590" sldId="810"/>
        </pc:sldMkLst>
        <pc:graphicFrameChg chg="add mod">
          <ac:chgData name="Contact PIC-FORMATION" userId="1db30e0e-0262-400d-83b0-f34f1102b8c0" providerId="ADAL" clId="{D9EABE55-B5A4-4295-82E1-2414079A3E9B}" dt="2026-04-16T07:48:12.843" v="1012"/>
          <ac:graphicFrameMkLst>
            <pc:docMk/>
            <pc:sldMk cId="3961741590" sldId="810"/>
            <ac:graphicFrameMk id="14" creationId="{E3B72F12-C928-870F-EE1D-C1901EFFC06E}"/>
          </ac:graphicFrameMkLst>
        </pc:graphicFrameChg>
        <pc:graphicFrameChg chg="del mod">
          <ac:chgData name="Contact PIC-FORMATION" userId="1db30e0e-0262-400d-83b0-f34f1102b8c0" providerId="ADAL" clId="{D9EABE55-B5A4-4295-82E1-2414079A3E9B}" dt="2026-04-16T07:48:12.469" v="1011" actId="478"/>
          <ac:graphicFrameMkLst>
            <pc:docMk/>
            <pc:sldMk cId="3961741590" sldId="810"/>
            <ac:graphicFrameMk id="15" creationId="{081CF1CD-2DFD-24FC-4CB2-7D8EB85AB631}"/>
          </ac:graphicFrameMkLst>
        </pc:graphicFrameChg>
      </pc:sldChg>
      <pc:sldChg chg="addSp delSp modSp mod">
        <pc:chgData name="Contact PIC-FORMATION" userId="1db30e0e-0262-400d-83b0-f34f1102b8c0" providerId="ADAL" clId="{D9EABE55-B5A4-4295-82E1-2414079A3E9B}" dt="2026-04-16T07:48:31.570" v="1015"/>
        <pc:sldMkLst>
          <pc:docMk/>
          <pc:sldMk cId="330190011" sldId="811"/>
        </pc:sldMkLst>
        <pc:graphicFrameChg chg="add mod">
          <ac:chgData name="Contact PIC-FORMATION" userId="1db30e0e-0262-400d-83b0-f34f1102b8c0" providerId="ADAL" clId="{D9EABE55-B5A4-4295-82E1-2414079A3E9B}" dt="2026-04-16T07:48:31.570" v="1015"/>
          <ac:graphicFrameMkLst>
            <pc:docMk/>
            <pc:sldMk cId="330190011" sldId="811"/>
            <ac:graphicFrameMk id="14" creationId="{3680BA01-CF57-63CA-67AE-EC696A7D15F8}"/>
          </ac:graphicFrameMkLst>
        </pc:graphicFrameChg>
        <pc:graphicFrameChg chg="del mod">
          <ac:chgData name="Contact PIC-FORMATION" userId="1db30e0e-0262-400d-83b0-f34f1102b8c0" providerId="ADAL" clId="{D9EABE55-B5A4-4295-82E1-2414079A3E9B}" dt="2026-04-16T07:48:31.054" v="1014" actId="478"/>
          <ac:graphicFrameMkLst>
            <pc:docMk/>
            <pc:sldMk cId="330190011" sldId="811"/>
            <ac:graphicFrameMk id="15" creationId="{531BA91E-1853-567E-A6B4-B7FAEA43FEF1}"/>
          </ac:graphicFrameMkLst>
        </pc:graphicFrameChg>
      </pc:sldChg>
      <pc:sldChg chg="addSp delSp modSp mod">
        <pc:chgData name="Contact PIC-FORMATION" userId="1db30e0e-0262-400d-83b0-f34f1102b8c0" providerId="ADAL" clId="{D9EABE55-B5A4-4295-82E1-2414079A3E9B}" dt="2026-04-16T07:48:38.631" v="1017"/>
        <pc:sldMkLst>
          <pc:docMk/>
          <pc:sldMk cId="1427594894" sldId="812"/>
        </pc:sldMkLst>
        <pc:graphicFrameChg chg="add mod">
          <ac:chgData name="Contact PIC-FORMATION" userId="1db30e0e-0262-400d-83b0-f34f1102b8c0" providerId="ADAL" clId="{D9EABE55-B5A4-4295-82E1-2414079A3E9B}" dt="2026-04-16T07:48:38.631" v="1017"/>
          <ac:graphicFrameMkLst>
            <pc:docMk/>
            <pc:sldMk cId="1427594894" sldId="812"/>
            <ac:graphicFrameMk id="14" creationId="{F1996229-14EA-2686-47F3-BD7626C57716}"/>
          </ac:graphicFrameMkLst>
        </pc:graphicFrameChg>
        <pc:graphicFrameChg chg="del">
          <ac:chgData name="Contact PIC-FORMATION" userId="1db30e0e-0262-400d-83b0-f34f1102b8c0" providerId="ADAL" clId="{D9EABE55-B5A4-4295-82E1-2414079A3E9B}" dt="2026-04-16T07:48:38.209" v="1016" actId="478"/>
          <ac:graphicFrameMkLst>
            <pc:docMk/>
            <pc:sldMk cId="1427594894" sldId="812"/>
            <ac:graphicFrameMk id="15" creationId="{5B49AD0F-C3C9-144C-9790-8AD4FCB75322}"/>
          </ac:graphicFrameMkLst>
        </pc:graphicFrameChg>
      </pc:sldChg>
      <pc:sldChg chg="addSp delSp modSp mod">
        <pc:chgData name="Contact PIC-FORMATION" userId="1db30e0e-0262-400d-83b0-f34f1102b8c0" providerId="ADAL" clId="{D9EABE55-B5A4-4295-82E1-2414079A3E9B}" dt="2026-04-16T07:48:48.550" v="1019"/>
        <pc:sldMkLst>
          <pc:docMk/>
          <pc:sldMk cId="2635338137" sldId="813"/>
        </pc:sldMkLst>
        <pc:graphicFrameChg chg="add mod">
          <ac:chgData name="Contact PIC-FORMATION" userId="1db30e0e-0262-400d-83b0-f34f1102b8c0" providerId="ADAL" clId="{D9EABE55-B5A4-4295-82E1-2414079A3E9B}" dt="2026-04-16T07:48:48.550" v="1019"/>
          <ac:graphicFrameMkLst>
            <pc:docMk/>
            <pc:sldMk cId="2635338137" sldId="813"/>
            <ac:graphicFrameMk id="14" creationId="{6598E90E-815A-E033-6250-B24265E78A4C}"/>
          </ac:graphicFrameMkLst>
        </pc:graphicFrameChg>
        <pc:graphicFrameChg chg="del">
          <ac:chgData name="Contact PIC-FORMATION" userId="1db30e0e-0262-400d-83b0-f34f1102b8c0" providerId="ADAL" clId="{D9EABE55-B5A4-4295-82E1-2414079A3E9B}" dt="2026-04-16T07:48:47.754" v="1018" actId="478"/>
          <ac:graphicFrameMkLst>
            <pc:docMk/>
            <pc:sldMk cId="2635338137" sldId="813"/>
            <ac:graphicFrameMk id="15" creationId="{32C2B58D-15FA-C9F1-964C-3AD7056F2A17}"/>
          </ac:graphicFrameMkLst>
        </pc:graphicFrameChg>
      </pc:sldChg>
      <pc:sldChg chg="del">
        <pc:chgData name="Contact PIC-FORMATION" userId="1db30e0e-0262-400d-83b0-f34f1102b8c0" providerId="ADAL" clId="{D9EABE55-B5A4-4295-82E1-2414079A3E9B}" dt="2026-04-16T07:19:56.186" v="683" actId="47"/>
        <pc:sldMkLst>
          <pc:docMk/>
          <pc:sldMk cId="483741907" sldId="815"/>
        </pc:sldMkLst>
      </pc:sldChg>
      <pc:sldChg chg="del">
        <pc:chgData name="Contact PIC-FORMATION" userId="1db30e0e-0262-400d-83b0-f34f1102b8c0" providerId="ADAL" clId="{D9EABE55-B5A4-4295-82E1-2414079A3E9B}" dt="2026-04-16T07:19:56.186" v="683" actId="47"/>
        <pc:sldMkLst>
          <pc:docMk/>
          <pc:sldMk cId="683499769" sldId="816"/>
        </pc:sldMkLst>
      </pc:sldChg>
      <pc:sldChg chg="del">
        <pc:chgData name="Contact PIC-FORMATION" userId="1db30e0e-0262-400d-83b0-f34f1102b8c0" providerId="ADAL" clId="{D9EABE55-B5A4-4295-82E1-2414079A3E9B}" dt="2026-04-16T07:19:56.186" v="683" actId="47"/>
        <pc:sldMkLst>
          <pc:docMk/>
          <pc:sldMk cId="1206221699" sldId="817"/>
        </pc:sldMkLst>
      </pc:sldChg>
      <pc:sldChg chg="modSp mod">
        <pc:chgData name="Contact PIC-FORMATION" userId="1db30e0e-0262-400d-83b0-f34f1102b8c0" providerId="ADAL" clId="{D9EABE55-B5A4-4295-82E1-2414079A3E9B}" dt="2026-04-16T07:47:28.527" v="997" actId="20577"/>
        <pc:sldMkLst>
          <pc:docMk/>
          <pc:sldMk cId="454997337" sldId="827"/>
        </pc:sldMkLst>
        <pc:spChg chg="mod">
          <ac:chgData name="Contact PIC-FORMATION" userId="1db30e0e-0262-400d-83b0-f34f1102b8c0" providerId="ADAL" clId="{D9EABE55-B5A4-4295-82E1-2414079A3E9B}" dt="2026-04-16T07:47:06.438" v="956" actId="20577"/>
          <ac:spMkLst>
            <pc:docMk/>
            <pc:sldMk cId="454997337" sldId="827"/>
            <ac:spMk id="4" creationId="{7ECD1B34-E07E-5BB5-43DF-F6A2F6864639}"/>
          </ac:spMkLst>
        </pc:spChg>
        <pc:spChg chg="mod">
          <ac:chgData name="Contact PIC-FORMATION" userId="1db30e0e-0262-400d-83b0-f34f1102b8c0" providerId="ADAL" clId="{D9EABE55-B5A4-4295-82E1-2414079A3E9B}" dt="2026-04-16T07:47:28.527" v="997" actId="20577"/>
          <ac:spMkLst>
            <pc:docMk/>
            <pc:sldMk cId="454997337" sldId="827"/>
            <ac:spMk id="6" creationId="{ED09E395-9475-FB99-BA5E-3C53ED257480}"/>
          </ac:spMkLst>
        </pc:spChg>
        <pc:graphicFrameChg chg="mod">
          <ac:chgData name="Contact PIC-FORMATION" userId="1db30e0e-0262-400d-83b0-f34f1102b8c0" providerId="ADAL" clId="{D9EABE55-B5A4-4295-82E1-2414079A3E9B}" dt="2026-04-16T07:47:00.721" v="950"/>
          <ac:graphicFrameMkLst>
            <pc:docMk/>
            <pc:sldMk cId="454997337" sldId="827"/>
            <ac:graphicFrameMk id="2" creationId="{2CC1EACE-BB65-C27E-EA2C-80E6EA4CBA02}"/>
          </ac:graphicFrameMkLst>
        </pc:graphicFrameChg>
      </pc:sldChg>
      <pc:sldChg chg="modSp add mod">
        <pc:chgData name="Contact PIC-FORMATION" userId="1db30e0e-0262-400d-83b0-f34f1102b8c0" providerId="ADAL" clId="{D9EABE55-B5A4-4295-82E1-2414079A3E9B}" dt="2026-04-16T07:56:28.874" v="1236" actId="2710"/>
        <pc:sldMkLst>
          <pc:docMk/>
          <pc:sldMk cId="3987526620" sldId="828"/>
        </pc:sldMkLst>
        <pc:spChg chg="mod">
          <ac:chgData name="Contact PIC-FORMATION" userId="1db30e0e-0262-400d-83b0-f34f1102b8c0" providerId="ADAL" clId="{D9EABE55-B5A4-4295-82E1-2414079A3E9B}" dt="2026-04-16T07:56:28.874" v="1236" actId="2710"/>
          <ac:spMkLst>
            <pc:docMk/>
            <pc:sldMk cId="3987526620" sldId="828"/>
            <ac:spMk id="5" creationId="{521D920B-E99E-590E-ADB3-4B00E4BE7169}"/>
          </ac:spMkLst>
        </pc:spChg>
      </pc:sldChg>
      <pc:sldChg chg="add">
        <pc:chgData name="Contact PIC-FORMATION" userId="1db30e0e-0262-400d-83b0-f34f1102b8c0" providerId="ADAL" clId="{D9EABE55-B5A4-4295-82E1-2414079A3E9B}" dt="2026-04-16T07:41:03.292" v="883"/>
        <pc:sldMkLst>
          <pc:docMk/>
          <pc:sldMk cId="1030737550" sldId="955"/>
        </pc:sldMkLst>
      </pc:sldChg>
      <pc:sldChg chg="add">
        <pc:chgData name="Contact PIC-FORMATION" userId="1db30e0e-0262-400d-83b0-f34f1102b8c0" providerId="ADAL" clId="{D9EABE55-B5A4-4295-82E1-2414079A3E9B}" dt="2026-04-16T07:40:38.595" v="880"/>
        <pc:sldMkLst>
          <pc:docMk/>
          <pc:sldMk cId="1483946" sldId="956"/>
        </pc:sldMkLst>
      </pc:sldChg>
      <pc:sldMasterChg chg="del delSldLayout">
        <pc:chgData name="Contact PIC-FORMATION" userId="1db30e0e-0262-400d-83b0-f34f1102b8c0" providerId="ADAL" clId="{D9EABE55-B5A4-4295-82E1-2414079A3E9B}" dt="2026-04-16T07:19:56.186" v="683" actId="47"/>
        <pc:sldMasterMkLst>
          <pc:docMk/>
          <pc:sldMasterMk cId="2405284020" sldId="2147483733"/>
        </pc:sldMasterMkLst>
        <pc:sldLayoutChg chg="del">
          <pc:chgData name="Contact PIC-FORMATION" userId="1db30e0e-0262-400d-83b0-f34f1102b8c0" providerId="ADAL" clId="{D9EABE55-B5A4-4295-82E1-2414079A3E9B}" dt="2026-04-16T07:19:56.186" v="683" actId="47"/>
          <pc:sldLayoutMkLst>
            <pc:docMk/>
            <pc:sldMasterMk cId="2405284020" sldId="2147483733"/>
            <pc:sldLayoutMk cId="2303861138" sldId="2147483734"/>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099134559" sldId="2147483735"/>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270811141" sldId="2147483736"/>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93757631" sldId="2147483737"/>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840155387" sldId="2147483738"/>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100461411" sldId="2147483739"/>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3268173728" sldId="2147483740"/>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897426472" sldId="2147483741"/>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882269557" sldId="2147483742"/>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538991473" sldId="2147483743"/>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323397957" sldId="2147483744"/>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E48D4B2-6588-4E58-A1C6-9743645AC121}" type="datetimeFigureOut">
              <a:rPr lang="fr-FR" smtClean="0"/>
              <a:t>16/04/2026</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98BE20D-2AE5-485A-A1D8-CD1C5103CFE0}" type="slidenum">
              <a:rPr lang="fr-FR" smtClean="0"/>
              <a:t>‹N°›</a:t>
            </a:fld>
            <a:endParaRPr lang="fr-FR"/>
          </a:p>
        </p:txBody>
      </p:sp>
    </p:spTree>
    <p:extLst>
      <p:ext uri="{BB962C8B-B14F-4D97-AF65-F5344CB8AC3E}">
        <p14:creationId xmlns:p14="http://schemas.microsoft.com/office/powerpoint/2010/main" val="3413003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Espace réservé de l'image des diapositives 1"/>
          <p:cNvSpPr>
            <a:spLocks noGrp="1" noRot="1" noChangeAspect="1" noTextEdit="1"/>
          </p:cNvSpPr>
          <p:nvPr>
            <p:ph type="sldImg"/>
          </p:nvPr>
        </p:nvSpPr>
        <p:spPr>
          <a:ln/>
        </p:spPr>
        <p:txBody>
          <a:bodyPr/>
          <a:lstStyle/>
          <a:p>
            <a:endParaRPr lang="fr-FR"/>
          </a:p>
        </p:txBody>
      </p:sp>
      <p:sp>
        <p:nvSpPr>
          <p:cNvPr id="108547" name="Espace réservé des commentaires 2"/>
          <p:cNvSpPr>
            <a:spLocks noGrp="1"/>
          </p:cNvSpPr>
          <p:nvPr>
            <p:ph type="body" idx="1"/>
          </p:nvPr>
        </p:nvSpPr>
        <p:spPr>
          <a:noFill/>
        </p:spPr>
        <p:txBody>
          <a:bodyPr/>
          <a:lstStyle/>
          <a:p>
            <a:endParaRPr lang="fr-FR"/>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DC88-4753-401A-9B19-13B363E1CB76}" type="slidenum">
              <a:rPr kumimoji="0" lang="fr-FR" sz="1200" b="0" i="0" u="none" strike="noStrike" kern="1200" cap="none" spc="0" normalizeH="0" baseline="0" noProof="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fr-FR"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1465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800">
                <a:solidFill>
                  <a:schemeClr val="tx1"/>
                </a:solidFill>
                <a:latin typeface="Arial" panose="020B0604020202020204" pitchFamily="34" charset="0"/>
              </a:defRPr>
            </a:lvl1pPr>
            <a:lvl2pPr marL="742653" indent="-285636" eaLnBrk="0" hangingPunct="0">
              <a:defRPr sz="2800">
                <a:solidFill>
                  <a:schemeClr val="tx1"/>
                </a:solidFill>
                <a:latin typeface="Arial" panose="020B0604020202020204" pitchFamily="34" charset="0"/>
              </a:defRPr>
            </a:lvl2pPr>
            <a:lvl3pPr marL="1142543" indent="-228509" eaLnBrk="0" hangingPunct="0">
              <a:defRPr sz="2800">
                <a:solidFill>
                  <a:schemeClr val="tx1"/>
                </a:solidFill>
                <a:latin typeface="Arial" panose="020B0604020202020204" pitchFamily="34" charset="0"/>
              </a:defRPr>
            </a:lvl3pPr>
            <a:lvl4pPr marL="1599560" indent="-228509" eaLnBrk="0" hangingPunct="0">
              <a:defRPr sz="2800">
                <a:solidFill>
                  <a:schemeClr val="tx1"/>
                </a:solidFill>
                <a:latin typeface="Arial" panose="020B0604020202020204" pitchFamily="34" charset="0"/>
              </a:defRPr>
            </a:lvl4pPr>
            <a:lvl5pPr marL="2056577" indent="-228509" eaLnBrk="0" hangingPunct="0">
              <a:defRPr sz="2800">
                <a:solidFill>
                  <a:schemeClr val="tx1"/>
                </a:solidFill>
                <a:latin typeface="Arial" panose="020B0604020202020204" pitchFamily="34" charset="0"/>
              </a:defRPr>
            </a:lvl5pPr>
            <a:lvl6pPr marL="2513594" indent="-228509" algn="ctr" eaLnBrk="0" fontAlgn="base" hangingPunct="0">
              <a:spcBef>
                <a:spcPct val="0"/>
              </a:spcBef>
              <a:spcAft>
                <a:spcPct val="0"/>
              </a:spcAft>
              <a:defRPr sz="2800">
                <a:solidFill>
                  <a:schemeClr val="tx1"/>
                </a:solidFill>
                <a:latin typeface="Arial" panose="020B0604020202020204" pitchFamily="34" charset="0"/>
              </a:defRPr>
            </a:lvl6pPr>
            <a:lvl7pPr marL="2970611" indent="-228509" algn="ctr" eaLnBrk="0" fontAlgn="base" hangingPunct="0">
              <a:spcBef>
                <a:spcPct val="0"/>
              </a:spcBef>
              <a:spcAft>
                <a:spcPct val="0"/>
              </a:spcAft>
              <a:defRPr sz="2800">
                <a:solidFill>
                  <a:schemeClr val="tx1"/>
                </a:solidFill>
                <a:latin typeface="Arial" panose="020B0604020202020204" pitchFamily="34" charset="0"/>
              </a:defRPr>
            </a:lvl7pPr>
            <a:lvl8pPr marL="3427628" indent="-228509" algn="ctr" eaLnBrk="0" fontAlgn="base" hangingPunct="0">
              <a:spcBef>
                <a:spcPct val="0"/>
              </a:spcBef>
              <a:spcAft>
                <a:spcPct val="0"/>
              </a:spcAft>
              <a:defRPr sz="2800">
                <a:solidFill>
                  <a:schemeClr val="tx1"/>
                </a:solidFill>
                <a:latin typeface="Arial" panose="020B0604020202020204" pitchFamily="34" charset="0"/>
              </a:defRPr>
            </a:lvl8pPr>
            <a:lvl9pPr marL="3884646" indent="-228509"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r" defTabSz="955293" rtl="0" eaLnBrk="1" fontAlgn="auto" latinLnBrk="0" hangingPunct="1">
              <a:lnSpc>
                <a:spcPct val="100000"/>
              </a:lnSpc>
              <a:spcBef>
                <a:spcPts val="0"/>
              </a:spcBef>
              <a:spcAft>
                <a:spcPts val="0"/>
              </a:spcAft>
              <a:buClrTx/>
              <a:buSzTx/>
              <a:buFontTx/>
              <a:buNone/>
              <a:tabLst/>
              <a:defRPr/>
            </a:pPr>
            <a:fld id="{0D54A604-CD02-4CFB-85FD-EFA8DE2D5B9D}" type="slidenum">
              <a:rPr kumimoji="0" lang="fr-FR" altLang="fr-FR" sz="1200" b="0" i="0" u="none" strike="noStrike" kern="1200" cap="none" spc="0" normalizeH="0" baseline="0" noProof="0">
                <a:ln>
                  <a:noFill/>
                </a:ln>
                <a:solidFill>
                  <a:srgbClr val="000000"/>
                </a:solidFill>
                <a:effectLst/>
                <a:uLnTx/>
                <a:uFillTx/>
                <a:latin typeface="Arial" panose="020B0604020202020204" pitchFamily="34" charset="0"/>
                <a:ea typeface="+mn-ea"/>
                <a:cs typeface="+mn-cs"/>
              </a:rPr>
              <a:pPr marL="0" marR="0" lvl="0" indent="0" algn="r" defTabSz="955293" rtl="0" eaLnBrk="1" fontAlgn="auto" latinLnBrk="0" hangingPunct="1">
                <a:lnSpc>
                  <a:spcPct val="100000"/>
                </a:lnSpc>
                <a:spcBef>
                  <a:spcPts val="0"/>
                </a:spcBef>
                <a:spcAft>
                  <a:spcPts val="0"/>
                </a:spcAft>
                <a:buClrTx/>
                <a:buSzTx/>
                <a:buFontTx/>
                <a:buNone/>
                <a:tabLst/>
                <a:defRPr/>
              </a:pPr>
              <a:t>34</a:t>
            </a:fld>
            <a:endParaRPr kumimoji="0" lang="fr-FR" altLang="fr-FR" sz="12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31747" name="Rectangle 2"/>
          <p:cNvSpPr>
            <a:spLocks noGrp="1" noRot="1" noChangeAspect="1" noChangeArrowheads="1" noTextEdit="1"/>
          </p:cNvSpPr>
          <p:nvPr>
            <p:ph type="sldImg"/>
          </p:nvPr>
        </p:nvSpPr>
        <p:spPr>
          <a:ln/>
        </p:spPr>
        <p:txBody>
          <a:bodyPr/>
          <a:lstStyle/>
          <a:p>
            <a:endParaRPr lang="fr-FR"/>
          </a:p>
        </p:txBody>
      </p:sp>
      <p:sp>
        <p:nvSpPr>
          <p:cNvPr id="317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fr-FR" altLang="fr-FR">
              <a:latin typeface="Arial" panose="020B0604020202020204" pitchFamily="34" charset="0"/>
            </a:endParaRPr>
          </a:p>
        </p:txBody>
      </p:sp>
    </p:spTree>
    <p:extLst>
      <p:ext uri="{BB962C8B-B14F-4D97-AF65-F5344CB8AC3E}">
        <p14:creationId xmlns:p14="http://schemas.microsoft.com/office/powerpoint/2010/main" val="30620996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Rot="1" noChangeAspect="1" noChangeArrowheads="1" noTextEdit="1"/>
          </p:cNvSpPr>
          <p:nvPr>
            <p:ph type="sldImg"/>
          </p:nvPr>
        </p:nvSpPr>
        <p:spPr>
          <a:ln/>
        </p:spPr>
        <p:txBody>
          <a:bodyPr/>
          <a:lstStyle/>
          <a:p>
            <a:endParaRPr lang="fr-FR"/>
          </a:p>
        </p:txBody>
      </p:sp>
      <p:sp>
        <p:nvSpPr>
          <p:cNvPr id="317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fr-FR" altLang="fr-FR">
              <a:latin typeface="Arial" panose="020B0604020202020204" pitchFamily="34" charset="0"/>
            </a:endParaRPr>
          </a:p>
        </p:txBody>
      </p:sp>
    </p:spTree>
    <p:extLst>
      <p:ext uri="{BB962C8B-B14F-4D97-AF65-F5344CB8AC3E}">
        <p14:creationId xmlns:p14="http://schemas.microsoft.com/office/powerpoint/2010/main" val="33199411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lvl1pPr defTabSz="911258" eaLnBrk="0" hangingPunct="0">
              <a:defRPr>
                <a:solidFill>
                  <a:schemeClr val="tx1"/>
                </a:solidFill>
                <a:latin typeface="Arial" charset="0"/>
                <a:cs typeface="Arial" charset="0"/>
              </a:defRPr>
            </a:lvl1pPr>
            <a:lvl2pPr marL="710781" indent="-273377" defTabSz="911258" eaLnBrk="0" hangingPunct="0">
              <a:defRPr>
                <a:solidFill>
                  <a:schemeClr val="tx1"/>
                </a:solidFill>
                <a:latin typeface="Arial" charset="0"/>
                <a:cs typeface="Arial" charset="0"/>
              </a:defRPr>
            </a:lvl2pPr>
            <a:lvl3pPr marL="1093509" indent="-218702" defTabSz="911258" eaLnBrk="0" hangingPunct="0">
              <a:defRPr>
                <a:solidFill>
                  <a:schemeClr val="tx1"/>
                </a:solidFill>
                <a:latin typeface="Arial" charset="0"/>
                <a:cs typeface="Arial" charset="0"/>
              </a:defRPr>
            </a:lvl3pPr>
            <a:lvl4pPr marL="1530912" indent="-218702" defTabSz="911258" eaLnBrk="0" hangingPunct="0">
              <a:defRPr>
                <a:solidFill>
                  <a:schemeClr val="tx1"/>
                </a:solidFill>
                <a:latin typeface="Arial" charset="0"/>
                <a:cs typeface="Arial" charset="0"/>
              </a:defRPr>
            </a:lvl4pPr>
            <a:lvl5pPr marL="1968316" indent="-218702" defTabSz="911258" eaLnBrk="0" hangingPunct="0">
              <a:defRPr>
                <a:solidFill>
                  <a:schemeClr val="tx1"/>
                </a:solidFill>
                <a:latin typeface="Arial" charset="0"/>
                <a:cs typeface="Arial" charset="0"/>
              </a:defRPr>
            </a:lvl5pPr>
            <a:lvl6pPr marL="2405720" indent="-218702" defTabSz="911258" eaLnBrk="0" fontAlgn="base" hangingPunct="0">
              <a:spcBef>
                <a:spcPct val="0"/>
              </a:spcBef>
              <a:spcAft>
                <a:spcPct val="0"/>
              </a:spcAft>
              <a:defRPr>
                <a:solidFill>
                  <a:schemeClr val="tx1"/>
                </a:solidFill>
                <a:latin typeface="Arial" charset="0"/>
                <a:cs typeface="Arial" charset="0"/>
              </a:defRPr>
            </a:lvl6pPr>
            <a:lvl7pPr marL="2843124" indent="-218702" defTabSz="911258" eaLnBrk="0" fontAlgn="base" hangingPunct="0">
              <a:spcBef>
                <a:spcPct val="0"/>
              </a:spcBef>
              <a:spcAft>
                <a:spcPct val="0"/>
              </a:spcAft>
              <a:defRPr>
                <a:solidFill>
                  <a:schemeClr val="tx1"/>
                </a:solidFill>
                <a:latin typeface="Arial" charset="0"/>
                <a:cs typeface="Arial" charset="0"/>
              </a:defRPr>
            </a:lvl7pPr>
            <a:lvl8pPr marL="3280528" indent="-218702" defTabSz="911258" eaLnBrk="0" fontAlgn="base" hangingPunct="0">
              <a:spcBef>
                <a:spcPct val="0"/>
              </a:spcBef>
              <a:spcAft>
                <a:spcPct val="0"/>
              </a:spcAft>
              <a:defRPr>
                <a:solidFill>
                  <a:schemeClr val="tx1"/>
                </a:solidFill>
                <a:latin typeface="Arial" charset="0"/>
                <a:cs typeface="Arial" charset="0"/>
              </a:defRPr>
            </a:lvl8pPr>
            <a:lvl9pPr marL="3717931" indent="-218702" defTabSz="911258" eaLnBrk="0" fontAlgn="base" hangingPunct="0">
              <a:spcBef>
                <a:spcPct val="0"/>
              </a:spcBef>
              <a:spcAft>
                <a:spcPct val="0"/>
              </a:spcAft>
              <a:defRPr>
                <a:solidFill>
                  <a:schemeClr val="tx1"/>
                </a:solidFill>
                <a:latin typeface="Arial" charset="0"/>
                <a:cs typeface="Arial" charset="0"/>
              </a:defRPr>
            </a:lvl9pPr>
          </a:lstStyle>
          <a:p>
            <a:pPr marL="0" marR="0" lvl="0" indent="0" algn="r" defTabSz="911258" rtl="0" eaLnBrk="1" fontAlgn="base" latinLnBrk="0" hangingPunct="1">
              <a:lnSpc>
                <a:spcPct val="100000"/>
              </a:lnSpc>
              <a:spcBef>
                <a:spcPct val="0"/>
              </a:spcBef>
              <a:spcAft>
                <a:spcPct val="0"/>
              </a:spcAft>
              <a:buClrTx/>
              <a:buSzTx/>
              <a:buFontTx/>
              <a:buNone/>
              <a:tabLst/>
              <a:defRPr/>
            </a:pPr>
            <a:fld id="{1B68D83B-F012-414C-B9D1-B8AEC6A19245}" type="slidenum">
              <a:rPr kumimoji="0" lang="fr-FR"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1258" rtl="0" eaLnBrk="1" fontAlgn="base" latinLnBrk="0" hangingPunct="1">
                <a:lnSpc>
                  <a:spcPct val="100000"/>
                </a:lnSpc>
                <a:spcBef>
                  <a:spcPct val="0"/>
                </a:spcBef>
                <a:spcAft>
                  <a:spcPct val="0"/>
                </a:spcAft>
                <a:buClrTx/>
                <a:buSzTx/>
                <a:buFontTx/>
                <a:buNone/>
                <a:tabLst/>
                <a:defRPr/>
              </a:pPr>
              <a:t>37</a:t>
            </a:fld>
            <a:endParaRPr kumimoji="0" lang="fr-FR"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3795" name="Rectangle 2"/>
          <p:cNvSpPr>
            <a:spLocks noGrp="1" noRot="1" noChangeAspect="1" noChangeArrowheads="1" noTextEdit="1"/>
          </p:cNvSpPr>
          <p:nvPr>
            <p:ph type="sldImg"/>
          </p:nvPr>
        </p:nvSpPr>
        <p:spPr>
          <a:xfrm>
            <a:off x="425450" y="709613"/>
            <a:ext cx="6043613" cy="3400425"/>
          </a:xfrm>
          <a:ln/>
        </p:spPr>
        <p:txBody>
          <a:bodyPr/>
          <a:lstStyle/>
          <a:p>
            <a:endParaRPr lang="fr-FR"/>
          </a:p>
        </p:txBody>
      </p:sp>
      <p:sp>
        <p:nvSpPr>
          <p:cNvPr id="33796" name="Rectangle 3"/>
          <p:cNvSpPr>
            <a:spLocks noGrp="1" noChangeArrowheads="1"/>
          </p:cNvSpPr>
          <p:nvPr>
            <p:ph type="body" idx="1"/>
          </p:nvPr>
        </p:nvSpPr>
        <p:spPr>
          <a:xfrm>
            <a:off x="941737" y="4322671"/>
            <a:ext cx="5019377" cy="4107708"/>
          </a:xfrm>
          <a:noFill/>
        </p:spPr>
        <p:txBody>
          <a:bodyPr lIns="92112" tIns="46056" rIns="92112" bIns="46056"/>
          <a:lstStyle/>
          <a:p>
            <a:pPr eaLnBrk="1" hangingPunct="1"/>
            <a:endParaRPr lang="fr-FR">
              <a:latin typeface="Arial" charset="0"/>
              <a:cs typeface="Arial" charset="0"/>
            </a:endParaRPr>
          </a:p>
        </p:txBody>
      </p:sp>
    </p:spTree>
    <p:extLst>
      <p:ext uri="{BB962C8B-B14F-4D97-AF65-F5344CB8AC3E}">
        <p14:creationId xmlns:p14="http://schemas.microsoft.com/office/powerpoint/2010/main" val="9789310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lvl1pPr defTabSz="911258" eaLnBrk="0" hangingPunct="0">
              <a:defRPr>
                <a:solidFill>
                  <a:schemeClr val="tx1"/>
                </a:solidFill>
                <a:latin typeface="Arial" charset="0"/>
                <a:cs typeface="Arial" charset="0"/>
              </a:defRPr>
            </a:lvl1pPr>
            <a:lvl2pPr marL="710781" indent="-273377" defTabSz="911258" eaLnBrk="0" hangingPunct="0">
              <a:defRPr>
                <a:solidFill>
                  <a:schemeClr val="tx1"/>
                </a:solidFill>
                <a:latin typeface="Arial" charset="0"/>
                <a:cs typeface="Arial" charset="0"/>
              </a:defRPr>
            </a:lvl2pPr>
            <a:lvl3pPr marL="1093509" indent="-218702" defTabSz="911258" eaLnBrk="0" hangingPunct="0">
              <a:defRPr>
                <a:solidFill>
                  <a:schemeClr val="tx1"/>
                </a:solidFill>
                <a:latin typeface="Arial" charset="0"/>
                <a:cs typeface="Arial" charset="0"/>
              </a:defRPr>
            </a:lvl3pPr>
            <a:lvl4pPr marL="1530912" indent="-218702" defTabSz="911258" eaLnBrk="0" hangingPunct="0">
              <a:defRPr>
                <a:solidFill>
                  <a:schemeClr val="tx1"/>
                </a:solidFill>
                <a:latin typeface="Arial" charset="0"/>
                <a:cs typeface="Arial" charset="0"/>
              </a:defRPr>
            </a:lvl4pPr>
            <a:lvl5pPr marL="1968316" indent="-218702" defTabSz="911258" eaLnBrk="0" hangingPunct="0">
              <a:defRPr>
                <a:solidFill>
                  <a:schemeClr val="tx1"/>
                </a:solidFill>
                <a:latin typeface="Arial" charset="0"/>
                <a:cs typeface="Arial" charset="0"/>
              </a:defRPr>
            </a:lvl5pPr>
            <a:lvl6pPr marL="2405720" indent="-218702" defTabSz="911258" eaLnBrk="0" fontAlgn="base" hangingPunct="0">
              <a:spcBef>
                <a:spcPct val="0"/>
              </a:spcBef>
              <a:spcAft>
                <a:spcPct val="0"/>
              </a:spcAft>
              <a:defRPr>
                <a:solidFill>
                  <a:schemeClr val="tx1"/>
                </a:solidFill>
                <a:latin typeface="Arial" charset="0"/>
                <a:cs typeface="Arial" charset="0"/>
              </a:defRPr>
            </a:lvl6pPr>
            <a:lvl7pPr marL="2843124" indent="-218702" defTabSz="911258" eaLnBrk="0" fontAlgn="base" hangingPunct="0">
              <a:spcBef>
                <a:spcPct val="0"/>
              </a:spcBef>
              <a:spcAft>
                <a:spcPct val="0"/>
              </a:spcAft>
              <a:defRPr>
                <a:solidFill>
                  <a:schemeClr val="tx1"/>
                </a:solidFill>
                <a:latin typeface="Arial" charset="0"/>
                <a:cs typeface="Arial" charset="0"/>
              </a:defRPr>
            </a:lvl7pPr>
            <a:lvl8pPr marL="3280528" indent="-218702" defTabSz="911258" eaLnBrk="0" fontAlgn="base" hangingPunct="0">
              <a:spcBef>
                <a:spcPct val="0"/>
              </a:spcBef>
              <a:spcAft>
                <a:spcPct val="0"/>
              </a:spcAft>
              <a:defRPr>
                <a:solidFill>
                  <a:schemeClr val="tx1"/>
                </a:solidFill>
                <a:latin typeface="Arial" charset="0"/>
                <a:cs typeface="Arial" charset="0"/>
              </a:defRPr>
            </a:lvl8pPr>
            <a:lvl9pPr marL="3717931" indent="-218702" defTabSz="911258" eaLnBrk="0" fontAlgn="base" hangingPunct="0">
              <a:spcBef>
                <a:spcPct val="0"/>
              </a:spcBef>
              <a:spcAft>
                <a:spcPct val="0"/>
              </a:spcAft>
              <a:defRPr>
                <a:solidFill>
                  <a:schemeClr val="tx1"/>
                </a:solidFill>
                <a:latin typeface="Arial" charset="0"/>
                <a:cs typeface="Arial" charset="0"/>
              </a:defRPr>
            </a:lvl9pPr>
          </a:lstStyle>
          <a:p>
            <a:pPr marL="0" marR="0" lvl="0" indent="0" algn="r" defTabSz="911258" rtl="0" eaLnBrk="1" fontAlgn="base" latinLnBrk="0" hangingPunct="1">
              <a:lnSpc>
                <a:spcPct val="100000"/>
              </a:lnSpc>
              <a:spcBef>
                <a:spcPct val="0"/>
              </a:spcBef>
              <a:spcAft>
                <a:spcPct val="0"/>
              </a:spcAft>
              <a:buClrTx/>
              <a:buSzTx/>
              <a:buFontTx/>
              <a:buNone/>
              <a:tabLst/>
              <a:defRPr/>
            </a:pPr>
            <a:fld id="{1B68D83B-F012-414C-B9D1-B8AEC6A19245}" type="slidenum">
              <a:rPr kumimoji="0" lang="fr-FR"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1258" rtl="0" eaLnBrk="1" fontAlgn="base" latinLnBrk="0" hangingPunct="1">
                <a:lnSpc>
                  <a:spcPct val="100000"/>
                </a:lnSpc>
                <a:spcBef>
                  <a:spcPct val="0"/>
                </a:spcBef>
                <a:spcAft>
                  <a:spcPct val="0"/>
                </a:spcAft>
                <a:buClrTx/>
                <a:buSzTx/>
                <a:buFontTx/>
                <a:buNone/>
                <a:tabLst/>
                <a:defRPr/>
              </a:pPr>
              <a:t>38</a:t>
            </a:fld>
            <a:endParaRPr kumimoji="0" lang="fr-FR"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3795" name="Rectangle 2"/>
          <p:cNvSpPr>
            <a:spLocks noGrp="1" noRot="1" noChangeAspect="1" noChangeArrowheads="1" noTextEdit="1"/>
          </p:cNvSpPr>
          <p:nvPr>
            <p:ph type="sldImg"/>
          </p:nvPr>
        </p:nvSpPr>
        <p:spPr>
          <a:xfrm>
            <a:off x="134938" y="769938"/>
            <a:ext cx="6564312" cy="3692525"/>
          </a:xfrm>
          <a:ln/>
        </p:spPr>
        <p:txBody>
          <a:bodyPr/>
          <a:lstStyle/>
          <a:p>
            <a:endParaRPr lang="fr-FR"/>
          </a:p>
        </p:txBody>
      </p:sp>
      <p:sp>
        <p:nvSpPr>
          <p:cNvPr id="33796" name="Rectangle 3"/>
          <p:cNvSpPr>
            <a:spLocks noGrp="1" noChangeArrowheads="1"/>
          </p:cNvSpPr>
          <p:nvPr>
            <p:ph type="body" idx="1"/>
          </p:nvPr>
        </p:nvSpPr>
        <p:spPr>
          <a:xfrm>
            <a:off x="933454" y="4692650"/>
            <a:ext cx="4975225" cy="4459288"/>
          </a:xfrm>
          <a:noFill/>
        </p:spPr>
        <p:txBody>
          <a:bodyPr lIns="92112" tIns="46056" rIns="92112" bIns="46056"/>
          <a:lstStyle/>
          <a:p>
            <a:pPr eaLnBrk="1" hangingPunct="1"/>
            <a:endParaRPr lang="fr-FR">
              <a:latin typeface="Arial" charset="0"/>
              <a:cs typeface="Arial" charset="0"/>
            </a:endParaRPr>
          </a:p>
        </p:txBody>
      </p:sp>
    </p:spTree>
    <p:extLst>
      <p:ext uri="{BB962C8B-B14F-4D97-AF65-F5344CB8AC3E}">
        <p14:creationId xmlns:p14="http://schemas.microsoft.com/office/powerpoint/2010/main" val="978931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253237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746220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081762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553150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331410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42348909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93098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nchor="b"/>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1864868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nchor="b"/>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42606008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4205602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839200" y="274639"/>
            <a:ext cx="2743200" cy="5851525"/>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609600" y="274639"/>
            <a:ext cx="8026400" cy="5851525"/>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596560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7EB53B2-E985-478F-A5E3-11C7A6F942E7}" type="slidenum">
              <a:rPr lang="fr-FR"/>
              <a:pPr>
                <a:defRPr/>
              </a:pPr>
              <a:t>‹N°›</a:t>
            </a:fld>
            <a:endParaRPr lang="fr-FR"/>
          </a:p>
        </p:txBody>
      </p:sp>
    </p:spTree>
    <p:extLst>
      <p:ext uri="{BB962C8B-B14F-4D97-AF65-F5344CB8AC3E}">
        <p14:creationId xmlns:p14="http://schemas.microsoft.com/office/powerpoint/2010/main" val="396912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9CB9D0F4-6BFF-4C0E-96D4-B15CA75DCB76}" type="slidenum">
              <a:rPr lang="fr-FR"/>
              <a:pPr>
                <a:defRPr/>
              </a:pPr>
              <a:t>‹N°›</a:t>
            </a:fld>
            <a:endParaRPr lang="fr-FR"/>
          </a:p>
        </p:txBody>
      </p:sp>
    </p:spTree>
    <p:extLst>
      <p:ext uri="{BB962C8B-B14F-4D97-AF65-F5344CB8AC3E}">
        <p14:creationId xmlns:p14="http://schemas.microsoft.com/office/powerpoint/2010/main" val="3933244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282A9BAC-E403-4D97-87A2-DFCB9D5D089B}" type="slidenum">
              <a:rPr lang="fr-FR"/>
              <a:pPr>
                <a:defRPr/>
              </a:pPr>
              <a:t>‹N°›</a:t>
            </a:fld>
            <a:endParaRPr lang="fr-FR"/>
          </a:p>
        </p:txBody>
      </p:sp>
    </p:spTree>
    <p:extLst>
      <p:ext uri="{BB962C8B-B14F-4D97-AF65-F5344CB8AC3E}">
        <p14:creationId xmlns:p14="http://schemas.microsoft.com/office/powerpoint/2010/main" val="12011354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B2E4B0E4-6C80-4028-8872-7EABB0265BF2}" type="slidenum">
              <a:rPr lang="fr-FR"/>
              <a:pPr>
                <a:defRPr/>
              </a:pPr>
              <a:t>‹N°›</a:t>
            </a:fld>
            <a:endParaRPr lang="fr-FR"/>
          </a:p>
        </p:txBody>
      </p:sp>
    </p:spTree>
    <p:extLst>
      <p:ext uri="{BB962C8B-B14F-4D97-AF65-F5344CB8AC3E}">
        <p14:creationId xmlns:p14="http://schemas.microsoft.com/office/powerpoint/2010/main" val="1802902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8161FE28-AEC1-49F9-9838-4547D22C4355}" type="slidenum">
              <a:rPr lang="fr-FR"/>
              <a:pPr>
                <a:defRPr/>
              </a:pPr>
              <a:t>‹N°›</a:t>
            </a:fld>
            <a:endParaRPr lang="fr-FR"/>
          </a:p>
        </p:txBody>
      </p:sp>
    </p:spTree>
    <p:extLst>
      <p:ext uri="{BB962C8B-B14F-4D97-AF65-F5344CB8AC3E}">
        <p14:creationId xmlns:p14="http://schemas.microsoft.com/office/powerpoint/2010/main" val="51573698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9C294879-6D49-4512-B836-ABB933BDC842}" type="slidenum">
              <a:rPr lang="fr-FR"/>
              <a:pPr>
                <a:defRPr/>
              </a:pPr>
              <a:t>‹N°›</a:t>
            </a:fld>
            <a:endParaRPr lang="fr-FR"/>
          </a:p>
        </p:txBody>
      </p:sp>
    </p:spTree>
    <p:extLst>
      <p:ext uri="{BB962C8B-B14F-4D97-AF65-F5344CB8AC3E}">
        <p14:creationId xmlns:p14="http://schemas.microsoft.com/office/powerpoint/2010/main" val="27728371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614F1B46-0AC9-4135-8EE5-190755A43C16}" type="slidenum">
              <a:rPr lang="fr-FR"/>
              <a:pPr>
                <a:defRPr/>
              </a:pPr>
              <a:t>‹N°›</a:t>
            </a:fld>
            <a:endParaRPr lang="fr-FR"/>
          </a:p>
        </p:txBody>
      </p:sp>
    </p:spTree>
    <p:extLst>
      <p:ext uri="{BB962C8B-B14F-4D97-AF65-F5344CB8AC3E}">
        <p14:creationId xmlns:p14="http://schemas.microsoft.com/office/powerpoint/2010/main" val="41171412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754E0D6F-7A97-4D6E-82CC-70FFAD2E1269}" type="slidenum">
              <a:rPr lang="fr-FR"/>
              <a:pPr>
                <a:defRPr/>
              </a:pPr>
              <a:t>‹N°›</a:t>
            </a:fld>
            <a:endParaRPr lang="fr-FR"/>
          </a:p>
        </p:txBody>
      </p:sp>
    </p:spTree>
    <p:extLst>
      <p:ext uri="{BB962C8B-B14F-4D97-AF65-F5344CB8AC3E}">
        <p14:creationId xmlns:p14="http://schemas.microsoft.com/office/powerpoint/2010/main" val="34075849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B3B15DB-8568-40DE-84C3-7B9D0850B38D}" type="slidenum">
              <a:rPr lang="fr-FR"/>
              <a:pPr>
                <a:defRPr/>
              </a:pPr>
              <a:t>‹N°›</a:t>
            </a:fld>
            <a:endParaRPr lang="fr-FR"/>
          </a:p>
        </p:txBody>
      </p:sp>
    </p:spTree>
    <p:extLst>
      <p:ext uri="{BB962C8B-B14F-4D97-AF65-F5344CB8AC3E}">
        <p14:creationId xmlns:p14="http://schemas.microsoft.com/office/powerpoint/2010/main" val="2020161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A57477B-2F79-4628-BB76-DEC0260D797B}" type="slidenum">
              <a:rPr lang="fr-FR"/>
              <a:pPr>
                <a:defRPr/>
              </a:pPr>
              <a:t>‹N°›</a:t>
            </a:fld>
            <a:endParaRPr lang="fr-FR"/>
          </a:p>
        </p:txBody>
      </p:sp>
    </p:spTree>
    <p:extLst>
      <p:ext uri="{BB962C8B-B14F-4D97-AF65-F5344CB8AC3E}">
        <p14:creationId xmlns:p14="http://schemas.microsoft.com/office/powerpoint/2010/main" val="19870918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E219003-BA4A-4291-B907-CA522A62CCB7}" type="slidenum">
              <a:rPr lang="fr-FR"/>
              <a:pPr>
                <a:defRPr/>
              </a:pPr>
              <a:t>‹N°›</a:t>
            </a:fld>
            <a:endParaRPr lang="fr-FR"/>
          </a:p>
        </p:txBody>
      </p:sp>
    </p:spTree>
    <p:extLst>
      <p:ext uri="{BB962C8B-B14F-4D97-AF65-F5344CB8AC3E}">
        <p14:creationId xmlns:p14="http://schemas.microsoft.com/office/powerpoint/2010/main" val="31388856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64640EB4-A8BF-4EBC-B774-6EE7128DEEC1}" type="slidenum">
              <a:rPr lang="fr-FR"/>
              <a:pPr>
                <a:defRPr/>
              </a:pPr>
              <a:t>‹N°›</a:t>
            </a:fld>
            <a:endParaRPr lang="fr-FR"/>
          </a:p>
        </p:txBody>
      </p:sp>
    </p:spTree>
    <p:extLst>
      <p:ext uri="{BB962C8B-B14F-4D97-AF65-F5344CB8AC3E}">
        <p14:creationId xmlns:p14="http://schemas.microsoft.com/office/powerpoint/2010/main" val="9898804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156ABF86-EFC2-454D-AD05-896C81F76FA1}" type="slidenum">
              <a:rPr lang="fr-FR"/>
              <a:pPr>
                <a:defRPr/>
              </a:pPr>
              <a:t>‹N°›</a:t>
            </a:fld>
            <a:endParaRPr lang="fr-FR"/>
          </a:p>
        </p:txBody>
      </p:sp>
    </p:spTree>
    <p:extLst>
      <p:ext uri="{BB962C8B-B14F-4D97-AF65-F5344CB8AC3E}">
        <p14:creationId xmlns:p14="http://schemas.microsoft.com/office/powerpoint/2010/main" val="297224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58FC7ECB-76A1-4DC9-A595-49093BF4F892}" type="slidenum">
              <a:rPr lang="fr-FR"/>
              <a:pPr>
                <a:defRPr/>
              </a:pPr>
              <a:t>‹N°›</a:t>
            </a:fld>
            <a:endParaRPr lang="fr-FR"/>
          </a:p>
        </p:txBody>
      </p:sp>
    </p:spTree>
    <p:extLst>
      <p:ext uri="{BB962C8B-B14F-4D97-AF65-F5344CB8AC3E}">
        <p14:creationId xmlns:p14="http://schemas.microsoft.com/office/powerpoint/2010/main" val="1314275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99A47FD4-52D3-45E5-8683-7184E3186221}" type="slidenum">
              <a:rPr lang="fr-FR"/>
              <a:pPr>
                <a:defRPr/>
              </a:pPr>
              <a:t>‹N°›</a:t>
            </a:fld>
            <a:endParaRPr lang="fr-FR"/>
          </a:p>
        </p:txBody>
      </p:sp>
    </p:spTree>
    <p:extLst>
      <p:ext uri="{BB962C8B-B14F-4D97-AF65-F5344CB8AC3E}">
        <p14:creationId xmlns:p14="http://schemas.microsoft.com/office/powerpoint/2010/main" val="48204760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Rectangle 4"/>
          <p:cNvSpPr>
            <a:spLocks noGrp="1" noChangeArrowheads="1"/>
          </p:cNvSpPr>
          <p:nvPr>
            <p:ph type="dt" sz="half" idx="10"/>
          </p:nvPr>
        </p:nvSpPr>
        <p:spPr>
          <a:ln/>
        </p:spPr>
        <p:txBody>
          <a:bodyPr/>
          <a:lstStyle>
            <a:lvl1pPr>
              <a:defRPr/>
            </a:lvl1pPr>
          </a:lstStyle>
          <a:p>
            <a:pPr>
              <a:defRPr/>
            </a:pPr>
            <a:endParaRPr lang="fr-FR"/>
          </a:p>
        </p:txBody>
      </p:sp>
      <p:sp>
        <p:nvSpPr>
          <p:cNvPr id="8" name="Rectangle 5"/>
          <p:cNvSpPr>
            <a:spLocks noGrp="1" noChangeArrowheads="1"/>
          </p:cNvSpPr>
          <p:nvPr>
            <p:ph type="ftr" sz="quarter" idx="11"/>
          </p:nvPr>
        </p:nvSpPr>
        <p:spPr>
          <a:ln/>
        </p:spPr>
        <p:txBody>
          <a:bodyPr/>
          <a:lstStyle>
            <a:lvl1pPr>
              <a:defRPr/>
            </a:lvl1pPr>
          </a:lstStyle>
          <a:p>
            <a:pPr>
              <a:defRPr/>
            </a:pPr>
            <a:endParaRPr lang="fr-FR"/>
          </a:p>
        </p:txBody>
      </p:sp>
      <p:sp>
        <p:nvSpPr>
          <p:cNvPr id="9" name="Rectangle 6"/>
          <p:cNvSpPr>
            <a:spLocks noGrp="1" noChangeArrowheads="1"/>
          </p:cNvSpPr>
          <p:nvPr>
            <p:ph type="sldNum" sz="quarter" idx="12"/>
          </p:nvPr>
        </p:nvSpPr>
        <p:spPr>
          <a:ln/>
        </p:spPr>
        <p:txBody>
          <a:bodyPr/>
          <a:lstStyle>
            <a:lvl1pPr>
              <a:defRPr/>
            </a:lvl1pPr>
          </a:lstStyle>
          <a:p>
            <a:pPr>
              <a:defRPr/>
            </a:pPr>
            <a:fld id="{D4C0D9E0-2032-4D65-ADAB-3F8253D14AC3}" type="slidenum">
              <a:rPr lang="fr-FR"/>
              <a:pPr>
                <a:defRPr/>
              </a:pPr>
              <a:t>‹N°›</a:t>
            </a:fld>
            <a:endParaRPr lang="fr-FR"/>
          </a:p>
        </p:txBody>
      </p:sp>
    </p:spTree>
    <p:extLst>
      <p:ext uri="{BB962C8B-B14F-4D97-AF65-F5344CB8AC3E}">
        <p14:creationId xmlns:p14="http://schemas.microsoft.com/office/powerpoint/2010/main" val="18893831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Rectangle 4"/>
          <p:cNvSpPr>
            <a:spLocks noGrp="1" noChangeArrowheads="1"/>
          </p:cNvSpPr>
          <p:nvPr>
            <p:ph type="dt" sz="half" idx="10"/>
          </p:nvPr>
        </p:nvSpPr>
        <p:spPr>
          <a:ln/>
        </p:spPr>
        <p:txBody>
          <a:bodyPr/>
          <a:lstStyle>
            <a:lvl1pPr>
              <a:defRPr/>
            </a:lvl1pPr>
          </a:lstStyle>
          <a:p>
            <a:pPr>
              <a:defRPr/>
            </a:pPr>
            <a:endParaRPr lang="fr-FR"/>
          </a:p>
        </p:txBody>
      </p:sp>
      <p:sp>
        <p:nvSpPr>
          <p:cNvPr id="4" name="Rectangle 5"/>
          <p:cNvSpPr>
            <a:spLocks noGrp="1" noChangeArrowheads="1"/>
          </p:cNvSpPr>
          <p:nvPr>
            <p:ph type="ftr" sz="quarter" idx="11"/>
          </p:nvPr>
        </p:nvSpPr>
        <p:spPr>
          <a:ln/>
        </p:spPr>
        <p:txBody>
          <a:bodyPr/>
          <a:lstStyle>
            <a:lvl1pPr>
              <a:defRPr/>
            </a:lvl1pPr>
          </a:lstStyle>
          <a:p>
            <a:pPr>
              <a:defRPr/>
            </a:pPr>
            <a:endParaRPr lang="fr-FR"/>
          </a:p>
        </p:txBody>
      </p:sp>
      <p:sp>
        <p:nvSpPr>
          <p:cNvPr id="5" name="Rectangle 6"/>
          <p:cNvSpPr>
            <a:spLocks noGrp="1" noChangeArrowheads="1"/>
          </p:cNvSpPr>
          <p:nvPr>
            <p:ph type="sldNum" sz="quarter" idx="12"/>
          </p:nvPr>
        </p:nvSpPr>
        <p:spPr>
          <a:ln/>
        </p:spPr>
        <p:txBody>
          <a:bodyPr/>
          <a:lstStyle>
            <a:lvl1pPr>
              <a:defRPr/>
            </a:lvl1pPr>
          </a:lstStyle>
          <a:p>
            <a:pPr>
              <a:defRPr/>
            </a:pPr>
            <a:fld id="{978C9DE4-95A5-4976-AD54-F60376D271E6}" type="slidenum">
              <a:rPr lang="fr-FR"/>
              <a:pPr>
                <a:defRPr/>
              </a:pPr>
              <a:t>‹N°›</a:t>
            </a:fld>
            <a:endParaRPr lang="fr-FR"/>
          </a:p>
        </p:txBody>
      </p:sp>
    </p:spTree>
    <p:extLst>
      <p:ext uri="{BB962C8B-B14F-4D97-AF65-F5344CB8AC3E}">
        <p14:creationId xmlns:p14="http://schemas.microsoft.com/office/powerpoint/2010/main" val="4949697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pPr>
              <a:defRPr/>
            </a:pPr>
            <a:endParaRPr lang="fr-FR"/>
          </a:p>
        </p:txBody>
      </p:sp>
      <p:sp>
        <p:nvSpPr>
          <p:cNvPr id="3" name="Rectangle 5"/>
          <p:cNvSpPr>
            <a:spLocks noGrp="1" noChangeArrowheads="1"/>
          </p:cNvSpPr>
          <p:nvPr>
            <p:ph type="ftr" sz="quarter" idx="11"/>
          </p:nvPr>
        </p:nvSpPr>
        <p:spPr/>
        <p:txBody>
          <a:bodyPr/>
          <a:lstStyle>
            <a:lvl1pPr>
              <a:defRPr/>
            </a:lvl1pPr>
          </a:lstStyle>
          <a:p>
            <a:pPr>
              <a:defRPr/>
            </a:pPr>
            <a:endParaRPr lang="fr-FR"/>
          </a:p>
        </p:txBody>
      </p:sp>
      <p:sp>
        <p:nvSpPr>
          <p:cNvPr id="4" name="Rectangle 6"/>
          <p:cNvSpPr>
            <a:spLocks noGrp="1" noChangeArrowheads="1"/>
          </p:cNvSpPr>
          <p:nvPr>
            <p:ph type="sldNum" sz="quarter" idx="12"/>
          </p:nvPr>
        </p:nvSpPr>
        <p:spPr>
          <a:xfrm>
            <a:off x="9271000" y="6143625"/>
            <a:ext cx="2844800" cy="457200"/>
          </a:xfrm>
        </p:spPr>
        <p:txBody>
          <a:bodyPr/>
          <a:lstStyle>
            <a:lvl1pPr>
              <a:defRPr/>
            </a:lvl1pPr>
          </a:lstStyle>
          <a:p>
            <a:pPr>
              <a:defRPr/>
            </a:pPr>
            <a:fld id="{4CD1EA84-7D06-47D0-91EA-C2B4E56378D3}" type="slidenum">
              <a:rPr lang="fr-FR"/>
              <a:pPr>
                <a:defRPr/>
              </a:pPr>
              <a:t>‹N°›</a:t>
            </a:fld>
            <a:endParaRPr lang="fr-FR"/>
          </a:p>
        </p:txBody>
      </p:sp>
    </p:spTree>
    <p:extLst>
      <p:ext uri="{BB962C8B-B14F-4D97-AF65-F5344CB8AC3E}">
        <p14:creationId xmlns:p14="http://schemas.microsoft.com/office/powerpoint/2010/main" val="1909750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85391CA0-AC88-4A18-9B8B-481BAA40EFF4}" type="slidenum">
              <a:rPr lang="fr-FR"/>
              <a:pPr>
                <a:defRPr/>
              </a:pPr>
              <a:t>‹N°›</a:t>
            </a:fld>
            <a:endParaRPr lang="fr-FR"/>
          </a:p>
        </p:txBody>
      </p:sp>
    </p:spTree>
    <p:extLst>
      <p:ext uri="{BB962C8B-B14F-4D97-AF65-F5344CB8AC3E}">
        <p14:creationId xmlns:p14="http://schemas.microsoft.com/office/powerpoint/2010/main" val="20185856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61196ED9-6912-4F09-8355-73C9EA411D2C}" type="slidenum">
              <a:rPr lang="fr-FR"/>
              <a:pPr>
                <a:defRPr/>
              </a:pPr>
              <a:t>‹N°›</a:t>
            </a:fld>
            <a:endParaRPr lang="fr-FR"/>
          </a:p>
        </p:txBody>
      </p:sp>
    </p:spTree>
    <p:extLst>
      <p:ext uri="{BB962C8B-B14F-4D97-AF65-F5344CB8AC3E}">
        <p14:creationId xmlns:p14="http://schemas.microsoft.com/office/powerpoint/2010/main" val="73359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3E3C876C-4E7B-4B8B-90AD-ACC17E61A1D6}" type="slidenum">
              <a:rPr lang="fr-FR"/>
              <a:pPr>
                <a:defRPr/>
              </a:pPr>
              <a:t>‹N°›</a:t>
            </a:fld>
            <a:endParaRPr lang="fr-FR"/>
          </a:p>
        </p:txBody>
      </p:sp>
    </p:spTree>
    <p:extLst>
      <p:ext uri="{BB962C8B-B14F-4D97-AF65-F5344CB8AC3E}">
        <p14:creationId xmlns:p14="http://schemas.microsoft.com/office/powerpoint/2010/main" val="23258904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404D6E33-D709-4624-9DDE-899421A0F823}" type="slidenum">
              <a:rPr lang="fr-FR"/>
              <a:pPr>
                <a:defRPr/>
              </a:pPr>
              <a:t>‹N°›</a:t>
            </a:fld>
            <a:endParaRPr lang="fr-FR"/>
          </a:p>
        </p:txBody>
      </p:sp>
    </p:spTree>
    <p:extLst>
      <p:ext uri="{BB962C8B-B14F-4D97-AF65-F5344CB8AC3E}">
        <p14:creationId xmlns:p14="http://schemas.microsoft.com/office/powerpoint/2010/main" val="34376216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bl" preserve="1">
  <p:cSld name="Titre et tableau">
    <p:spTree>
      <p:nvGrpSpPr>
        <p:cNvPr id="1" name=""/>
        <p:cNvGrpSpPr/>
        <p:nvPr/>
      </p:nvGrpSpPr>
      <p:grpSpPr>
        <a:xfrm>
          <a:off x="0" y="0"/>
          <a:ext cx="0" cy="0"/>
          <a:chOff x="0" y="0"/>
          <a:chExt cx="0" cy="0"/>
        </a:xfrm>
      </p:grpSpPr>
      <p:sp>
        <p:nvSpPr>
          <p:cNvPr id="2" name="Titre 1"/>
          <p:cNvSpPr>
            <a:spLocks noGrp="1"/>
          </p:cNvSpPr>
          <p:nvPr>
            <p:ph type="title"/>
          </p:nvPr>
        </p:nvSpPr>
        <p:spPr>
          <a:xfrm>
            <a:off x="609601" y="277814"/>
            <a:ext cx="10919884" cy="668337"/>
          </a:xfrm>
        </p:spPr>
        <p:txBody>
          <a:bodyPr/>
          <a:lstStyle/>
          <a:p>
            <a:r>
              <a:rPr lang="fr-FR"/>
              <a:t>Modifiez le style du titre</a:t>
            </a:r>
          </a:p>
        </p:txBody>
      </p:sp>
      <p:sp>
        <p:nvSpPr>
          <p:cNvPr id="3" name="Espace réservé du tableau 2"/>
          <p:cNvSpPr>
            <a:spLocks noGrp="1"/>
          </p:cNvSpPr>
          <p:nvPr>
            <p:ph type="tbl" idx="1"/>
          </p:nvPr>
        </p:nvSpPr>
        <p:spPr>
          <a:xfrm>
            <a:off x="353484" y="1390651"/>
            <a:ext cx="10972800" cy="4530725"/>
          </a:xfrm>
        </p:spPr>
        <p:txBody>
          <a:bodyPr/>
          <a:lstStyle/>
          <a:p>
            <a:pPr lvl="0"/>
            <a:endParaRPr lang="fr-FR" noProof="0"/>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FD3D7511-AF88-45D3-B2DD-B29ACB6691EE}" type="slidenum">
              <a:rPr lang="fr-FR"/>
              <a:pPr>
                <a:defRPr/>
              </a:pPr>
              <a:t>‹N°›</a:t>
            </a:fld>
            <a:endParaRPr lang="fr-FR"/>
          </a:p>
        </p:txBody>
      </p:sp>
    </p:spTree>
    <p:extLst>
      <p:ext uri="{BB962C8B-B14F-4D97-AF65-F5344CB8AC3E}">
        <p14:creationId xmlns:p14="http://schemas.microsoft.com/office/powerpoint/2010/main" val="2562642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30084162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35260452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326588620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6061005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4570508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382506184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208444497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8550779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4054176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311352985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248265390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15640441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rgbClr val="FF6600"/>
                </a:solidFill>
                <a:effectLst>
                  <a:outerShdw blurRad="38100" dist="38100" dir="2700000" algn="tl">
                    <a:srgbClr val="000000">
                      <a:alpha val="43137"/>
                    </a:srgbClr>
                  </a:outerShdw>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99CC00"/>
              </a:buClr>
              <a:buFont typeface="Wingdings" pitchFamily="2" charset="2"/>
              <a:buChar char="q"/>
              <a:defRPr/>
            </a:lvl1pPr>
            <a:lvl2pPr marL="742950" indent="-285750">
              <a:buClr>
                <a:srgbClr val="99CC00"/>
              </a:buClr>
              <a:buFont typeface="Wingdings" pitchFamily="2" charset="2"/>
              <a:buChar char="q"/>
              <a:defRPr/>
            </a:lvl2pPr>
            <a:lvl3pPr marL="1143000" indent="-228600">
              <a:buClr>
                <a:srgbClr val="99CC00"/>
              </a:buClr>
              <a:buFont typeface="Wingdings" pitchFamily="2" charset="2"/>
              <a:buChar char="q"/>
              <a:defRPr/>
            </a:lvl3pPr>
            <a:lvl4pPr marL="1600200" indent="-228600">
              <a:buClr>
                <a:srgbClr val="99CC00"/>
              </a:buClr>
              <a:buFont typeface="Wingdings" pitchFamily="2" charset="2"/>
              <a:buChar char="q"/>
              <a:defRPr/>
            </a:lvl4pPr>
            <a:lvl5pPr marL="2057400" indent="-228600">
              <a:buClr>
                <a:srgbClr val="99CC0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90172025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25433501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13979513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7267620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28749975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334757235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2618785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15612431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163708630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185509397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DA7A2517-50FF-48FD-8285-83A922AD4B35}" type="slidenum">
              <a:rPr lang="fr-FR"/>
              <a:pPr>
                <a:defRPr/>
              </a:pPr>
              <a:t>‹N°›</a:t>
            </a:fld>
            <a:endParaRPr lang="fr-FR"/>
          </a:p>
        </p:txBody>
      </p:sp>
    </p:spTree>
    <p:extLst>
      <p:ext uri="{BB962C8B-B14F-4D97-AF65-F5344CB8AC3E}">
        <p14:creationId xmlns:p14="http://schemas.microsoft.com/office/powerpoint/2010/main" val="270443040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F934AA8B-F284-4969-A995-87361A600EA4}" type="slidenum">
              <a:rPr lang="fr-FR"/>
              <a:pPr>
                <a:defRPr/>
              </a:pPr>
              <a:t>‹N°›</a:t>
            </a:fld>
            <a:endParaRPr lang="fr-FR"/>
          </a:p>
        </p:txBody>
      </p:sp>
    </p:spTree>
    <p:extLst>
      <p:ext uri="{BB962C8B-B14F-4D97-AF65-F5344CB8AC3E}">
        <p14:creationId xmlns:p14="http://schemas.microsoft.com/office/powerpoint/2010/main" val="108376686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2029415A-1B15-4B89-A5B8-903213C7B10E}" type="slidenum">
              <a:rPr lang="fr-FR"/>
              <a:pPr>
                <a:defRPr/>
              </a:pPr>
              <a:t>‹N°›</a:t>
            </a:fld>
            <a:endParaRPr lang="fr-FR"/>
          </a:p>
        </p:txBody>
      </p:sp>
    </p:spTree>
    <p:extLst>
      <p:ext uri="{BB962C8B-B14F-4D97-AF65-F5344CB8AC3E}">
        <p14:creationId xmlns:p14="http://schemas.microsoft.com/office/powerpoint/2010/main" val="266106235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624417" y="1628776"/>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212417" y="1628776"/>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7C315ECE-DDED-4743-A6C7-93086EF8809C}" type="slidenum">
              <a:rPr lang="fr-FR"/>
              <a:pPr>
                <a:defRPr/>
              </a:pPr>
              <a:t>‹N°›</a:t>
            </a:fld>
            <a:endParaRPr lang="fr-FR"/>
          </a:p>
        </p:txBody>
      </p:sp>
    </p:spTree>
    <p:extLst>
      <p:ext uri="{BB962C8B-B14F-4D97-AF65-F5344CB8AC3E}">
        <p14:creationId xmlns:p14="http://schemas.microsoft.com/office/powerpoint/2010/main" val="425689225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Rectangle 4"/>
          <p:cNvSpPr>
            <a:spLocks noGrp="1" noChangeArrowheads="1"/>
          </p:cNvSpPr>
          <p:nvPr>
            <p:ph type="dt" sz="half" idx="10"/>
          </p:nvPr>
        </p:nvSpPr>
        <p:spPr/>
        <p:txBody>
          <a:bodyPr/>
          <a:lstStyle>
            <a:lvl1pPr>
              <a:defRPr b="1"/>
            </a:lvl1pPr>
          </a:lstStyle>
          <a:p>
            <a:pPr>
              <a:defRPr/>
            </a:pPr>
            <a:endParaRPr lang="fr-FR"/>
          </a:p>
        </p:txBody>
      </p:sp>
      <p:sp>
        <p:nvSpPr>
          <p:cNvPr id="8" name="Rectangle 5"/>
          <p:cNvSpPr>
            <a:spLocks noGrp="1" noChangeArrowheads="1"/>
          </p:cNvSpPr>
          <p:nvPr>
            <p:ph type="ftr" sz="quarter" idx="11"/>
          </p:nvPr>
        </p:nvSpPr>
        <p:spPr/>
        <p:txBody>
          <a:bodyPr/>
          <a:lstStyle>
            <a:lvl1pPr>
              <a:defRPr b="1"/>
            </a:lvl1pPr>
          </a:lstStyle>
          <a:p>
            <a:pPr>
              <a:defRPr/>
            </a:pPr>
            <a:endParaRPr lang="fr-FR"/>
          </a:p>
        </p:txBody>
      </p:sp>
      <p:sp>
        <p:nvSpPr>
          <p:cNvPr id="9" name="Rectangle 6"/>
          <p:cNvSpPr>
            <a:spLocks noGrp="1" noChangeArrowheads="1"/>
          </p:cNvSpPr>
          <p:nvPr>
            <p:ph type="sldNum" sz="quarter" idx="12"/>
          </p:nvPr>
        </p:nvSpPr>
        <p:spPr/>
        <p:txBody>
          <a:bodyPr/>
          <a:lstStyle>
            <a:lvl1pPr>
              <a:defRPr b="1"/>
            </a:lvl1pPr>
          </a:lstStyle>
          <a:p>
            <a:pPr>
              <a:defRPr/>
            </a:pPr>
            <a:fld id="{83E334DF-7989-4530-9C84-C3571690E9A0}" type="slidenum">
              <a:rPr lang="fr-FR"/>
              <a:pPr>
                <a:defRPr/>
              </a:pPr>
              <a:t>‹N°›</a:t>
            </a:fld>
            <a:endParaRPr lang="fr-FR"/>
          </a:p>
        </p:txBody>
      </p:sp>
    </p:spTree>
    <p:extLst>
      <p:ext uri="{BB962C8B-B14F-4D97-AF65-F5344CB8AC3E}">
        <p14:creationId xmlns:p14="http://schemas.microsoft.com/office/powerpoint/2010/main" val="345253728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Rectangle 4"/>
          <p:cNvSpPr>
            <a:spLocks noGrp="1" noChangeArrowheads="1"/>
          </p:cNvSpPr>
          <p:nvPr>
            <p:ph type="dt" sz="half" idx="10"/>
          </p:nvPr>
        </p:nvSpPr>
        <p:spPr/>
        <p:txBody>
          <a:bodyPr/>
          <a:lstStyle>
            <a:lvl1pPr>
              <a:defRPr b="1"/>
            </a:lvl1pPr>
          </a:lstStyle>
          <a:p>
            <a:pPr>
              <a:defRPr/>
            </a:pPr>
            <a:endParaRPr lang="fr-FR"/>
          </a:p>
        </p:txBody>
      </p:sp>
      <p:sp>
        <p:nvSpPr>
          <p:cNvPr id="4" name="Rectangle 5"/>
          <p:cNvSpPr>
            <a:spLocks noGrp="1" noChangeArrowheads="1"/>
          </p:cNvSpPr>
          <p:nvPr>
            <p:ph type="ftr" sz="quarter" idx="11"/>
          </p:nvPr>
        </p:nvSpPr>
        <p:spPr/>
        <p:txBody>
          <a:bodyPr/>
          <a:lstStyle>
            <a:lvl1pPr>
              <a:defRPr b="1"/>
            </a:lvl1pPr>
          </a:lstStyle>
          <a:p>
            <a:pPr>
              <a:defRPr/>
            </a:pPr>
            <a:endParaRPr lang="fr-FR"/>
          </a:p>
        </p:txBody>
      </p:sp>
      <p:sp>
        <p:nvSpPr>
          <p:cNvPr id="5" name="Rectangle 6"/>
          <p:cNvSpPr>
            <a:spLocks noGrp="1" noChangeArrowheads="1"/>
          </p:cNvSpPr>
          <p:nvPr>
            <p:ph type="sldNum" sz="quarter" idx="12"/>
          </p:nvPr>
        </p:nvSpPr>
        <p:spPr/>
        <p:txBody>
          <a:bodyPr/>
          <a:lstStyle>
            <a:lvl1pPr>
              <a:defRPr b="1"/>
            </a:lvl1pPr>
          </a:lstStyle>
          <a:p>
            <a:pPr>
              <a:defRPr/>
            </a:pPr>
            <a:fld id="{87904A2E-8EA2-4A1E-938F-CF49D7EEA20E}" type="slidenum">
              <a:rPr lang="fr-FR"/>
              <a:pPr>
                <a:defRPr/>
              </a:pPr>
              <a:t>‹N°›</a:t>
            </a:fld>
            <a:endParaRPr lang="fr-FR"/>
          </a:p>
        </p:txBody>
      </p:sp>
    </p:spTree>
    <p:extLst>
      <p:ext uri="{BB962C8B-B14F-4D97-AF65-F5344CB8AC3E}">
        <p14:creationId xmlns:p14="http://schemas.microsoft.com/office/powerpoint/2010/main" val="207138492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b="1"/>
            </a:lvl1pPr>
          </a:lstStyle>
          <a:p>
            <a:pPr>
              <a:defRPr/>
            </a:pPr>
            <a:endParaRPr lang="fr-FR"/>
          </a:p>
        </p:txBody>
      </p:sp>
      <p:sp>
        <p:nvSpPr>
          <p:cNvPr id="3" name="Rectangle 5"/>
          <p:cNvSpPr>
            <a:spLocks noGrp="1" noChangeArrowheads="1"/>
          </p:cNvSpPr>
          <p:nvPr>
            <p:ph type="ftr" sz="quarter" idx="11"/>
          </p:nvPr>
        </p:nvSpPr>
        <p:spPr/>
        <p:txBody>
          <a:bodyPr/>
          <a:lstStyle>
            <a:lvl1pPr>
              <a:defRPr b="1"/>
            </a:lvl1pPr>
          </a:lstStyle>
          <a:p>
            <a:pPr>
              <a:defRPr/>
            </a:pPr>
            <a:endParaRPr lang="fr-FR"/>
          </a:p>
        </p:txBody>
      </p:sp>
      <p:sp>
        <p:nvSpPr>
          <p:cNvPr id="4" name="Rectangle 6"/>
          <p:cNvSpPr>
            <a:spLocks noGrp="1" noChangeArrowheads="1"/>
          </p:cNvSpPr>
          <p:nvPr>
            <p:ph type="sldNum" sz="quarter" idx="12"/>
          </p:nvPr>
        </p:nvSpPr>
        <p:spPr/>
        <p:txBody>
          <a:bodyPr/>
          <a:lstStyle>
            <a:lvl1pPr>
              <a:defRPr b="1"/>
            </a:lvl1pPr>
          </a:lstStyle>
          <a:p>
            <a:pPr>
              <a:defRPr/>
            </a:pPr>
            <a:fld id="{E48C1755-F295-4333-B69B-DCD29E8C3B5B}" type="slidenum">
              <a:rPr lang="fr-FR"/>
              <a:pPr>
                <a:defRPr/>
              </a:pPr>
              <a:t>‹N°›</a:t>
            </a:fld>
            <a:endParaRPr lang="fr-FR"/>
          </a:p>
        </p:txBody>
      </p:sp>
    </p:spTree>
    <p:extLst>
      <p:ext uri="{BB962C8B-B14F-4D97-AF65-F5344CB8AC3E}">
        <p14:creationId xmlns:p14="http://schemas.microsoft.com/office/powerpoint/2010/main" val="104423882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nchor="b"/>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1873B73C-7FF6-49CE-92FC-18323EAF068B}" type="slidenum">
              <a:rPr lang="fr-FR"/>
              <a:pPr>
                <a:defRPr/>
              </a:pPr>
              <a:t>‹N°›</a:t>
            </a:fld>
            <a:endParaRPr lang="fr-FR"/>
          </a:p>
        </p:txBody>
      </p:sp>
    </p:spTree>
    <p:extLst>
      <p:ext uri="{BB962C8B-B14F-4D97-AF65-F5344CB8AC3E}">
        <p14:creationId xmlns:p14="http://schemas.microsoft.com/office/powerpoint/2010/main" val="319698569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nchor="b"/>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C6987E73-DE5D-4C99-BA24-5BBCF7569498}" type="slidenum">
              <a:rPr lang="fr-FR"/>
              <a:pPr>
                <a:defRPr/>
              </a:pPr>
              <a:t>‹N°›</a:t>
            </a:fld>
            <a:endParaRPr lang="fr-FR"/>
          </a:p>
        </p:txBody>
      </p:sp>
    </p:spTree>
    <p:extLst>
      <p:ext uri="{BB962C8B-B14F-4D97-AF65-F5344CB8AC3E}">
        <p14:creationId xmlns:p14="http://schemas.microsoft.com/office/powerpoint/2010/main" val="36761078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57A95A3C-D119-451F-A486-E019CBE783E7}" type="slidenum">
              <a:rPr lang="fr-FR"/>
              <a:pPr>
                <a:defRPr/>
              </a:pPr>
              <a:t>‹N°›</a:t>
            </a:fld>
            <a:endParaRPr lang="fr-FR"/>
          </a:p>
        </p:txBody>
      </p:sp>
    </p:spTree>
    <p:extLst>
      <p:ext uri="{BB962C8B-B14F-4D97-AF65-F5344CB8AC3E}">
        <p14:creationId xmlns:p14="http://schemas.microsoft.com/office/powerpoint/2010/main" val="257404738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851900" y="274638"/>
            <a:ext cx="2745317" cy="5880100"/>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609601" y="274638"/>
            <a:ext cx="8039100" cy="58801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F0CAC864-3C5D-461B-A721-33CB75B7F2C9}" type="slidenum">
              <a:rPr lang="fr-FR"/>
              <a:pPr>
                <a:defRPr/>
              </a:pPr>
              <a:t>‹N°›</a:t>
            </a:fld>
            <a:endParaRPr lang="fr-FR"/>
          </a:p>
        </p:txBody>
      </p:sp>
    </p:spTree>
    <p:extLst>
      <p:ext uri="{BB962C8B-B14F-4D97-AF65-F5344CB8AC3E}">
        <p14:creationId xmlns:p14="http://schemas.microsoft.com/office/powerpoint/2010/main" val="168517845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7EB53B2-E985-478F-A5E3-11C7A6F942E7}" type="slidenum">
              <a:rPr lang="fr-FR"/>
              <a:pPr>
                <a:defRPr/>
              </a:pPr>
              <a:t>‹N°›</a:t>
            </a:fld>
            <a:endParaRPr lang="fr-FR"/>
          </a:p>
        </p:txBody>
      </p:sp>
    </p:spTree>
    <p:extLst>
      <p:ext uri="{BB962C8B-B14F-4D97-AF65-F5344CB8AC3E}">
        <p14:creationId xmlns:p14="http://schemas.microsoft.com/office/powerpoint/2010/main" val="175418963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9CB9D0F4-6BFF-4C0E-96D4-B15CA75DCB76}" type="slidenum">
              <a:rPr lang="fr-FR"/>
              <a:pPr>
                <a:defRPr/>
              </a:pPr>
              <a:t>‹N°›</a:t>
            </a:fld>
            <a:endParaRPr lang="fr-FR"/>
          </a:p>
        </p:txBody>
      </p:sp>
    </p:spTree>
    <p:extLst>
      <p:ext uri="{BB962C8B-B14F-4D97-AF65-F5344CB8AC3E}">
        <p14:creationId xmlns:p14="http://schemas.microsoft.com/office/powerpoint/2010/main" val="160119950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282A9BAC-E403-4D97-87A2-DFCB9D5D089B}" type="slidenum">
              <a:rPr lang="fr-FR"/>
              <a:pPr>
                <a:defRPr/>
              </a:pPr>
              <a:t>‹N°›</a:t>
            </a:fld>
            <a:endParaRPr lang="fr-FR"/>
          </a:p>
        </p:txBody>
      </p:sp>
    </p:spTree>
    <p:extLst>
      <p:ext uri="{BB962C8B-B14F-4D97-AF65-F5344CB8AC3E}">
        <p14:creationId xmlns:p14="http://schemas.microsoft.com/office/powerpoint/2010/main" val="87163522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B2E4B0E4-6C80-4028-8872-7EABB0265BF2}" type="slidenum">
              <a:rPr lang="fr-FR"/>
              <a:pPr>
                <a:defRPr/>
              </a:pPr>
              <a:t>‹N°›</a:t>
            </a:fld>
            <a:endParaRPr lang="fr-FR"/>
          </a:p>
        </p:txBody>
      </p:sp>
    </p:spTree>
    <p:extLst>
      <p:ext uri="{BB962C8B-B14F-4D97-AF65-F5344CB8AC3E}">
        <p14:creationId xmlns:p14="http://schemas.microsoft.com/office/powerpoint/2010/main" val="323959900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8161FE28-AEC1-49F9-9838-4547D22C4355}" type="slidenum">
              <a:rPr lang="fr-FR"/>
              <a:pPr>
                <a:defRPr/>
              </a:pPr>
              <a:t>‹N°›</a:t>
            </a:fld>
            <a:endParaRPr lang="fr-FR"/>
          </a:p>
        </p:txBody>
      </p:sp>
    </p:spTree>
    <p:extLst>
      <p:ext uri="{BB962C8B-B14F-4D97-AF65-F5344CB8AC3E}">
        <p14:creationId xmlns:p14="http://schemas.microsoft.com/office/powerpoint/2010/main" val="32004342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9C294879-6D49-4512-B836-ABB933BDC842}" type="slidenum">
              <a:rPr lang="fr-FR"/>
              <a:pPr>
                <a:defRPr/>
              </a:pPr>
              <a:t>‹N°›</a:t>
            </a:fld>
            <a:endParaRPr lang="fr-FR"/>
          </a:p>
        </p:txBody>
      </p:sp>
    </p:spTree>
    <p:extLst>
      <p:ext uri="{BB962C8B-B14F-4D97-AF65-F5344CB8AC3E}">
        <p14:creationId xmlns:p14="http://schemas.microsoft.com/office/powerpoint/2010/main" val="416328073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614F1B46-0AC9-4135-8EE5-190755A43C16}" type="slidenum">
              <a:rPr lang="fr-FR"/>
              <a:pPr>
                <a:defRPr/>
              </a:pPr>
              <a:t>‹N°›</a:t>
            </a:fld>
            <a:endParaRPr lang="fr-FR"/>
          </a:p>
        </p:txBody>
      </p:sp>
    </p:spTree>
    <p:extLst>
      <p:ext uri="{BB962C8B-B14F-4D97-AF65-F5344CB8AC3E}">
        <p14:creationId xmlns:p14="http://schemas.microsoft.com/office/powerpoint/2010/main" val="21910275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754E0D6F-7A97-4D6E-82CC-70FFAD2E1269}" type="slidenum">
              <a:rPr lang="fr-FR"/>
              <a:pPr>
                <a:defRPr/>
              </a:pPr>
              <a:t>‹N°›</a:t>
            </a:fld>
            <a:endParaRPr lang="fr-FR"/>
          </a:p>
        </p:txBody>
      </p:sp>
    </p:spTree>
    <p:extLst>
      <p:ext uri="{BB962C8B-B14F-4D97-AF65-F5344CB8AC3E}">
        <p14:creationId xmlns:p14="http://schemas.microsoft.com/office/powerpoint/2010/main" val="361800308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B3B15DB-8568-40DE-84C3-7B9D0850B38D}" type="slidenum">
              <a:rPr lang="fr-FR"/>
              <a:pPr>
                <a:defRPr/>
              </a:pPr>
              <a:t>‹N°›</a:t>
            </a:fld>
            <a:endParaRPr lang="fr-FR"/>
          </a:p>
        </p:txBody>
      </p:sp>
    </p:spTree>
    <p:extLst>
      <p:ext uri="{BB962C8B-B14F-4D97-AF65-F5344CB8AC3E}">
        <p14:creationId xmlns:p14="http://schemas.microsoft.com/office/powerpoint/2010/main" val="40024611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A57477B-2F79-4628-BB76-DEC0260D797B}" type="slidenum">
              <a:rPr lang="fr-FR"/>
              <a:pPr>
                <a:defRPr/>
              </a:pPr>
              <a:t>‹N°›</a:t>
            </a:fld>
            <a:endParaRPr lang="fr-FR"/>
          </a:p>
        </p:txBody>
      </p:sp>
    </p:spTree>
    <p:extLst>
      <p:ext uri="{BB962C8B-B14F-4D97-AF65-F5344CB8AC3E}">
        <p14:creationId xmlns:p14="http://schemas.microsoft.com/office/powerpoint/2010/main" val="417628143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E219003-BA4A-4291-B907-CA522A62CCB7}" type="slidenum">
              <a:rPr lang="fr-FR"/>
              <a:pPr>
                <a:defRPr/>
              </a:pPr>
              <a:t>‹N°›</a:t>
            </a:fld>
            <a:endParaRPr lang="fr-FR"/>
          </a:p>
        </p:txBody>
      </p:sp>
    </p:spTree>
    <p:extLst>
      <p:ext uri="{BB962C8B-B14F-4D97-AF65-F5344CB8AC3E}">
        <p14:creationId xmlns:p14="http://schemas.microsoft.com/office/powerpoint/2010/main" val="37625502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9191960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172164193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158525592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3762620399"/>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37498266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1352802278"/>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255461280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74129363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41038936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3887775547"/>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3479344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3.xml"/><Relationship Id="rId14" Type="http://schemas.openxmlformats.org/officeDocument/2006/relationships/image" Target="../media/image1.jpe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theme" Target="../theme/theme4.xml"/><Relationship Id="rId13" Type="http://schemas.openxmlformats.org/officeDocument/2006/relationships/image" Target="../media/image1.jpe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theme" Target="../theme/theme5.xml"/><Relationship Id="rId13" Type="http://schemas.openxmlformats.org/officeDocument/2006/relationships/image" Target="../media/image1.jpe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slideLayout" Target="../slideLayouts/slideLayout69.xml"/><Relationship Id="rId3" Type="http://schemas.openxmlformats.org/officeDocument/2006/relationships/slideLayout" Target="../slideLayouts/slideLayout70.xml"/><Relationship Id="rId4" Type="http://schemas.openxmlformats.org/officeDocument/2006/relationships/slideLayout" Target="../slideLayouts/slideLayout71.xml"/><Relationship Id="rId5" Type="http://schemas.openxmlformats.org/officeDocument/2006/relationships/slideLayout" Target="../slideLayouts/slideLayout72.xml"/><Relationship Id="rId6" Type="http://schemas.openxmlformats.org/officeDocument/2006/relationships/slideLayout" Target="../slideLayouts/slideLayout73.xml"/><Relationship Id="rId7" Type="http://schemas.openxmlformats.org/officeDocument/2006/relationships/slideLayout" Target="../slideLayouts/slideLayout74.xml"/><Relationship Id="rId8" Type="http://schemas.openxmlformats.org/officeDocument/2006/relationships/slideLayout" Target="../slideLayouts/slideLayout75.xml"/><Relationship Id="rId9" Type="http://schemas.openxmlformats.org/officeDocument/2006/relationships/slideLayout" Target="../slideLayouts/slideLayout76.xml"/><Relationship Id="rId10" Type="http://schemas.openxmlformats.org/officeDocument/2006/relationships/slideLayout" Target="../slideLayouts/slideLayout77.xml"/><Relationship Id="rId11" Type="http://schemas.openxmlformats.org/officeDocument/2006/relationships/slideLayout" Target="../slideLayouts/slideLayout78.xml"/><Relationship Id="rId12" Type="http://schemas.openxmlformats.org/officeDocument/2006/relationships/theme" Target="../theme/theme7.xml"/><Relationship Id="rId13" Type="http://schemas.openxmlformats.org/officeDocument/2006/relationships/image" Target="../media/image2.jpe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slideLayout" Target="../slideLayouts/slideLayout80.xml"/><Relationship Id="rId3" Type="http://schemas.openxmlformats.org/officeDocument/2006/relationships/slideLayout" Target="../slideLayouts/slideLayout81.xml"/><Relationship Id="rId4" Type="http://schemas.openxmlformats.org/officeDocument/2006/relationships/slideLayout" Target="../slideLayouts/slideLayout82.xml"/><Relationship Id="rId5" Type="http://schemas.openxmlformats.org/officeDocument/2006/relationships/slideLayout" Target="../slideLayouts/slideLayout83.xml"/><Relationship Id="rId6" Type="http://schemas.openxmlformats.org/officeDocument/2006/relationships/slideLayout" Target="../slideLayouts/slideLayout84.xml"/><Relationship Id="rId7" Type="http://schemas.openxmlformats.org/officeDocument/2006/relationships/slideLayout" Target="../slideLayouts/slideLayout85.xml"/><Relationship Id="rId8" Type="http://schemas.openxmlformats.org/officeDocument/2006/relationships/slideLayout" Target="../slideLayouts/slideLayout86.xml"/><Relationship Id="rId9" Type="http://schemas.openxmlformats.org/officeDocument/2006/relationships/slideLayout" Target="../slideLayouts/slideLayout87.xml"/><Relationship Id="rId10" Type="http://schemas.openxmlformats.org/officeDocument/2006/relationships/slideLayout" Target="../slideLayouts/slideLayout88.xml"/><Relationship Id="rId11" Type="http://schemas.openxmlformats.org/officeDocument/2006/relationships/slideLayout" Target="../slideLayouts/slideLayout89.xml"/><Relationship Id="rId12" Type="http://schemas.openxmlformats.org/officeDocument/2006/relationships/theme" Target="../theme/theme8.xml"/><Relationship Id="rId13" Type="http://schemas.openxmlformats.org/officeDocument/2006/relationships/image" Target="../media/image3.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fr-FR"/>
          </a:p>
        </p:txBody>
      </p:sp>
      <p:sp>
        <p:nvSpPr>
          <p:cNvPr id="5" name="Espace réservé du pied de page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592F83-7405-4D71-BE15-BA2C0774FD69}" type="slidenum">
              <a:rPr lang="fr-FR" smtClean="0"/>
              <a:t>‹N°›</a:t>
            </a:fld>
            <a:endParaRPr lang="fr-FR"/>
          </a:p>
        </p:txBody>
      </p:sp>
      <p:grpSp>
        <p:nvGrpSpPr>
          <p:cNvPr id="10" name="Groupe 9">
            <a:extLst>
              <a:ext uri="{FF2B5EF4-FFF2-40B4-BE49-F238E27FC236}">
                <a16:creationId xmlns:a16="http://schemas.microsoft.com/office/drawing/2014/main" id="{16A2F942-BD23-D892-F25B-DA5CAE5F04E6}"/>
              </a:ext>
            </a:extLst>
          </p:cNvPr>
          <p:cNvGrpSpPr/>
          <p:nvPr userDrawn="1"/>
        </p:nvGrpSpPr>
        <p:grpSpPr>
          <a:xfrm>
            <a:off x="0" y="0"/>
            <a:ext cx="152400" cy="6858000"/>
            <a:chOff x="0" y="0"/>
            <a:chExt cx="152400" cy="6858000"/>
          </a:xfrm>
        </p:grpSpPr>
        <p:sp>
          <p:nvSpPr>
            <p:cNvPr id="7" name="Rectangle 7"/>
            <p:cNvSpPr>
              <a:spLocks noChangeArrowheads="1"/>
            </p:cNvSpPr>
            <p:nvPr userDrawn="1"/>
          </p:nvSpPr>
          <p:spPr bwMode="auto">
            <a:xfrm>
              <a:off x="0" y="4572000"/>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cs typeface="Arial" charset="0"/>
              </a:endParaRPr>
            </a:p>
          </p:txBody>
        </p:sp>
        <p:sp>
          <p:nvSpPr>
            <p:cNvPr id="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cs typeface="Arial" charset="0"/>
              </a:endParaRPr>
            </a:p>
          </p:txBody>
        </p:sp>
        <p:sp>
          <p:nvSpPr>
            <p:cNvPr id="9" name="Rectangle 10"/>
            <p:cNvSpPr>
              <a:spLocks noChangeArrowheads="1"/>
            </p:cNvSpPr>
            <p:nvPr userDrawn="1"/>
          </p:nvSpPr>
          <p:spPr bwMode="auto">
            <a:xfrm>
              <a:off x="0" y="0"/>
              <a:ext cx="152400" cy="2286000"/>
            </a:xfrm>
            <a:prstGeom prst="rect">
              <a:avLst/>
            </a:prstGeom>
            <a:solidFill>
              <a:srgbClr val="99CC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fr-FR" sz="2400" b="0" i="0" u="none" strike="noStrike" kern="0" cap="none" spc="0" normalizeH="0" baseline="0" noProof="0">
                <a:ln>
                  <a:noFill/>
                </a:ln>
                <a:solidFill>
                  <a:srgbClr val="000000"/>
                </a:solidFill>
                <a:effectLst/>
                <a:uLnTx/>
                <a:uFillTx/>
                <a:latin typeface="Times New Roman" pitchFamily="18" charset="0"/>
              </a:endParaRPr>
            </a:p>
          </p:txBody>
        </p:sp>
      </p:grpSp>
    </p:spTree>
    <p:extLst>
      <p:ext uri="{BB962C8B-B14F-4D97-AF65-F5344CB8AC3E}">
        <p14:creationId xmlns:p14="http://schemas.microsoft.com/office/powerpoint/2010/main" val="1455717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2051"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80418E13-F90D-4073-973C-40D860A95E76}" type="slidenum">
              <a:rPr lang="fr-FR"/>
              <a:pPr fontAlgn="base">
                <a:spcBef>
                  <a:spcPct val="0"/>
                </a:spcBef>
                <a:spcAft>
                  <a:spcPct val="0"/>
                </a:spcAft>
                <a:defRPr/>
              </a:pPr>
              <a:t>‹N°›</a:t>
            </a:fld>
            <a:endParaRPr lang="fr-FR"/>
          </a:p>
        </p:txBody>
      </p:sp>
      <p:sp>
        <p:nvSpPr>
          <p:cNvPr id="2055"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2057" name="Rectangle 7"/>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205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2059" name="Rectangle 10"/>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3" name="Image 2"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5933"/>
            <a:ext cx="721686" cy="720000"/>
          </a:xfrm>
          <a:prstGeom prst="rect">
            <a:avLst/>
          </a:prstGeom>
        </p:spPr>
      </p:pic>
    </p:spTree>
    <p:extLst>
      <p:ext uri="{BB962C8B-B14F-4D97-AF65-F5344CB8AC3E}">
        <p14:creationId xmlns:p14="http://schemas.microsoft.com/office/powerpoint/2010/main" val="54822417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4099" name="Rectangle 3"/>
          <p:cNvSpPr>
            <a:spLocks noGrp="1" noChangeArrowheads="1"/>
          </p:cNvSpPr>
          <p:nvPr>
            <p:ph type="body" idx="1"/>
          </p:nvPr>
        </p:nvSpPr>
        <p:spPr bwMode="auto">
          <a:xfrm>
            <a:off x="655108" y="964523"/>
            <a:ext cx="10703984"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mn-cs"/>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mn-cs"/>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9271000" y="6207125"/>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mn-cs"/>
              </a:defRPr>
            </a:lvl1pPr>
          </a:lstStyle>
          <a:p>
            <a:pPr fontAlgn="base">
              <a:spcBef>
                <a:spcPct val="0"/>
              </a:spcBef>
              <a:spcAft>
                <a:spcPct val="0"/>
              </a:spcAft>
              <a:defRPr/>
            </a:pPr>
            <a:fld id="{F7DDE385-91C7-48CE-9175-CFD7D795D4AB}" type="slidenum">
              <a:rPr lang="fr-FR"/>
              <a:pPr fontAlgn="base">
                <a:spcBef>
                  <a:spcPct val="0"/>
                </a:spcBef>
                <a:spcAft>
                  <a:spcPct val="0"/>
                </a:spcAft>
                <a:defRPr/>
              </a:pPr>
              <a:t>‹N°›</a:t>
            </a:fld>
            <a:endParaRPr lang="fr-FR"/>
          </a:p>
        </p:txBody>
      </p:sp>
      <p:sp>
        <p:nvSpPr>
          <p:cNvPr id="4103"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3" name="Rectangle 7">
            <a:extLst>
              <a:ext uri="{FF2B5EF4-FFF2-40B4-BE49-F238E27FC236}">
                <a16:creationId xmlns:a16="http://schemas.microsoft.com/office/drawing/2014/main" id="{D7EF8DF1-394D-88A6-07C4-71C3970F3E8E}"/>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9BA51E6E-01C5-FD14-EAFA-A493B490BD7F}"/>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3C2D52B0-6A54-1AD9-EC09-B55699F66360}"/>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56482110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6pPr>
      <a:lvl7pPr marL="29718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7pPr>
      <a:lvl8pPr marL="34290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8pPr>
      <a:lvl9pPr marL="38862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6C49959D-21E0-5E18-8F93-9F417DA544C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929825069"/>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848014"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5127"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ED88D6CE-7697-11F4-B00D-17654021533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4007259052"/>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bwMode="auto">
          <a:xfrm>
            <a:off x="609600" y="274638"/>
            <a:ext cx="109728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6147" name="Rectangle 3"/>
          <p:cNvSpPr>
            <a:spLocks noGrp="1" noChangeArrowheads="1"/>
          </p:cNvSpPr>
          <p:nvPr>
            <p:ph type="body" idx="1"/>
          </p:nvPr>
        </p:nvSpPr>
        <p:spPr bwMode="auto">
          <a:xfrm>
            <a:off x="624417" y="1628776"/>
            <a:ext cx="10972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0724" name="Rectangle 4"/>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b="0">
                <a:solidFill>
                  <a:srgbClr val="000000"/>
                </a:solidFill>
                <a:latin typeface="Arial" pitchFamily="34" charset="0"/>
                <a:cs typeface="Arial" pitchFamily="34" charset="0"/>
              </a:defRPr>
            </a:lvl1pPr>
          </a:lstStyle>
          <a:p>
            <a:pPr fontAlgn="base">
              <a:spcBef>
                <a:spcPct val="0"/>
              </a:spcBef>
              <a:spcAft>
                <a:spcPct val="0"/>
              </a:spcAft>
              <a:defRPr/>
            </a:pPr>
            <a:endParaRPr lang="fr-FR"/>
          </a:p>
        </p:txBody>
      </p:sp>
      <p:sp>
        <p:nvSpPr>
          <p:cNvPr id="30725" name="Rectangle 5"/>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b="0">
                <a:solidFill>
                  <a:srgbClr val="000000"/>
                </a:solidFill>
                <a:latin typeface="Arial" pitchFamily="34" charset="0"/>
                <a:cs typeface="Arial" pitchFamily="34" charset="0"/>
              </a:defRPr>
            </a:lvl1pPr>
          </a:lstStyle>
          <a:p>
            <a:pPr fontAlgn="base">
              <a:spcBef>
                <a:spcPct val="0"/>
              </a:spcBef>
              <a:spcAft>
                <a:spcPct val="0"/>
              </a:spcAft>
              <a:defRPr/>
            </a:pPr>
            <a:endParaRPr lang="fr-FR"/>
          </a:p>
        </p:txBody>
      </p:sp>
      <p:sp>
        <p:nvSpPr>
          <p:cNvPr id="30726" name="Rectangle 6"/>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solidFill>
                  <a:srgbClr val="000000"/>
                </a:solidFill>
                <a:latin typeface="Arial" pitchFamily="34" charset="0"/>
                <a:cs typeface="Arial" pitchFamily="34" charset="0"/>
              </a:defRPr>
            </a:lvl1pPr>
          </a:lstStyle>
          <a:p>
            <a:pPr fontAlgn="base">
              <a:spcBef>
                <a:spcPct val="0"/>
              </a:spcBef>
              <a:spcAft>
                <a:spcPct val="0"/>
              </a:spcAft>
              <a:defRPr/>
            </a:pPr>
            <a:fld id="{AD7F5E77-4F71-47D3-8E55-9F272F2A433C}" type="slidenum">
              <a:rPr lang="fr-FR"/>
              <a:pPr fontAlgn="base">
                <a:spcBef>
                  <a:spcPct val="0"/>
                </a:spcBef>
                <a:spcAft>
                  <a:spcPct val="0"/>
                </a:spcAft>
                <a:defRPr/>
              </a:pPr>
              <a:t>‹N°›</a:t>
            </a:fld>
            <a:endParaRPr lang="fr-FR"/>
          </a:p>
        </p:txBody>
      </p:sp>
      <p:sp>
        <p:nvSpPr>
          <p:cNvPr id="2" name="Rectangle 7">
            <a:extLst>
              <a:ext uri="{FF2B5EF4-FFF2-40B4-BE49-F238E27FC236}">
                <a16:creationId xmlns:a16="http://schemas.microsoft.com/office/drawing/2014/main" id="{358290FC-1922-9005-B90C-8B7B2750E5FF}"/>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3" name="Rectangle 9">
            <a:extLst>
              <a:ext uri="{FF2B5EF4-FFF2-40B4-BE49-F238E27FC236}">
                <a16:creationId xmlns:a16="http://schemas.microsoft.com/office/drawing/2014/main" id="{CCD44586-CE33-2831-FED3-93D4DBEEADD3}"/>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4" name="Rectangle 10">
            <a:extLst>
              <a:ext uri="{FF2B5EF4-FFF2-40B4-BE49-F238E27FC236}">
                <a16:creationId xmlns:a16="http://schemas.microsoft.com/office/drawing/2014/main" id="{B34D6B35-DA65-0521-C32B-53AD1992A9F3}"/>
              </a:ext>
            </a:extLst>
          </p:cNvPr>
          <p:cNvSpPr>
            <a:spLocks noChangeArrowheads="1"/>
          </p:cNvSpPr>
          <p:nvPr userDrawn="1"/>
        </p:nvSpPr>
        <p:spPr bwMode="auto">
          <a:xfrm>
            <a:off x="0" y="-9128"/>
            <a:ext cx="152400" cy="2295128"/>
          </a:xfrm>
          <a:prstGeom prst="rect">
            <a:avLst/>
          </a:prstGeom>
          <a:solidFill>
            <a:srgbClr val="99CC0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Tree>
    <p:extLst>
      <p:ext uri="{BB962C8B-B14F-4D97-AF65-F5344CB8AC3E}">
        <p14:creationId xmlns:p14="http://schemas.microsoft.com/office/powerpoint/2010/main" val="305946610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hf hdr="0" ft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cs typeface="Arial" pitchFamily="34" charset="0"/>
        </a:defRPr>
      </a:lvl2pPr>
      <a:lvl3pPr algn="ctr" rtl="0" eaLnBrk="0" fontAlgn="base" hangingPunct="0">
        <a:spcBef>
          <a:spcPct val="0"/>
        </a:spcBef>
        <a:spcAft>
          <a:spcPct val="0"/>
        </a:spcAft>
        <a:defRPr sz="4400">
          <a:solidFill>
            <a:schemeClr val="tx2"/>
          </a:solidFill>
          <a:latin typeface="Arial" pitchFamily="34" charset="0"/>
          <a:cs typeface="Arial" pitchFamily="34" charset="0"/>
        </a:defRPr>
      </a:lvl3pPr>
      <a:lvl4pPr algn="ctr" rtl="0" eaLnBrk="0" fontAlgn="base" hangingPunct="0">
        <a:spcBef>
          <a:spcPct val="0"/>
        </a:spcBef>
        <a:spcAft>
          <a:spcPct val="0"/>
        </a:spcAft>
        <a:defRPr sz="4400">
          <a:solidFill>
            <a:schemeClr val="tx2"/>
          </a:solidFill>
          <a:latin typeface="Arial" pitchFamily="34" charset="0"/>
          <a:cs typeface="Arial" pitchFamily="34" charset="0"/>
        </a:defRPr>
      </a:lvl4pPr>
      <a:lvl5pPr algn="ctr" rtl="0" eaLnBrk="0" fontAlgn="base" hangingPunct="0">
        <a:spcBef>
          <a:spcPct val="0"/>
        </a:spcBef>
        <a:spcAft>
          <a:spcPct val="0"/>
        </a:spcAft>
        <a:defRPr sz="4400">
          <a:solidFill>
            <a:schemeClr val="tx2"/>
          </a:solidFill>
          <a:latin typeface="Arial" pitchFamily="34" charset="0"/>
          <a:cs typeface="Arial" pitchFamily="34" charset="0"/>
        </a:defRPr>
      </a:lvl5pPr>
      <a:lvl6pPr marL="457200" algn="ctr" rtl="0" fontAlgn="base">
        <a:spcBef>
          <a:spcPct val="0"/>
        </a:spcBef>
        <a:spcAft>
          <a:spcPct val="0"/>
        </a:spcAft>
        <a:defRPr sz="4400">
          <a:solidFill>
            <a:schemeClr val="tx2"/>
          </a:solidFill>
          <a:latin typeface="Arial" pitchFamily="34" charset="0"/>
          <a:cs typeface="Arial" pitchFamily="34" charset="0"/>
        </a:defRPr>
      </a:lvl6pPr>
      <a:lvl7pPr marL="914400" algn="ctr" rtl="0" fontAlgn="base">
        <a:spcBef>
          <a:spcPct val="0"/>
        </a:spcBef>
        <a:spcAft>
          <a:spcPct val="0"/>
        </a:spcAft>
        <a:defRPr sz="4400">
          <a:solidFill>
            <a:schemeClr val="tx2"/>
          </a:solidFill>
          <a:latin typeface="Arial" pitchFamily="34" charset="0"/>
          <a:cs typeface="Arial" pitchFamily="34" charset="0"/>
        </a:defRPr>
      </a:lvl7pPr>
      <a:lvl8pPr marL="1371600" algn="ctr" rtl="0" fontAlgn="base">
        <a:spcBef>
          <a:spcPct val="0"/>
        </a:spcBef>
        <a:spcAft>
          <a:spcPct val="0"/>
        </a:spcAft>
        <a:defRPr sz="4400">
          <a:solidFill>
            <a:schemeClr val="tx2"/>
          </a:solidFill>
          <a:latin typeface="Arial" pitchFamily="34" charset="0"/>
          <a:cs typeface="Arial" pitchFamily="34" charset="0"/>
        </a:defRPr>
      </a:lvl8pPr>
      <a:lvl9pPr marL="1828800" algn="ctr" rtl="0" fontAlgn="base">
        <a:spcBef>
          <a:spcPct val="0"/>
        </a:spcBef>
        <a:spcAft>
          <a:spcPct val="0"/>
        </a:spcAft>
        <a:defRPr sz="4400">
          <a:solidFill>
            <a:schemeClr val="tx2"/>
          </a:solidFill>
          <a:latin typeface="Arial" pitchFamily="34" charset="0"/>
          <a:cs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cs typeface="+mn-cs"/>
        </a:defRPr>
      </a:lvl2pPr>
      <a:lvl3pPr marL="1143000" indent="-228600" algn="l" rtl="0" eaLnBrk="0" fontAlgn="base" hangingPunct="0">
        <a:spcBef>
          <a:spcPct val="20000"/>
        </a:spcBef>
        <a:spcAft>
          <a:spcPct val="0"/>
        </a:spcAft>
        <a:buChar char="•"/>
        <a:defRPr sz="2400">
          <a:solidFill>
            <a:schemeClr val="tx1"/>
          </a:solidFill>
          <a:latin typeface="+mn-lt"/>
          <a:cs typeface="+mn-cs"/>
        </a:defRPr>
      </a:lvl3pPr>
      <a:lvl4pPr marL="1600200" indent="-228600" algn="l" rtl="0" eaLnBrk="0" fontAlgn="base" hangingPunct="0">
        <a:spcBef>
          <a:spcPct val="20000"/>
        </a:spcBef>
        <a:spcAft>
          <a:spcPct val="0"/>
        </a:spcAft>
        <a:buChar char="–"/>
        <a:defRPr sz="2000">
          <a:solidFill>
            <a:schemeClr val="tx1"/>
          </a:solidFill>
          <a:latin typeface="+mn-lt"/>
          <a:cs typeface="+mn-cs"/>
        </a:defRPr>
      </a:lvl4pPr>
      <a:lvl5pPr marL="2057400" indent="-228600" algn="l" rtl="0" eaLnBrk="0" fontAlgn="base" hangingPunct="0">
        <a:spcBef>
          <a:spcPct val="20000"/>
        </a:spcBef>
        <a:spcAft>
          <a:spcPct val="0"/>
        </a:spcAft>
        <a:buChar char="»"/>
        <a:defRPr sz="2000">
          <a:solidFill>
            <a:schemeClr val="tx1"/>
          </a:solidFill>
          <a:latin typeface="+mn-lt"/>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2051"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80418E13-F90D-4073-973C-40D860A95E76}" type="slidenum">
              <a:rPr lang="fr-FR"/>
              <a:pPr fontAlgn="base">
                <a:spcBef>
                  <a:spcPct val="0"/>
                </a:spcBef>
                <a:spcAft>
                  <a:spcPct val="0"/>
                </a:spcAft>
                <a:defRPr/>
              </a:pPr>
              <a:t>‹N°›</a:t>
            </a:fld>
            <a:endParaRPr lang="fr-FR"/>
          </a:p>
        </p:txBody>
      </p:sp>
      <p:sp>
        <p:nvSpPr>
          <p:cNvPr id="2055"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2057" name="Rectangle 7"/>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205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2059" name="Rectangle 10"/>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3" name="Image 2"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33765"/>
            <a:ext cx="721686" cy="720000"/>
          </a:xfrm>
          <a:prstGeom prst="rect">
            <a:avLst/>
          </a:prstGeom>
        </p:spPr>
      </p:pic>
    </p:spTree>
    <p:extLst>
      <p:ext uri="{BB962C8B-B14F-4D97-AF65-F5344CB8AC3E}">
        <p14:creationId xmlns:p14="http://schemas.microsoft.com/office/powerpoint/2010/main" val="2448051036"/>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1" r:id="rId8"/>
    <p:sldLayoutId id="2147483742" r:id="rId9"/>
    <p:sldLayoutId id="2147483743" r:id="rId10"/>
    <p:sldLayoutId id="2147483744"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8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24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6C49959D-21E0-5E18-8F93-9F417DA544C0}"/>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782656040"/>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0.xml"/><Relationship Id="rId3" Type="http://schemas.openxmlformats.org/officeDocument/2006/relationships/image" Target="../media/image15.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Layout" Target="../slideLayouts/slideLayout80.xml"/><Relationship Id="rId3" Type="http://schemas.openxmlformats.org/officeDocument/2006/relationships/notesSlide" Target="../notesSlides/notesSlide31.xml"/><Relationship Id="rId4" Type="http://schemas.openxmlformats.org/officeDocument/2006/relationships/image" Target="../media/image16.png"/><Relationship Id="rId5"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Layout" Target="../slideLayouts/slideLayout80.xml"/><Relationship Id="rId3" Type="http://schemas.openxmlformats.org/officeDocument/2006/relationships/notesSlide" Target="../notesSlides/notesSlide32.xml"/><Relationship Id="rId4" Type="http://schemas.openxmlformats.org/officeDocument/2006/relationships/image" Target="../media/image17.jpe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20.jpeg"/><Relationship Id="rId3" Type="http://schemas.openxmlformats.org/officeDocument/2006/relationships/image" Target="../media/image21.jpeg"/><Relationship Id="rId4" Type="http://schemas.openxmlformats.org/officeDocument/2006/relationships/image" Target="../media/image22.jpeg"/><Relationship Id="rId5" Type="http://schemas.openxmlformats.org/officeDocument/2006/relationships/image" Target="../media/image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33.xml"/><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image" Target="../media/image2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jpeg"/><Relationship Id="rId9" Type="http://schemas.openxmlformats.org/officeDocument/2006/relationships/image" Target="../media/image29.png"/><Relationship Id="rId10" Type="http://schemas.openxmlformats.org/officeDocument/2006/relationships/image" Target="../media/image30.jpeg"/><Relationship Id="rId11" Type="http://schemas.openxmlformats.org/officeDocument/2006/relationships/image" Target="../media/image31.jpe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jpeg"/><Relationship Id="rId16" Type="http://schemas.openxmlformats.org/officeDocument/2006/relationships/image" Target="../media/image36.jpeg"/><Relationship Id="rId17" Type="http://schemas.openxmlformats.org/officeDocument/2006/relationships/image" Target="../media/image37.png"/><Relationship Id="rId18" Type="http://schemas.openxmlformats.org/officeDocument/2006/relationships/image" Target="../media/image38.jpeg"/><Relationship Id="rId19" Type="http://schemas.openxmlformats.org/officeDocument/2006/relationships/image" Target="../media/image39.png"/><Relationship Id="rId20" Type="http://schemas.openxmlformats.org/officeDocument/2006/relationships/image" Target="../media/image40.png"/><Relationship Id="rId21" Type="http://schemas.openxmlformats.org/officeDocument/2006/relationships/image" Target="../media/image41.png"/><Relationship Id="rId22" Type="http://schemas.openxmlformats.org/officeDocument/2006/relationships/image" Target="../media/image42.jpeg"/><Relationship Id="rId23" Type="http://schemas.openxmlformats.org/officeDocument/2006/relationships/image" Target="../media/image43.png"/><Relationship Id="rId24" Type="http://schemas.openxmlformats.org/officeDocument/2006/relationships/image" Target="../media/image44.jpeg"/><Relationship Id="rId25" Type="http://schemas.openxmlformats.org/officeDocument/2006/relationships/image" Target="../media/image45.png"/><Relationship Id="rId26" Type="http://schemas.openxmlformats.org/officeDocument/2006/relationships/image" Target="../media/image46.jpeg"/><Relationship Id="rId27" Type="http://schemas.openxmlformats.org/officeDocument/2006/relationships/image" Target="../media/image47.png"/><Relationship Id="rId28" Type="http://schemas.openxmlformats.org/officeDocument/2006/relationships/image" Target="../media/image48.png"/><Relationship Id="rId29" Type="http://schemas.openxmlformats.org/officeDocument/2006/relationships/image" Target="../media/image49.png"/><Relationship Id="rId30" Type="http://schemas.openxmlformats.org/officeDocument/2006/relationships/image" Target="../media/image50.jpeg"/><Relationship Id="rId31" Type="http://schemas.openxmlformats.org/officeDocument/2006/relationships/image" Target="../media/image51.jpe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54.jpeg"/><Relationship Id="rId35" Type="http://schemas.openxmlformats.org/officeDocument/2006/relationships/image" Target="../media/image55.png"/><Relationship Id="rId36" Type="http://schemas.openxmlformats.org/officeDocument/2006/relationships/image" Target="../media/image56.png"/><Relationship Id="rId37" Type="http://schemas.openxmlformats.org/officeDocument/2006/relationships/image" Target="../media/image57.png"/><Relationship Id="rId38" Type="http://schemas.openxmlformats.org/officeDocument/2006/relationships/image" Target="../media/image58.png"/><Relationship Id="rId39" Type="http://schemas.openxmlformats.org/officeDocument/2006/relationships/image" Target="../media/image59.png"/><Relationship Id="rId40" Type="http://schemas.openxmlformats.org/officeDocument/2006/relationships/image" Target="../media/image60.jpeg"/><Relationship Id="rId41" Type="http://schemas.openxmlformats.org/officeDocument/2006/relationships/image" Target="../media/image61.jpe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 Id="rId45" Type="http://schemas.openxmlformats.org/officeDocument/2006/relationships/image" Target="../media/image65.jpeg"/><Relationship Id="rId46" Type="http://schemas.openxmlformats.org/officeDocument/2006/relationships/image" Target="../media/image66.jpeg"/><Relationship Id="rId47" Type="http://schemas.openxmlformats.org/officeDocument/2006/relationships/image" Target="../media/image67.png"/><Relationship Id="rId48" Type="http://schemas.openxmlformats.org/officeDocument/2006/relationships/image" Target="../media/image68.png"/><Relationship Id="rId49" Type="http://schemas.openxmlformats.org/officeDocument/2006/relationships/image" Target="../media/image69.jpeg"/><Relationship Id="rId50" Type="http://schemas.openxmlformats.org/officeDocument/2006/relationships/image" Target="../media/image70.png"/><Relationship Id="rId51" Type="http://schemas.openxmlformats.org/officeDocument/2006/relationships/image" Target="../media/image71.png"/><Relationship Id="rId52" Type="http://schemas.openxmlformats.org/officeDocument/2006/relationships/image" Target="../media/image72.jpeg"/><Relationship Id="rId53" Type="http://schemas.openxmlformats.org/officeDocument/2006/relationships/image" Target="../media/image73.png"/><Relationship Id="rId54" Type="http://schemas.openxmlformats.org/officeDocument/2006/relationships/image" Target="../media/image74.gif"/><Relationship Id="rId55" Type="http://schemas.openxmlformats.org/officeDocument/2006/relationships/image" Target="../media/image75.png"/></Relationships>
</file>

<file path=ppt/slides/_rels/slide6.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Layout" Target="../slideLayouts/slideLayout7.xml"/><Relationship Id="rId3" Type="http://schemas.openxmlformats.org/officeDocument/2006/relationships/notesSlide" Target="../notesSlides/notesSlide34.xml"/><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jpeg"/><Relationship Id="rId7" Type="http://schemas.openxmlformats.org/officeDocument/2006/relationships/image" Target="../media/image79.jpe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83.png"/><Relationship Id="rId12" Type="http://schemas.openxmlformats.org/officeDocument/2006/relationships/image" Target="../media/image84.png"/><Relationship Id="rId13" Type="http://schemas.openxmlformats.org/officeDocument/2006/relationships/image" Target="../media/image85.jpeg"/><Relationship Id="rId14" Type="http://schemas.openxmlformats.org/officeDocument/2006/relationships/image" Target="../media/image86.jpeg"/><Relationship Id="rId15" Type="http://schemas.openxmlformats.org/officeDocument/2006/relationships/image" Target="../media/image87.png"/><Relationship Id="rId16" Type="http://schemas.openxmlformats.org/officeDocument/2006/relationships/image" Target="../media/image88.jpeg"/><Relationship Id="rId17" Type="http://schemas.openxmlformats.org/officeDocument/2006/relationships/image" Target="../media/image89.png"/><Relationship Id="rId18" Type="http://schemas.openxmlformats.org/officeDocument/2006/relationships/image" Target="../media/image90.png"/><Relationship Id="rId19" Type="http://schemas.openxmlformats.org/officeDocument/2006/relationships/image" Target="../media/image91.png"/><Relationship Id="rId20" Type="http://schemas.openxmlformats.org/officeDocument/2006/relationships/image" Target="../media/image92.png"/><Relationship Id="rId21" Type="http://schemas.openxmlformats.org/officeDocument/2006/relationships/hyperlink" Target="http://www.mutualia.fr/index.php" TargetMode="External"/><Relationship Id="rId22" Type="http://schemas.openxmlformats.org/officeDocument/2006/relationships/image" Target="../media/image93.png"/><Relationship Id="rId23" Type="http://schemas.openxmlformats.org/officeDocument/2006/relationships/image" Target="../media/image94.png"/><Relationship Id="rId24" Type="http://schemas.openxmlformats.org/officeDocument/2006/relationships/image" Target="../media/image95.png"/><Relationship Id="rId25" Type="http://schemas.openxmlformats.org/officeDocument/2006/relationships/image" Target="../media/image96.png"/><Relationship Id="rId26" Type="http://schemas.openxmlformats.org/officeDocument/2006/relationships/image" Target="../media/image97.png"/><Relationship Id="rId27" Type="http://schemas.openxmlformats.org/officeDocument/2006/relationships/image" Target="../media/image98.png"/><Relationship Id="rId28" Type="http://schemas.openxmlformats.org/officeDocument/2006/relationships/image" Target="../media/image99.png"/><Relationship Id="rId29" Type="http://schemas.openxmlformats.org/officeDocument/2006/relationships/image" Target="../media/image100.jpeg"/><Relationship Id="rId30" Type="http://schemas.openxmlformats.org/officeDocument/2006/relationships/image" Target="../media/image101.png"/><Relationship Id="rId31" Type="http://schemas.openxmlformats.org/officeDocument/2006/relationships/image" Target="../media/image102.png"/><Relationship Id="rId32" Type="http://schemas.openxmlformats.org/officeDocument/2006/relationships/image" Target="../media/image103.png"/><Relationship Id="rId33" Type="http://schemas.openxmlformats.org/officeDocument/2006/relationships/image" Target="../media/image104.png"/><Relationship Id="rId34" Type="http://schemas.openxmlformats.org/officeDocument/2006/relationships/image" Target="../media/image105.jpeg"/><Relationship Id="rId35" Type="http://schemas.openxmlformats.org/officeDocument/2006/relationships/image" Target="../media/image106.jpeg"/><Relationship Id="rId36" Type="http://schemas.openxmlformats.org/officeDocument/2006/relationships/image" Target="../media/image107.gif"/><Relationship Id="rId37" Type="http://schemas.openxmlformats.org/officeDocument/2006/relationships/image" Target="../media/image108.jpeg"/><Relationship Id="rId38" Type="http://schemas.openxmlformats.org/officeDocument/2006/relationships/image" Target="../media/image109.png"/><Relationship Id="rId39" Type="http://schemas.openxmlformats.org/officeDocument/2006/relationships/image" Target="../media/image110.png"/><Relationship Id="rId40" Type="http://schemas.openxmlformats.org/officeDocument/2006/relationships/image" Target="../media/image111.jpeg"/><Relationship Id="rId41" Type="http://schemas.openxmlformats.org/officeDocument/2006/relationships/image" Target="../media/image112.jpeg"/><Relationship Id="rId42" Type="http://schemas.openxmlformats.org/officeDocument/2006/relationships/image" Target="../media/image113.jpeg"/><Relationship Id="rId43" Type="http://schemas.openxmlformats.org/officeDocument/2006/relationships/image" Target="../media/image114.png"/><Relationship Id="rId44" Type="http://schemas.openxmlformats.org/officeDocument/2006/relationships/image" Target="../media/image115.jpeg"/><Relationship Id="rId45" Type="http://schemas.openxmlformats.org/officeDocument/2006/relationships/image" Target="../media/image116.jpeg"/><Relationship Id="rId46" Type="http://schemas.openxmlformats.org/officeDocument/2006/relationships/image" Target="../media/image117.jpeg"/><Relationship Id="rId47" Type="http://schemas.openxmlformats.org/officeDocument/2006/relationships/image" Target="../media/image118.png"/><Relationship Id="rId48" Type="http://schemas.openxmlformats.org/officeDocument/2006/relationships/image" Target="../media/image119.png"/><Relationship Id="rId49" Type="http://schemas.openxmlformats.org/officeDocument/2006/relationships/image" Target="../media/image120.jpeg"/><Relationship Id="rId50" Type="http://schemas.openxmlformats.org/officeDocument/2006/relationships/image" Target="../media/image121.gif"/><Relationship Id="rId51" Type="http://schemas.openxmlformats.org/officeDocument/2006/relationships/image" Target="../media/image122.png"/><Relationship Id="rId52" Type="http://schemas.openxmlformats.org/officeDocument/2006/relationships/image" Target="../media/image123.png"/><Relationship Id="rId53" Type="http://schemas.openxmlformats.org/officeDocument/2006/relationships/image" Target="../media/image24.png"/><Relationship Id="rId54" Type="http://schemas.openxmlformats.org/officeDocument/2006/relationships/image" Target="../media/image124.png"/><Relationship Id="rId55" Type="http://schemas.openxmlformats.org/officeDocument/2006/relationships/image" Target="../media/image125.png"/><Relationship Id="rId56" Type="http://schemas.openxmlformats.org/officeDocument/2006/relationships/hyperlink" Target="https://www.alptis.org/" TargetMode="External"/><Relationship Id="rId57" Type="http://schemas.openxmlformats.org/officeDocument/2006/relationships/image" Target="../media/image126.jpeg"/><Relationship Id="rId58" Type="http://schemas.openxmlformats.org/officeDocument/2006/relationships/image" Target="cid:image001.jpg@01D0618D.C0B5D750" TargetMode="External"/><Relationship Id="rId59" Type="http://schemas.openxmlformats.org/officeDocument/2006/relationships/image" Target="../media/image127.png"/><Relationship Id="rId60" Type="http://schemas.openxmlformats.org/officeDocument/2006/relationships/image" Target="../media/image128.jpeg"/><Relationship Id="rId61" Type="http://schemas.openxmlformats.org/officeDocument/2006/relationships/image" Target="../media/image129.png"/><Relationship Id="rId62" Type="http://schemas.openxmlformats.org/officeDocument/2006/relationships/image" Target="../media/image130.jpeg"/><Relationship Id="rId63" Type="http://schemas.openxmlformats.org/officeDocument/2006/relationships/image" Target="../media/image131.png"/><Relationship Id="rId64" Type="http://schemas.openxmlformats.org/officeDocument/2006/relationships/image" Target="../media/image132.png"/><Relationship Id="rId65" Type="http://schemas.openxmlformats.org/officeDocument/2006/relationships/image" Target="../media/image133.png"/><Relationship Id="rId66" Type="http://schemas.openxmlformats.org/officeDocument/2006/relationships/image" Target="../media/image134.png"/><Relationship Id="rId67" Type="http://schemas.openxmlformats.org/officeDocument/2006/relationships/image" Target="../media/image135.jpeg"/><Relationship Id="rId68" Type="http://schemas.openxmlformats.org/officeDocument/2006/relationships/image" Target="../media/image136.gif"/><Relationship Id="rId69" Type="http://schemas.openxmlformats.org/officeDocument/2006/relationships/image" Target="../media/image137.png"/><Relationship Id="rId70" Type="http://schemas.openxmlformats.org/officeDocument/2006/relationships/image" Target="../media/image138.jpeg"/><Relationship Id="rId71" Type="http://schemas.openxmlformats.org/officeDocument/2006/relationships/image" Target="../media/image139.png"/><Relationship Id="rId72" Type="http://schemas.openxmlformats.org/officeDocument/2006/relationships/image" Target="../media/image14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40188" y="5324072"/>
            <a:ext cx="10585176" cy="641971"/>
          </a:xfrm>
          <a:prstGeom prst="rect">
            <a:avLst/>
          </a:prstGeom>
        </p:spPr>
        <p:txBody>
          <a:bodyPr wrap="square">
            <a:spAutoFit/>
          </a:bodyPr>
          <a:lstStyle/>
          <a:p>
            <a:pPr marR="0" lvl="0" algn="just" defTabSz="914400" rtl="0" eaLnBrk="1" fontAlgn="auto" latinLnBrk="0" hangingPunct="1">
              <a:lnSpc>
                <a:spcPct val="115000"/>
              </a:lnSpc>
              <a:spcBef>
                <a:spcPts val="0"/>
              </a:spcBef>
              <a:spcAft>
                <a:spcPts val="0"/>
              </a:spcAft>
              <a:buClr>
                <a:srgbClr val="99CC00"/>
              </a:buClr>
              <a:buSzPct val="75000"/>
              <a:tabLst/>
              <a:defRPr/>
            </a:pPr>
            <a:endParaRPr kumimoji="0" lang="fr-FR" sz="1600" b="0" i="0" u="none" strike="noStrike" kern="1200" cap="none" spc="0" normalizeH="0" baseline="0" noProof="0" dirty="0">
              <a:ln>
                <a:noFill/>
              </a:ln>
              <a:solidFill>
                <a:srgbClr val="0070C0"/>
              </a:solidFill>
              <a:effectLst/>
              <a:uLnTx/>
              <a:uFillTx/>
              <a:latin typeface="Calibri" panose="020F0502020204030204" pitchFamily="34" charset="0"/>
              <a:ea typeface="Times New Roman" panose="02020603050405020304" pitchFamily="18" charset="0"/>
              <a:cs typeface="Calibri" panose="020F0502020204030204" pitchFamily="34" charset="0"/>
            </a:endParaRPr>
          </a:p>
          <a:p>
            <a:pPr marR="0" lvl="0" algn="ctr" defTabSz="914400" rtl="0" eaLnBrk="1" fontAlgn="auto" latinLnBrk="0" hangingPunct="1">
              <a:lnSpc>
                <a:spcPct val="115000"/>
              </a:lnSpc>
              <a:spcBef>
                <a:spcPts val="0"/>
              </a:spcBef>
              <a:spcAft>
                <a:spcPts val="0"/>
              </a:spcAft>
              <a:buClr>
                <a:srgbClr val="99CC00"/>
              </a:buClr>
              <a:buSzPct val="75000"/>
              <a:tabLst/>
              <a:defRPr/>
            </a:pPr>
            <a:r>
              <a:rPr kumimoji="0" lang="fr-FR" sz="1600" b="1" i="0" u="none" strike="noStrike" kern="1200" cap="none" spc="0" normalizeH="0" baseline="0" noProof="0" dirty="0">
                <a:ln>
                  <a:noFill/>
                </a:ln>
                <a:solidFill>
                  <a:srgbClr val="0070C0"/>
                </a:solidFill>
                <a:effectLst/>
                <a:uLnTx/>
                <a:uFillTx/>
                <a:latin typeface="Calibri" panose="020F0502020204030204" pitchFamily="34" charset="0"/>
                <a:ea typeface="Times New Roman" panose="02020603050405020304" pitchFamily="18" charset="0"/>
                <a:cs typeface="Calibri" panose="020F0502020204030204" pitchFamily="34" charset="0"/>
              </a:rPr>
              <a:t>Toute l’équipe de PIC FORMATION est intervenue avec grand plaisir !</a:t>
            </a:r>
          </a:p>
        </p:txBody>
      </p:sp>
      <p:grpSp>
        <p:nvGrpSpPr>
          <p:cNvPr id="7" name="Groupe 6">
            <a:extLst>
              <a:ext uri="{FF2B5EF4-FFF2-40B4-BE49-F238E27FC236}">
                <a16:creationId xmlns:a16="http://schemas.microsoft.com/office/drawing/2014/main" id="{55B81BC7-7D3D-82B3-1F5A-63563C77A4F9}"/>
              </a:ext>
            </a:extLst>
          </p:cNvPr>
          <p:cNvGrpSpPr/>
          <p:nvPr/>
        </p:nvGrpSpPr>
        <p:grpSpPr>
          <a:xfrm>
            <a:off x="3526126" y="1127966"/>
            <a:ext cx="4813300" cy="4013200"/>
            <a:chOff x="3455006" y="2011886"/>
            <a:chExt cx="4813300" cy="4013200"/>
          </a:xfrm>
        </p:grpSpPr>
        <p:pic>
          <p:nvPicPr>
            <p:cNvPr id="4" name="Image 3" descr="Une image contenant noir et blanc, conception, art&#10;&#10;Description générée automatiquement avec une confiance moyenne">
              <a:extLst>
                <a:ext uri="{FF2B5EF4-FFF2-40B4-BE49-F238E27FC236}">
                  <a16:creationId xmlns:a16="http://schemas.microsoft.com/office/drawing/2014/main" id="{B8BA81D3-E118-CA65-D544-569A878AE9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55006" y="2011886"/>
              <a:ext cx="4813300" cy="4013200"/>
            </a:xfrm>
            <a:prstGeom prst="rect">
              <a:avLst/>
            </a:prstGeom>
          </p:spPr>
        </p:pic>
        <p:sp>
          <p:nvSpPr>
            <p:cNvPr id="6" name="Rectangle 5">
              <a:extLst>
                <a:ext uri="{FF2B5EF4-FFF2-40B4-BE49-F238E27FC236}">
                  <a16:creationId xmlns:a16="http://schemas.microsoft.com/office/drawing/2014/main" id="{A0299745-9982-E918-AB5E-733EEDA7E0ED}"/>
                </a:ext>
              </a:extLst>
            </p:cNvPr>
            <p:cNvSpPr/>
            <p:nvPr/>
          </p:nvSpPr>
          <p:spPr>
            <a:xfrm>
              <a:off x="5083373" y="3909306"/>
              <a:ext cx="2668551" cy="1107996"/>
            </a:xfrm>
            <a:prstGeom prst="rect">
              <a:avLst/>
            </a:prstGeom>
            <a:noFill/>
          </p:spPr>
          <p:txBody>
            <a:bodyPr wrap="none" lIns="91440" tIns="45720" rIns="91440" bIns="45720">
              <a:spAutoFit/>
            </a:bodyPr>
            <a:lstStyle/>
            <a:p>
              <a:pPr algn="ctr"/>
              <a:r>
                <a:rPr lang="fr-FR" sz="6600" b="1" cap="none" spc="0" dirty="0">
                  <a:ln w="9525">
                    <a:solidFill>
                      <a:schemeClr val="bg1"/>
                    </a:solidFill>
                    <a:prstDash val="solid"/>
                  </a:ln>
                  <a:solidFill>
                    <a:srgbClr val="0070C0"/>
                  </a:solidFill>
                  <a:effectLst>
                    <a:outerShdw blurRad="12700" dist="38100" dir="2700000" algn="tl" rotWithShape="0">
                      <a:schemeClr val="bg1">
                        <a:lumMod val="50000"/>
                      </a:schemeClr>
                    </a:outerShdw>
                  </a:effectLst>
                </a:rPr>
                <a:t>Merci !</a:t>
              </a:r>
            </a:p>
          </p:txBody>
        </p:sp>
      </p:grpSp>
      <p:sp>
        <p:nvSpPr>
          <p:cNvPr id="3" name="Espace réservé du numéro de diapositive 3">
            <a:extLst>
              <a:ext uri="{FF2B5EF4-FFF2-40B4-BE49-F238E27FC236}">
                <a16:creationId xmlns:a16="http://schemas.microsoft.com/office/drawing/2014/main" id="{F3198D24-699B-4973-9691-75E9F98AB7B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6EBFAD-7D7E-4EEE-8122-1782B4EC52E1}" type="slidenum">
              <a:rPr kumimoji="0" lang="fr-FR" sz="1000" b="0" i="0" u="none" strike="noStrike" kern="1200" cap="none" spc="0" normalizeH="0" baseline="0" noProof="0" smtClean="0">
                <a:ln>
                  <a:noFill/>
                </a:ln>
                <a:solidFill>
                  <a:srgbClr val="000000"/>
                </a:solidFill>
                <a:effectLst/>
                <a:uLnTx/>
                <a:uFillTx/>
                <a:latin typeface="Verdana" pitchFamily="34" charset="0"/>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fr-FR" sz="1000" b="0" i="0" u="none" strike="noStrike" kern="1200" cap="none" spc="0" normalizeH="0" baseline="0" noProof="0" dirty="0">
              <a:ln>
                <a:noFill/>
              </a:ln>
              <a:solidFill>
                <a:srgbClr val="000000"/>
              </a:solidFill>
              <a:effectLst/>
              <a:uLnTx/>
              <a:uFillTx/>
              <a:latin typeface="Verdana" pitchFamily="34" charset="0"/>
              <a:ea typeface="+mn-ea"/>
              <a:cs typeface="Arial" charset="0"/>
            </a:endParaRPr>
          </a:p>
        </p:txBody>
      </p:sp>
      <p:sp>
        <p:nvSpPr>
          <p:cNvPr id="8"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9"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10"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11"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12" name="PIC_Bandeau_Logo" descr="image.jpeg"/>
          <p:cNvPicPr>
            <a:picLocks noChangeAspect="1"/>
          </p:cNvPicPr>
          <p:nvPr/>
        </p:nvPicPr>
        <p:blipFill>
          <a:blip r:embed="rId4"/>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925350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ChangeArrowheads="1"/>
          </p:cNvSpPr>
          <p:nvPr/>
        </p:nvSpPr>
        <p:spPr bwMode="auto">
          <a:xfrm>
            <a:off x="629174" y="0"/>
            <a:ext cx="10680977" cy="6930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eaLnBrk="0" hangingPunct="0">
              <a:defRPr sz="2800">
                <a:solidFill>
                  <a:schemeClr val="tx1"/>
                </a:solidFill>
                <a:latin typeface="Arial" panose="020B0604020202020204" pitchFamily="34" charset="0"/>
              </a:defRPr>
            </a:lvl1pPr>
            <a:lvl2pPr marL="742950" indent="-285750" eaLnBrk="0" hangingPunct="0">
              <a:defRPr sz="2800">
                <a:solidFill>
                  <a:schemeClr val="tx1"/>
                </a:solidFill>
                <a:latin typeface="Arial" panose="020B0604020202020204" pitchFamily="34" charset="0"/>
              </a:defRPr>
            </a:lvl2pPr>
            <a:lvl3pPr marL="1143000" indent="-228600" eaLnBrk="0" hangingPunct="0">
              <a:defRPr sz="2800">
                <a:solidFill>
                  <a:schemeClr val="tx1"/>
                </a:solidFill>
                <a:latin typeface="Arial" panose="020B0604020202020204" pitchFamily="34" charset="0"/>
              </a:defRPr>
            </a:lvl3pPr>
            <a:lvl4pPr marL="1600200" indent="-228600" eaLnBrk="0" hangingPunct="0">
              <a:defRPr sz="2800">
                <a:solidFill>
                  <a:schemeClr val="tx1"/>
                </a:solidFill>
                <a:latin typeface="Arial" panose="020B0604020202020204" pitchFamily="34" charset="0"/>
              </a:defRPr>
            </a:lvl4pPr>
            <a:lvl5pPr marL="2057400" indent="-228600" eaLnBrk="0" hangingPunct="0">
              <a:defRPr sz="2800">
                <a:solidFill>
                  <a:schemeClr val="tx1"/>
                </a:solidFill>
                <a:latin typeface="Arial" panose="020B0604020202020204" pitchFamily="34" charset="0"/>
              </a:defRPr>
            </a:lvl5pPr>
            <a:lvl6pPr marL="2514600" indent="-228600" algn="ctr" eaLnBrk="0" fontAlgn="base" hangingPunct="0">
              <a:spcBef>
                <a:spcPct val="0"/>
              </a:spcBef>
              <a:spcAft>
                <a:spcPct val="0"/>
              </a:spcAft>
              <a:defRPr sz="2800">
                <a:solidFill>
                  <a:schemeClr val="tx1"/>
                </a:solidFill>
                <a:latin typeface="Arial" panose="020B0604020202020204" pitchFamily="34" charset="0"/>
              </a:defRPr>
            </a:lvl6pPr>
            <a:lvl7pPr marL="2971800" indent="-228600" algn="ctr" eaLnBrk="0" fontAlgn="base" hangingPunct="0">
              <a:spcBef>
                <a:spcPct val="0"/>
              </a:spcBef>
              <a:spcAft>
                <a:spcPct val="0"/>
              </a:spcAft>
              <a:defRPr sz="2800">
                <a:solidFill>
                  <a:schemeClr val="tx1"/>
                </a:solidFill>
                <a:latin typeface="Arial" panose="020B0604020202020204" pitchFamily="34" charset="0"/>
              </a:defRPr>
            </a:lvl7pPr>
            <a:lvl8pPr marL="3429000" indent="-228600" algn="ctr" eaLnBrk="0" fontAlgn="base" hangingPunct="0">
              <a:spcBef>
                <a:spcPct val="0"/>
              </a:spcBef>
              <a:spcAft>
                <a:spcPct val="0"/>
              </a:spcAft>
              <a:defRPr sz="2800">
                <a:solidFill>
                  <a:schemeClr val="tx1"/>
                </a:solidFill>
                <a:latin typeface="Arial" panose="020B0604020202020204" pitchFamily="34" charset="0"/>
              </a:defRPr>
            </a:lvl8pPr>
            <a:lvl9pPr marL="3886200" indent="-228600"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l" defTabSz="914400" rtl="0" eaLnBrk="0" fontAlgn="auto" latinLnBrk="0" hangingPunct="0">
              <a:lnSpc>
                <a:spcPct val="100000"/>
              </a:lnSpc>
              <a:spcBef>
                <a:spcPts val="0"/>
              </a:spcBef>
              <a:spcAft>
                <a:spcPts val="0"/>
              </a:spcAft>
              <a:buClr>
                <a:srgbClr val="99CC00"/>
              </a:buClr>
              <a:buSzPct val="75000"/>
              <a:buFont typeface="Wingdings" panose="05000000000000000000" pitchFamily="2" charset="2"/>
              <a:buNone/>
              <a:tabLst/>
              <a:defRPr/>
            </a:pPr>
            <a:r>
              <a:rPr kumimoji="0" lang="fr-FR" alt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Calibri"/>
                <a:ea typeface="+mn-ea"/>
                <a:cs typeface="Arial" pitchFamily="34" charset="0"/>
              </a:rPr>
              <a:t>Nos formations certifiantes : les titres professionnels Adaptés et le PICADAPTÉ</a:t>
            </a:r>
            <a:endParaRPr kumimoji="0" 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Arial" panose="020B0604020202020204" pitchFamily="34" charset="0"/>
              <a:ea typeface="+mn-ea"/>
              <a:cs typeface="Arial"/>
            </a:endParaRPr>
          </a:p>
        </p:txBody>
      </p:sp>
      <p:sp>
        <p:nvSpPr>
          <p:cNvPr id="3" name="Espace réservé du numéro de diapositive 2">
            <a:extLst>
              <a:ext uri="{FF2B5EF4-FFF2-40B4-BE49-F238E27FC236}">
                <a16:creationId xmlns:a16="http://schemas.microsoft.com/office/drawing/2014/main" id="{CA7F4994-B7CA-4818-B9D6-342DC58A93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09DF53-BFEF-4E85-9991-EB2B3A602595}" type="slidenum">
              <a:rPr kumimoji="0" lang="fr-FR" altLang="fr-FR" sz="1000" b="0" i="1" u="none" strike="noStrike" kern="1200" cap="none" spc="0" normalizeH="0" baseline="0" noProof="0" smtClean="0">
                <a:ln>
                  <a:noFill/>
                </a:ln>
                <a:solidFill>
                  <a:srgbClr val="000000"/>
                </a:solidFill>
                <a:effectLst/>
                <a:uLnTx/>
                <a:uFillTx/>
                <a:latin typeface="Verdana" pitchFamily="34" charset="0"/>
                <a:ea typeface="+mn-ea"/>
                <a:cs typeface="Arial"/>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fr-FR" altLang="fr-FR" sz="1000" b="0" i="1" u="none" strike="noStrike" kern="1200" cap="none" spc="0" normalizeH="0" baseline="0" noProof="0">
              <a:ln>
                <a:noFill/>
              </a:ln>
              <a:solidFill>
                <a:srgbClr val="000000"/>
              </a:solidFill>
              <a:effectLst/>
              <a:uLnTx/>
              <a:uFillTx/>
              <a:latin typeface="Verdana" pitchFamily="34" charset="0"/>
              <a:ea typeface="+mn-ea"/>
              <a:cs typeface="Arial"/>
            </a:endParaRPr>
          </a:p>
        </p:txBody>
      </p:sp>
      <p:sp>
        <p:nvSpPr>
          <p:cNvPr id="5" name="Rectangle 4">
            <a:extLst>
              <a:ext uri="{FF2B5EF4-FFF2-40B4-BE49-F238E27FC236}">
                <a16:creationId xmlns:a16="http://schemas.microsoft.com/office/drawing/2014/main" id="{0D6137A4-A041-481F-AFA9-4C202CD3B770}"/>
              </a:ext>
            </a:extLst>
          </p:cNvPr>
          <p:cNvSpPr/>
          <p:nvPr/>
        </p:nvSpPr>
        <p:spPr>
          <a:xfrm>
            <a:off x="594911" y="766795"/>
            <a:ext cx="10598229" cy="4906408"/>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wavy" strike="noStrike" kern="1200" cap="none" spc="0" normalizeH="0" baseline="0" noProof="0" dirty="0">
                <a:ln>
                  <a:noFill/>
                </a:ln>
                <a:solidFill>
                  <a:srgbClr val="000000"/>
                </a:solidFill>
                <a:effectLst/>
                <a:uLnTx/>
                <a:uFillTx/>
                <a:latin typeface="Calibri"/>
                <a:ea typeface="+mn-ea"/>
                <a:cs typeface="Arial"/>
              </a:rPr>
              <a:t>Certificat </a:t>
            </a:r>
            <a:r>
              <a:rPr kumimoji="0" lang="fr-FR" sz="1400" b="0" i="0" u="none" strike="noStrike" kern="1200" cap="none" spc="0" normalizeH="0" baseline="0" noProof="0" dirty="0">
                <a:ln>
                  <a:noFill/>
                </a:ln>
                <a:solidFill>
                  <a:srgbClr val="000000"/>
                </a:solidFill>
                <a:effectLst/>
                <a:uLnTx/>
                <a:uFillTx/>
                <a:latin typeface="Calibri"/>
                <a:ea typeface="+mn-ea"/>
                <a:cs typeface="Arial"/>
              </a:rPr>
              <a:t>PICADAPTÉ créé par </a:t>
            </a:r>
            <a:r>
              <a:rPr kumimoji="0" lang="fr-FR" sz="1400" b="0" i="0" u="wavy" strike="noStrike" kern="1200" cap="none" spc="0" normalizeH="0" baseline="0" noProof="0" dirty="0">
                <a:ln>
                  <a:noFill/>
                </a:ln>
                <a:solidFill>
                  <a:srgbClr val="000000"/>
                </a:solidFill>
                <a:effectLst/>
                <a:uLnTx/>
                <a:uFillTx/>
                <a:latin typeface="Calibri"/>
                <a:ea typeface="+mn-ea"/>
                <a:cs typeface="Arial"/>
              </a:rPr>
              <a:t>PIC Formation</a:t>
            </a:r>
            <a:r>
              <a:rPr kumimoji="0" lang="fr-FR" sz="1400" b="0" i="0" u="none" strike="noStrike" kern="1200" cap="none" spc="0" normalizeH="0" baseline="0" noProof="0" dirty="0">
                <a:ln>
                  <a:noFill/>
                </a:ln>
                <a:solidFill>
                  <a:srgbClr val="000000"/>
                </a:solidFill>
                <a:effectLst/>
                <a:uLnTx/>
                <a:uFillTx/>
                <a:latin typeface="Calibri"/>
                <a:ea typeface="+mn-ea"/>
                <a:cs typeface="Arial"/>
              </a:rPr>
              <a:t> : Parcours Individuel de Compétences professionnelles adaptées aux travailleurs en situation de handicap</a:t>
            </a:r>
            <a:endPar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endParaRP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APH : Agent de Propreté et d’Hygiène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OP : Ouvrier Paysagiste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AFI : Agent(e) de Fabrication I</a:t>
            </a:r>
            <a:r>
              <a:rPr kumimoji="0" lang="fr-FR" sz="1400" b="0" i="0" u="none" strike="noStrike" kern="1200" cap="none" spc="0" normalizeH="0" baseline="0" noProof="0" dirty="0" err="1">
                <a:ln>
                  <a:noFill/>
                </a:ln>
                <a:solidFill>
                  <a:srgbClr val="000000"/>
                </a:solidFill>
                <a:effectLst/>
                <a:uLnTx/>
                <a:uFillTx/>
                <a:latin typeface="Calibri"/>
                <a:ea typeface="+mn-ea"/>
                <a:cs typeface="Arial"/>
              </a:rPr>
              <a:t>ndustrielle</a:t>
            </a:r>
            <a:r>
              <a:rPr kumimoji="0" lang="fr-FR" sz="1400" b="0" i="0" u="none" strike="noStrike" kern="1200" cap="none" spc="0" normalizeH="0" baseline="0" noProof="0" dirty="0">
                <a:ln>
                  <a:noFill/>
                </a:ln>
                <a:solidFill>
                  <a:srgbClr val="000000"/>
                </a:solidFill>
                <a:effectLst/>
                <a:uLnTx/>
                <a:uFillTx/>
                <a:latin typeface="Calibri"/>
                <a:ea typeface="+mn-ea"/>
                <a:cs typeface="Arial"/>
              </a:rPr>
              <a:t> </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EPR : Employé(e) Polyvalent en R</a:t>
            </a:r>
            <a:r>
              <a:rPr kumimoji="0" lang="fr-FR" sz="1400" b="0" i="0" u="none" strike="noStrike" kern="1200" cap="none" spc="0" normalizeH="0" baseline="0" noProof="0" dirty="0" err="1">
                <a:ln>
                  <a:noFill/>
                </a:ln>
                <a:solidFill>
                  <a:srgbClr val="000000"/>
                </a:solidFill>
                <a:effectLst/>
                <a:uLnTx/>
                <a:uFillTx/>
                <a:latin typeface="Calibri"/>
                <a:ea typeface="+mn-ea"/>
                <a:cs typeface="Arial"/>
              </a:rPr>
              <a:t>estauration</a:t>
            </a:r>
            <a:endParaRPr kumimoji="0" lang="fr-FR" sz="1400" b="0" i="0" u="none" strike="noStrike" kern="1200" cap="none" spc="0" normalizeH="0" baseline="0" noProof="0" dirty="0">
              <a:ln>
                <a:noFill/>
              </a:ln>
              <a:solidFill>
                <a:srgbClr val="000000"/>
              </a:solidFill>
              <a:effectLst/>
              <a:uLnTx/>
              <a:uFillTx/>
              <a:latin typeface="Calibri"/>
              <a:ea typeface="+mn-ea"/>
              <a:cs typeface="Arial"/>
            </a:endParaRP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TCA : Tapissier Couturier d’Ameublement</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MFBD : Menuisier de fabrication bois et dérivés</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AEB : Agent(e) d’entretien du bâtiment </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PDCE : Préparateur De Commandes en Entrepôt</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AM : Agent Magasinier</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AMCE : Agent(e) de montage et de câblage en électronique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CIMA : Conducteur d'installation et de machines automatisées</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wavy" strike="noStrike" kern="1200" cap="none" spc="0" normalizeH="0" baseline="0" noProof="0" dirty="0">
                <a:ln>
                  <a:noFill/>
                </a:ln>
                <a:solidFill>
                  <a:srgbClr val="000000"/>
                </a:solidFill>
                <a:effectLst/>
                <a:uLnTx/>
                <a:uFillTx/>
                <a:latin typeface="Calibri"/>
                <a:ea typeface="+mn-ea"/>
                <a:cs typeface="Arial"/>
              </a:rPr>
              <a:t>TAI</a:t>
            </a:r>
            <a:r>
              <a:rPr kumimoji="0" lang="fr-FR" sz="1400" b="0" i="0" u="none" strike="noStrike" kern="1200" cap="none" spc="0" normalizeH="0" baseline="0" noProof="0" dirty="0">
                <a:ln>
                  <a:noFill/>
                </a:ln>
                <a:solidFill>
                  <a:srgbClr val="000000"/>
                </a:solidFill>
                <a:effectLst/>
                <a:uLnTx/>
                <a:uFillTx/>
                <a:latin typeface="Calibri"/>
                <a:ea typeface="+mn-ea"/>
                <a:cs typeface="Arial"/>
              </a:rPr>
              <a:t>  : Technicien (ne) Assistant(e) Informatique</a:t>
            </a:r>
            <a:endPar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endParaRPr>
          </a:p>
          <a:p>
            <a:pPr marL="0" marR="0" lvl="0" indent="0" algn="l" defTabSz="914400" rtl="0" eaLnBrk="1" fontAlgn="auto" latinLnBrk="0" hangingPunct="1">
              <a:lnSpc>
                <a:spcPct val="150000"/>
              </a:lnSpc>
              <a:spcBef>
                <a:spcPts val="0"/>
              </a:spcBef>
              <a:spcAft>
                <a:spcPts val="0"/>
              </a:spcAft>
              <a:buClr>
                <a:srgbClr val="99CC00"/>
              </a:buClr>
              <a:buSzPct val="75000"/>
              <a:buFontTx/>
              <a:buNone/>
              <a:tabLst/>
              <a:defRPr/>
            </a:pPr>
            <a:r>
              <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rPr>
              <a:t>	… Contactez-nous pour toute demande ou projet.…</a:t>
            </a:r>
            <a:endParaRPr kumimoji="0" lang="fr-FR" sz="1400" b="0" i="0" u="none" strike="noStrike" kern="1200" cap="none" spc="0" normalizeH="0" baseline="0" noProof="0" dirty="0">
              <a:ln>
                <a:noFill/>
              </a:ln>
              <a:solidFill>
                <a:srgbClr val="000000"/>
              </a:solidFill>
              <a:effectLst/>
              <a:uLnTx/>
              <a:uFillTx/>
              <a:latin typeface="Calibri"/>
              <a:ea typeface="+mn-ea"/>
              <a:cs typeface="Arial"/>
            </a:endParaRPr>
          </a:p>
        </p:txBody>
      </p:sp>
      <p:sp>
        <p:nvSpPr>
          <p:cNvPr id="2" name="ZoneTexte 1">
            <a:extLst>
              <a:ext uri="{FF2B5EF4-FFF2-40B4-BE49-F238E27FC236}">
                <a16:creationId xmlns:a16="http://schemas.microsoft.com/office/drawing/2014/main" id="{30145BC5-58DA-4593-A463-1DE58D7EFB80}"/>
              </a:ext>
            </a:extLst>
          </p:cNvPr>
          <p:cNvSpPr txBox="1"/>
          <p:nvPr/>
        </p:nvSpPr>
        <p:spPr>
          <a:xfrm>
            <a:off x="5962241" y="5100617"/>
            <a:ext cx="5040560"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000" b="1" i="0" u="none" strike="noStrike" kern="1200" cap="none" spc="0" normalizeH="0" baseline="0" noProof="0" dirty="0">
                <a:ln>
                  <a:noFill/>
                </a:ln>
                <a:solidFill>
                  <a:srgbClr val="99CC00"/>
                </a:solidFill>
                <a:effectLst/>
                <a:uLnTx/>
                <a:uFillTx/>
                <a:latin typeface="Calibri"/>
                <a:ea typeface="+mn-ea"/>
                <a:cs typeface="Arial"/>
              </a:rPr>
              <a:t>Actions certifiantes de formation 100% financées sous réserve de votre compte CPF et nombre de participants</a:t>
            </a:r>
          </a:p>
        </p:txBody>
      </p:sp>
      <p:pic>
        <p:nvPicPr>
          <p:cNvPr id="7" name="Image 6" descr="Une image contenant texte, extérieur, signe, capture d’écran&#10;&#10;Description générée automatiquement">
            <a:extLst>
              <a:ext uri="{FF2B5EF4-FFF2-40B4-BE49-F238E27FC236}">
                <a16:creationId xmlns:a16="http://schemas.microsoft.com/office/drawing/2014/main" id="{B67C4B83-D8C9-4562-8B91-900A2BC012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08514" y="1209273"/>
            <a:ext cx="1188575" cy="1190450"/>
          </a:xfrm>
          <a:prstGeom prst="rect">
            <a:avLst/>
          </a:prstGeom>
        </p:spPr>
      </p:pic>
      <p:sp>
        <p:nvSpPr>
          <p:cNvPr id="4" name="ZoneTexte 3">
            <a:extLst>
              <a:ext uri="{FF2B5EF4-FFF2-40B4-BE49-F238E27FC236}">
                <a16:creationId xmlns:a16="http://schemas.microsoft.com/office/drawing/2014/main" id="{D05C1A28-39F3-A6DF-6AE0-BFA2C8BD888E}"/>
              </a:ext>
            </a:extLst>
          </p:cNvPr>
          <p:cNvSpPr txBox="1"/>
          <p:nvPr/>
        </p:nvSpPr>
        <p:spPr>
          <a:xfrm>
            <a:off x="4876232" y="1982450"/>
            <a:ext cx="6133513" cy="30162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mn-ea"/>
                <a:cs typeface="Arial"/>
              </a:rPr>
              <a:t>Plus de 600 ESAT nous font confiance comme vous !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srgbClr val="FF6600"/>
                </a:solidFill>
                <a:effectLst/>
                <a:uLnTx/>
                <a:uFillTx/>
                <a:latin typeface="Calibri"/>
                <a:ea typeface="+mn-ea"/>
                <a:cs typeface="Arial"/>
              </a:rPr>
              <a:t>Prochainement des webinaires et réunions en face à face « métiers » sur les Titres Professionnels.</a:t>
            </a: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fr-FR" sz="1400" b="1" i="0" u="none" strike="noStrike" kern="1200" cap="none" spc="0" normalizeH="0" baseline="0" noProof="0" dirty="0">
              <a:ln>
                <a:noFill/>
              </a:ln>
              <a:solidFill>
                <a:srgbClr val="0070C0"/>
              </a:solidFill>
              <a:effectLst/>
              <a:uLnTx/>
              <a:uFillTx/>
              <a:latin typeface="Calibri"/>
              <a:ea typeface="+mn-ea"/>
              <a:cs typeface="Arial"/>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Objectifs : </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Faire reconnaître son métier sur des référentiels de droit commun inscrits au RNCP.</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Répondre aux exigences du plan de transformation des ESAT.</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Favoriser l’inclusion sociale des travailleurs par une meilleure autodétermination.</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p:txBody>
      </p:sp>
      <p:sp>
        <p:nvSpPr>
          <p:cNvPr id="6147"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6148"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6149"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6150"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6151" name="PIC_Bandeau_Logo" descr="image.jpeg"/>
          <p:cNvPicPr>
            <a:picLocks noChangeAspect="1"/>
          </p:cNvPicPr>
          <p:nvPr/>
        </p:nvPicPr>
        <p:blipFill>
          <a:blip r:embed="rId5"/>
          <a:stretch>
            <a:fillRect/>
          </a:stretch>
        </p:blipFill>
        <p:spPr>
          <a:xfrm>
            <a:off x="11470314" y="20203"/>
            <a:ext cx="721686" cy="720000"/>
          </a:xfrm>
          <a:prstGeom prst="rect">
            <a:avLst/>
          </a:prstGeom>
        </p:spPr>
      </p:pic>
    </p:spTree>
    <p:custDataLst>
      <p:tags r:id="rId1"/>
    </p:custDataLst>
    <p:extLst>
      <p:ext uri="{BB962C8B-B14F-4D97-AF65-F5344CB8AC3E}">
        <p14:creationId xmlns:p14="http://schemas.microsoft.com/office/powerpoint/2010/main" val="1483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ChangeArrowheads="1"/>
          </p:cNvSpPr>
          <p:nvPr/>
        </p:nvSpPr>
        <p:spPr bwMode="auto">
          <a:xfrm>
            <a:off x="594911" y="0"/>
            <a:ext cx="9572101" cy="684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eaLnBrk="0" hangingPunct="0">
              <a:defRPr sz="2800">
                <a:solidFill>
                  <a:schemeClr val="tx1"/>
                </a:solidFill>
                <a:latin typeface="Arial" panose="020B0604020202020204" pitchFamily="34" charset="0"/>
              </a:defRPr>
            </a:lvl1pPr>
            <a:lvl2pPr marL="742950" indent="-285750" eaLnBrk="0" hangingPunct="0">
              <a:defRPr sz="2800">
                <a:solidFill>
                  <a:schemeClr val="tx1"/>
                </a:solidFill>
                <a:latin typeface="Arial" panose="020B0604020202020204" pitchFamily="34" charset="0"/>
              </a:defRPr>
            </a:lvl2pPr>
            <a:lvl3pPr marL="1143000" indent="-228600" eaLnBrk="0" hangingPunct="0">
              <a:defRPr sz="2800">
                <a:solidFill>
                  <a:schemeClr val="tx1"/>
                </a:solidFill>
                <a:latin typeface="Arial" panose="020B0604020202020204" pitchFamily="34" charset="0"/>
              </a:defRPr>
            </a:lvl3pPr>
            <a:lvl4pPr marL="1600200" indent="-228600" eaLnBrk="0" hangingPunct="0">
              <a:defRPr sz="2800">
                <a:solidFill>
                  <a:schemeClr val="tx1"/>
                </a:solidFill>
                <a:latin typeface="Arial" panose="020B0604020202020204" pitchFamily="34" charset="0"/>
              </a:defRPr>
            </a:lvl4pPr>
            <a:lvl5pPr marL="2057400" indent="-228600" eaLnBrk="0" hangingPunct="0">
              <a:defRPr sz="2800">
                <a:solidFill>
                  <a:schemeClr val="tx1"/>
                </a:solidFill>
                <a:latin typeface="Arial" panose="020B0604020202020204" pitchFamily="34" charset="0"/>
              </a:defRPr>
            </a:lvl5pPr>
            <a:lvl6pPr marL="2514600" indent="-228600" algn="ctr" eaLnBrk="0" fontAlgn="base" hangingPunct="0">
              <a:spcBef>
                <a:spcPct val="0"/>
              </a:spcBef>
              <a:spcAft>
                <a:spcPct val="0"/>
              </a:spcAft>
              <a:defRPr sz="2800">
                <a:solidFill>
                  <a:schemeClr val="tx1"/>
                </a:solidFill>
                <a:latin typeface="Arial" panose="020B0604020202020204" pitchFamily="34" charset="0"/>
              </a:defRPr>
            </a:lvl6pPr>
            <a:lvl7pPr marL="2971800" indent="-228600" algn="ctr" eaLnBrk="0" fontAlgn="base" hangingPunct="0">
              <a:spcBef>
                <a:spcPct val="0"/>
              </a:spcBef>
              <a:spcAft>
                <a:spcPct val="0"/>
              </a:spcAft>
              <a:defRPr sz="2800">
                <a:solidFill>
                  <a:schemeClr val="tx1"/>
                </a:solidFill>
                <a:latin typeface="Arial" panose="020B0604020202020204" pitchFamily="34" charset="0"/>
              </a:defRPr>
            </a:lvl7pPr>
            <a:lvl8pPr marL="3429000" indent="-228600" algn="ctr" eaLnBrk="0" fontAlgn="base" hangingPunct="0">
              <a:spcBef>
                <a:spcPct val="0"/>
              </a:spcBef>
              <a:spcAft>
                <a:spcPct val="0"/>
              </a:spcAft>
              <a:defRPr sz="2800">
                <a:solidFill>
                  <a:schemeClr val="tx1"/>
                </a:solidFill>
                <a:latin typeface="Arial" panose="020B0604020202020204" pitchFamily="34" charset="0"/>
              </a:defRPr>
            </a:lvl8pPr>
            <a:lvl9pPr marL="3886200" indent="-228600"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l" defTabSz="914400" rtl="0" eaLnBrk="0" fontAlgn="auto" latinLnBrk="0" hangingPunct="0">
              <a:lnSpc>
                <a:spcPct val="100000"/>
              </a:lnSpc>
              <a:spcBef>
                <a:spcPts val="0"/>
              </a:spcBef>
              <a:spcAft>
                <a:spcPts val="0"/>
              </a:spcAft>
              <a:buClr>
                <a:srgbClr val="99CC00"/>
              </a:buClr>
              <a:buSzPct val="75000"/>
              <a:buFont typeface="Wingdings" panose="05000000000000000000" pitchFamily="2" charset="2"/>
              <a:buNone/>
              <a:tabLst/>
              <a:defRPr/>
            </a:pPr>
            <a:r>
              <a:rPr kumimoji="0" lang="fr-FR" alt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Calibri"/>
                <a:ea typeface="+mn-ea"/>
                <a:cs typeface="Arial" pitchFamily="34" charset="0"/>
              </a:rPr>
              <a:t>Actions de formation de courte durée (non exhaustif)</a:t>
            </a:r>
            <a:endParaRPr kumimoji="0" 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Arial" panose="020B0604020202020204" pitchFamily="34" charset="0"/>
              <a:ea typeface="+mn-ea"/>
              <a:cs typeface="Arial"/>
            </a:endParaRPr>
          </a:p>
        </p:txBody>
      </p:sp>
      <p:sp>
        <p:nvSpPr>
          <p:cNvPr id="3" name="Espace réservé du numéro de diapositive 2">
            <a:extLst>
              <a:ext uri="{FF2B5EF4-FFF2-40B4-BE49-F238E27FC236}">
                <a16:creationId xmlns:a16="http://schemas.microsoft.com/office/drawing/2014/main" id="{CA7F4994-B7CA-4818-B9D6-342DC58A93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09DF53-BFEF-4E85-9991-EB2B3A602595}" type="slidenum">
              <a:rPr kumimoji="0" lang="fr-FR" altLang="fr-FR" sz="1000" b="0" i="1" u="none" strike="noStrike" kern="1200" cap="none" spc="0" normalizeH="0" baseline="0" noProof="0" smtClean="0">
                <a:ln>
                  <a:noFill/>
                </a:ln>
                <a:solidFill>
                  <a:srgbClr val="000000"/>
                </a:solidFill>
                <a:effectLst/>
                <a:uLnTx/>
                <a:uFillTx/>
                <a:latin typeface="Verdana" pitchFamily="34" charset="0"/>
                <a:ea typeface="+mn-ea"/>
                <a:cs typeface="Arial"/>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fr-FR" altLang="fr-FR" sz="1000" b="0" i="1" u="none" strike="noStrike" kern="1200" cap="none" spc="0" normalizeH="0" baseline="0" noProof="0" dirty="0">
              <a:ln>
                <a:noFill/>
              </a:ln>
              <a:solidFill>
                <a:srgbClr val="000000"/>
              </a:solidFill>
              <a:effectLst/>
              <a:uLnTx/>
              <a:uFillTx/>
              <a:latin typeface="Verdana" pitchFamily="34" charset="0"/>
              <a:ea typeface="+mn-ea"/>
              <a:cs typeface="Arial"/>
            </a:endParaRPr>
          </a:p>
        </p:txBody>
      </p:sp>
      <p:sp>
        <p:nvSpPr>
          <p:cNvPr id="5" name="Rectangle 4">
            <a:extLst>
              <a:ext uri="{FF2B5EF4-FFF2-40B4-BE49-F238E27FC236}">
                <a16:creationId xmlns:a16="http://schemas.microsoft.com/office/drawing/2014/main" id="{0D6137A4-A041-481F-AFA9-4C202CD3B770}"/>
              </a:ext>
            </a:extLst>
          </p:cNvPr>
          <p:cNvSpPr/>
          <p:nvPr/>
        </p:nvSpPr>
        <p:spPr>
          <a:xfrm>
            <a:off x="594911" y="699420"/>
            <a:ext cx="10598229" cy="6040115"/>
          </a:xfrm>
          <a:prstGeom prst="rect">
            <a:avLst/>
          </a:prstGeom>
        </p:spPr>
        <p:txBody>
          <a:bodyPr wrap="square">
            <a:spAutoFit/>
          </a:bodyPr>
          <a:lstStyle/>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travailleurs :</a:t>
            </a:r>
            <a:endPar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endParaRPr>
          </a:p>
          <a:p>
            <a:pPr marL="342900" marR="0" lvl="0" indent="-34290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HACCP, RABC, Gestes et postures, PICADAPTE : Savoirs de base (maths, français, informatique…), L’usage des réseaux sociaux, les dangers d’internet, Gestion du temps, travail en équipe, confiance en soi, agilité émotionnelle, gestion du stress, assertivité, la relation client, la qualité de service…</a:t>
            </a:r>
          </a:p>
          <a:p>
            <a:pPr marL="342900" marR="0" lvl="0" indent="-34290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métiers comme : le nettoyage, espaces verts, la fabrication industrielle, l’assistance informatique, la téléphonie, le commercial, la restauration, la logistique et le magasinage, travaux de second œuvre, …</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règlementaires pour les CVS, CSE, IRTHP et Délégués des TH</a:t>
            </a:r>
            <a:r>
              <a:rPr kumimoji="0" lang="fr-FR" sz="1600" b="0" i="0" u="none" strike="noStrike" kern="1200" cap="none" spc="0" normalizeH="0" baseline="0" noProof="0" dirty="0">
                <a:ln>
                  <a:noFill/>
                </a:ln>
                <a:solidFill>
                  <a:srgbClr val="FF6600"/>
                </a:solidFill>
                <a:effectLst/>
                <a:uLnTx/>
                <a:uFillTx/>
                <a:latin typeface="Calibri"/>
                <a:ea typeface="Times New Roman" panose="02020603050405020304" pitchFamily="18" charset="0"/>
                <a:cs typeface="Times New Roman" panose="02020603050405020304" pitchFamily="18" charset="0"/>
              </a:rPr>
              <a:t>:</a:t>
            </a: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obligatoires pour les délégués des travailleurs d’ESAT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 commission IRTHP</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pour les élus du CVS…</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salariés moniteurs et chefs d’équipe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Démarches compétences en lien avec le plan de transformation des ESAT notamment.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Management, Relation Client, RH, Développement personnel, accompagnement au changement dans le cadre de l’évolution du marché des EA et ESAT…</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comités de direction </a:t>
            </a:r>
            <a:r>
              <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Manager une démarche compétences</a:t>
            </a:r>
          </a:p>
          <a:p>
            <a:pPr marL="268288" marR="0" lvl="0" indent="-268288"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Management, Relation Client, RH, Développement personnel…</a:t>
            </a:r>
          </a:p>
          <a:p>
            <a:pPr marL="268288" marR="0" lvl="0" indent="-268288"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Coaching, Méthode DISC</a:t>
            </a: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CSE </a:t>
            </a:r>
            <a:r>
              <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obligatoires SSCT, Economique, Référent harcèlement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Fonctionnement CSE, comptabilité, DU, RI, Enquête…</a:t>
            </a:r>
          </a:p>
        </p:txBody>
      </p:sp>
      <p:pic>
        <p:nvPicPr>
          <p:cNvPr id="6" name="Image 5">
            <a:extLst>
              <a:ext uri="{FF2B5EF4-FFF2-40B4-BE49-F238E27FC236}">
                <a16:creationId xmlns:a16="http://schemas.microsoft.com/office/drawing/2014/main" id="{70D53853-A056-4E81-B9EB-94F971E7BB0D}"/>
              </a:ext>
            </a:extLst>
          </p:cNvPr>
          <p:cNvPicPr/>
          <p:nvPr/>
        </p:nvPicPr>
        <p:blipFill>
          <a:blip r:embed="rId4">
            <a:extLst>
              <a:ext uri="{28A0092B-C50C-407E-A947-70E740481C1C}">
                <a14:useLocalDpi xmlns:a14="http://schemas.microsoft.com/office/drawing/2010/main" val="0"/>
              </a:ext>
            </a:extLst>
          </a:blip>
          <a:srcRect l="19534" t="5925" r="18008" b="11238"/>
          <a:stretch>
            <a:fillRect/>
          </a:stretch>
        </p:blipFill>
        <p:spPr bwMode="auto">
          <a:xfrm>
            <a:off x="9347862" y="2154708"/>
            <a:ext cx="1638300" cy="1638300"/>
          </a:xfrm>
          <a:prstGeom prst="rect">
            <a:avLst/>
          </a:prstGeom>
          <a:noFill/>
          <a:ln>
            <a:noFill/>
          </a:ln>
        </p:spPr>
      </p:pic>
      <p:pic>
        <p:nvPicPr>
          <p:cNvPr id="4" name="Image 3" descr="Une image contenant motif, point, pixel&#10;&#10;Le contenu généré par l’IA peut être incorrect.">
            <a:extLst>
              <a:ext uri="{FF2B5EF4-FFF2-40B4-BE49-F238E27FC236}">
                <a16:creationId xmlns:a16="http://schemas.microsoft.com/office/drawing/2014/main" id="{551726F5-8181-925A-DAA1-D57689922D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27380" y="4767354"/>
            <a:ext cx="1235425" cy="1234063"/>
          </a:xfrm>
          <a:prstGeom prst="rect">
            <a:avLst/>
          </a:prstGeom>
        </p:spPr>
      </p:pic>
      <p:pic>
        <p:nvPicPr>
          <p:cNvPr id="8" name="Image 7" descr="Une image contenant motif, pixel, point&#10;&#10;Le contenu généré par l’IA peut être incorrect.">
            <a:extLst>
              <a:ext uri="{FF2B5EF4-FFF2-40B4-BE49-F238E27FC236}">
                <a16:creationId xmlns:a16="http://schemas.microsoft.com/office/drawing/2014/main" id="{520356A8-6371-EC32-ED17-ADE0FC9D076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75687" y="4767354"/>
            <a:ext cx="1235425" cy="1236793"/>
          </a:xfrm>
          <a:prstGeom prst="rect">
            <a:avLst/>
          </a:prstGeom>
        </p:spPr>
      </p:pic>
      <p:sp>
        <p:nvSpPr>
          <p:cNvPr id="9" name="ZoneTexte 8">
            <a:extLst>
              <a:ext uri="{FF2B5EF4-FFF2-40B4-BE49-F238E27FC236}">
                <a16:creationId xmlns:a16="http://schemas.microsoft.com/office/drawing/2014/main" id="{1153E5EB-CDD8-B83D-5B4A-CD20BF31B10A}"/>
              </a:ext>
            </a:extLst>
          </p:cNvPr>
          <p:cNvSpPr txBox="1"/>
          <p:nvPr/>
        </p:nvSpPr>
        <p:spPr>
          <a:xfrm>
            <a:off x="7827276" y="6012730"/>
            <a:ext cx="1835631" cy="307777"/>
          </a:xfrm>
          <a:prstGeom prst="rect">
            <a:avLst/>
          </a:prstGeom>
          <a:noFill/>
        </p:spPr>
        <p:txBody>
          <a:bodyPr wrap="none" rtlCol="0">
            <a:spAutoFit/>
          </a:bodyPr>
          <a:lstStyle/>
          <a:p>
            <a:r>
              <a:rPr lang="fr-FR" sz="1400" dirty="0"/>
              <a:t>Catalogues travailleurs</a:t>
            </a:r>
          </a:p>
        </p:txBody>
      </p:sp>
      <p:sp>
        <p:nvSpPr>
          <p:cNvPr id="10" name="ZoneTexte 9">
            <a:extLst>
              <a:ext uri="{FF2B5EF4-FFF2-40B4-BE49-F238E27FC236}">
                <a16:creationId xmlns:a16="http://schemas.microsoft.com/office/drawing/2014/main" id="{A640801B-0A2B-95DD-C23A-1AAFD6F778C7}"/>
              </a:ext>
            </a:extLst>
          </p:cNvPr>
          <p:cNvSpPr txBox="1"/>
          <p:nvPr/>
        </p:nvSpPr>
        <p:spPr>
          <a:xfrm>
            <a:off x="9904881" y="6012729"/>
            <a:ext cx="1577035" cy="307777"/>
          </a:xfrm>
          <a:prstGeom prst="rect">
            <a:avLst/>
          </a:prstGeom>
          <a:noFill/>
        </p:spPr>
        <p:txBody>
          <a:bodyPr wrap="none" rtlCol="0">
            <a:spAutoFit/>
          </a:bodyPr>
          <a:lstStyle/>
          <a:p>
            <a:r>
              <a:rPr lang="fr-FR" sz="1400" dirty="0"/>
              <a:t>Catalogues salariés</a:t>
            </a:r>
          </a:p>
        </p:txBody>
      </p:sp>
      <p:sp>
        <p:nvSpPr>
          <p:cNvPr id="6147"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6148"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6149"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6150"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6151" name="PIC_Bandeau_Logo" descr="image.jpeg"/>
          <p:cNvPicPr>
            <a:picLocks noChangeAspect="1"/>
          </p:cNvPicPr>
          <p:nvPr/>
        </p:nvPicPr>
        <p:blipFill>
          <a:blip r:embed="rId7"/>
          <a:stretch>
            <a:fillRect/>
          </a:stretch>
        </p:blipFill>
        <p:spPr>
          <a:xfrm>
            <a:off x="11470314" y="20203"/>
            <a:ext cx="721686" cy="720000"/>
          </a:xfrm>
          <a:prstGeom prst="rect">
            <a:avLst/>
          </a:prstGeom>
        </p:spPr>
      </p:pic>
    </p:spTree>
    <p:custDataLst>
      <p:tags r:id="rId1"/>
    </p:custDataLst>
    <p:extLst>
      <p:ext uri="{BB962C8B-B14F-4D97-AF65-F5344CB8AC3E}">
        <p14:creationId xmlns:p14="http://schemas.microsoft.com/office/powerpoint/2010/main" val="1030737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14" end="1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5" end="15"/>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16" end="16"/>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19" end="19"/>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20" end="20"/>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nvSpPr>
        <p:spPr>
          <a:xfrm>
            <a:off x="4255736" y="1"/>
            <a:ext cx="4428579" cy="679010"/>
          </a:xfrm>
          <a:prstGeom prst="rect">
            <a:avLst/>
          </a:prstGeom>
        </p:spPr>
        <p:txBody>
          <a:bodyPr anchor="ct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fontAlgn="base">
              <a:spcBef>
                <a:spcPct val="0"/>
              </a:spcBef>
              <a:spcAft>
                <a:spcPct val="0"/>
              </a:spcAft>
              <a:defRPr sz="4400">
                <a:solidFill>
                  <a:schemeClr val="tx2"/>
                </a:solidFill>
                <a:latin typeface="Times New Roman" pitchFamily="18" charset="0"/>
              </a:defRPr>
            </a:lvl6pPr>
            <a:lvl7pPr marL="914400" algn="ctr" rtl="0" fontAlgn="base">
              <a:spcBef>
                <a:spcPct val="0"/>
              </a:spcBef>
              <a:spcAft>
                <a:spcPct val="0"/>
              </a:spcAft>
              <a:defRPr sz="4400">
                <a:solidFill>
                  <a:schemeClr val="tx2"/>
                </a:solidFill>
                <a:latin typeface="Times New Roman" pitchFamily="18" charset="0"/>
              </a:defRPr>
            </a:lvl7pPr>
            <a:lvl8pPr marL="1371600" algn="ctr" rtl="0" fontAlgn="base">
              <a:spcBef>
                <a:spcPct val="0"/>
              </a:spcBef>
              <a:spcAft>
                <a:spcPct val="0"/>
              </a:spcAft>
              <a:defRPr sz="4400">
                <a:solidFill>
                  <a:schemeClr val="tx2"/>
                </a:solidFill>
                <a:latin typeface="Times New Roman" pitchFamily="18" charset="0"/>
              </a:defRPr>
            </a:lvl8pPr>
            <a:lvl9pPr marL="1828800" algn="ctr" rtl="0" fontAlgn="base">
              <a:spcBef>
                <a:spcPct val="0"/>
              </a:spcBef>
              <a:spcAft>
                <a:spcPct val="0"/>
              </a:spcAft>
              <a:defRPr sz="4400">
                <a:solidFill>
                  <a:schemeClr val="tx2"/>
                </a:solidFill>
                <a:latin typeface="Times New Roman" pitchFamily="18"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defRPr/>
            </a:pPr>
            <a:r>
              <a:rPr kumimoji="0" lang="fr-FR" sz="2800" b="1" i="0" u="none" strike="noStrike" kern="0" cap="none" spc="0" normalizeH="0" baseline="0" noProof="0" dirty="0">
                <a:ln>
                  <a:noFill/>
                </a:ln>
                <a:solidFill>
                  <a:srgbClr val="0070B8"/>
                </a:solidFill>
                <a:effectLst>
                  <a:outerShdw blurRad="38100" dist="38100" dir="2700000" algn="tl">
                    <a:srgbClr val="000000">
                      <a:alpha val="43137"/>
                    </a:srgbClr>
                  </a:outerShdw>
                </a:effectLst>
                <a:uLnTx/>
                <a:uFillTx/>
                <a:latin typeface="+mn-lt"/>
                <a:ea typeface="Tahoma" panose="020B0604030504040204" pitchFamily="34" charset="0"/>
                <a:cs typeface="Tahoma" panose="020B0604030504040204" pitchFamily="34" charset="0"/>
              </a:rPr>
              <a:t>Encore une question ?</a:t>
            </a:r>
          </a:p>
        </p:txBody>
      </p:sp>
      <p:pic>
        <p:nvPicPr>
          <p:cNvPr id="5" name="Picture 4" descr="Ques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3336" y="1524408"/>
            <a:ext cx="1745328" cy="19708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 name="Espace réservé du numéro de diapositive 2">
            <a:extLst>
              <a:ext uri="{FF2B5EF4-FFF2-40B4-BE49-F238E27FC236}">
                <a16:creationId xmlns:a16="http://schemas.microsoft.com/office/drawing/2014/main" id="{015EAFE3-3A3A-44A9-9216-1F8730CDD745}"/>
              </a:ext>
            </a:extLst>
          </p:cNvPr>
          <p:cNvSpPr>
            <a:spLocks noGrp="1"/>
          </p:cNvSpPr>
          <p:nvPr>
            <p:ph type="sldNum" sz="quarter" idx="12"/>
          </p:nvPr>
        </p:nvSpPr>
        <p:spPr bwMode="auto">
          <a:xfrm>
            <a:off x="9499600" y="6324600"/>
            <a:ext cx="2540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fr-FR"/>
            </a:defPPr>
            <a:lvl1pPr algn="r" rtl="0" eaLnBrk="1" fontAlgn="base" hangingPunct="1">
              <a:spcBef>
                <a:spcPct val="0"/>
              </a:spcBef>
              <a:spcAft>
                <a:spcPct val="0"/>
              </a:spcAft>
              <a:defRPr sz="1200" b="1" kern="1200">
                <a:solidFill>
                  <a:schemeClr val="bg1"/>
                </a:solidFill>
                <a:latin typeface="Tahoma" panose="020B0604030504040204"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6EEF012-44A3-4CF6-9338-A0FAFC74D6BE}" type="slidenum">
              <a:rPr kumimoji="0" lang="fr-FR" altLang="fr-FR" sz="1200" b="1" i="0" u="none" strike="noStrike" kern="1200" cap="none" spc="0" normalizeH="0" baseline="0" noProof="0" smtClean="0">
                <a:ln>
                  <a:noFill/>
                </a:ln>
                <a:solidFill>
                  <a:srgbClr val="FFFFFF"/>
                </a:solidFill>
                <a:effectLst/>
                <a:uLnTx/>
                <a:uFillTx/>
                <a:latin typeface="Tahoma" panose="020B0604030504040204" pitchFamily="34" charset="0"/>
                <a:ea typeface="+mn-ea"/>
                <a:cs typeface="Arial"/>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fr-FR" altLang="fr-FR" sz="1200" b="1" i="0" u="none" strike="noStrike" kern="1200" cap="none" spc="0" normalizeH="0" baseline="0" noProof="0">
              <a:ln>
                <a:noFill/>
              </a:ln>
              <a:solidFill>
                <a:srgbClr val="FFFFFF"/>
              </a:solidFill>
              <a:effectLst/>
              <a:uLnTx/>
              <a:uFillTx/>
              <a:latin typeface="Tahoma" panose="020B0604030504040204" pitchFamily="34" charset="0"/>
              <a:ea typeface="+mn-ea"/>
              <a:cs typeface="Arial"/>
            </a:endParaRPr>
          </a:p>
        </p:txBody>
      </p:sp>
      <p:sp>
        <p:nvSpPr>
          <p:cNvPr id="2" name="ZoneTexte 1">
            <a:extLst>
              <a:ext uri="{FF2B5EF4-FFF2-40B4-BE49-F238E27FC236}">
                <a16:creationId xmlns:a16="http://schemas.microsoft.com/office/drawing/2014/main" id="{B6C79C4F-7051-2E50-EAD6-8D538056E33F}"/>
              </a:ext>
            </a:extLst>
          </p:cNvPr>
          <p:cNvSpPr txBox="1"/>
          <p:nvPr/>
        </p:nvSpPr>
        <p:spPr>
          <a:xfrm>
            <a:off x="3244645" y="4899390"/>
            <a:ext cx="5702710" cy="923330"/>
          </a:xfrm>
          <a:prstGeom prst="rect">
            <a:avLst/>
          </a:prstGeom>
          <a:solidFill>
            <a:srgbClr val="0070B8"/>
          </a:solidFill>
          <a:ln>
            <a:solidFill>
              <a:srgbClr val="0070B8"/>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panose="020F0502020204030204" pitchFamily="34" charset="0"/>
                <a:ea typeface="+mn-ea"/>
                <a:cs typeface="Arial" panose="020B0604020202020204" pitchFamily="34" charset="0"/>
              </a:rPr>
              <a:t>Contactez-nous au 04.72.47.05.74</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panose="020F0502020204030204" pitchFamily="34" charset="0"/>
                <a:ea typeface="+mn-ea"/>
                <a:cs typeface="Arial" panose="020B0604020202020204" pitchFamily="34" charset="0"/>
              </a:rPr>
              <a:t>contact@pic-formation.com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a:ea typeface="+mn-ea"/>
                <a:cs typeface="Arial"/>
              </a:rPr>
              <a:t>https://www.pic-formation.com</a:t>
            </a:r>
          </a:p>
        </p:txBody>
      </p:sp>
      <p:pic>
        <p:nvPicPr>
          <p:cNvPr id="1026" name="Picture 2" descr="Nous contacter">
            <a:extLst>
              <a:ext uri="{FF2B5EF4-FFF2-40B4-BE49-F238E27FC236}">
                <a16:creationId xmlns:a16="http://schemas.microsoft.com/office/drawing/2014/main" id="{0F095D1B-951C-182E-7231-6DF539314A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969" y="4260067"/>
            <a:ext cx="2359025" cy="2352227"/>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E016F2AB-E7A8-F404-E78A-3251D53530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1584" y="4735528"/>
            <a:ext cx="2036031" cy="1221619"/>
          </a:xfrm>
          <a:prstGeom prst="rect">
            <a:avLst/>
          </a:prstGeom>
        </p:spPr>
      </p:pic>
      <p:sp>
        <p:nvSpPr>
          <p:cNvPr id="1027"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1028"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1029"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1030"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1031" name="PIC_Bandeau_Logo" descr="image.jpeg"/>
          <p:cNvPicPr>
            <a:picLocks noChangeAspect="1"/>
          </p:cNvPicPr>
          <p:nvPr/>
        </p:nvPicPr>
        <p:blipFill>
          <a:blip r:embed="rId5"/>
          <a:stretch>
            <a:fillRect/>
          </a:stretch>
        </p:blipFill>
        <p:spPr>
          <a:xfrm>
            <a:off x="11470314" y="20203"/>
            <a:ext cx="721686" cy="720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anim calcmode="lin" valueType="num">
                                      <p:cBhvr>
                                        <p:cTn id="8" dur="2000" fill="hold"/>
                                        <p:tgtEl>
                                          <p:spTgt spid="5"/>
                                        </p:tgtEl>
                                        <p:attrNameLst>
                                          <p:attrName>ppt_w</p:attrName>
                                        </p:attrNameLst>
                                      </p:cBhvr>
                                      <p:tavLst>
                                        <p:tav tm="0" fmla="#ppt_w*sin(2.5*pi*$)">
                                          <p:val>
                                            <p:fltVal val="0"/>
                                          </p:val>
                                        </p:tav>
                                        <p:tav tm="100000">
                                          <p:val>
                                            <p:fltVal val="1"/>
                                          </p:val>
                                        </p:tav>
                                      </p:tavLst>
                                    </p:anim>
                                    <p:anim calcmode="lin" valueType="num">
                                      <p:cBhvr>
                                        <p:cTn id="9" dur="2000" fill="hold"/>
                                        <p:tgtEl>
                                          <p:spTgt spid="5"/>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8" name="Picture 24" descr="ESAT Moulin à vent">
            <a:extLst>
              <a:ext uri="{FF2B5EF4-FFF2-40B4-BE49-F238E27FC236}">
                <a16:creationId xmlns:a16="http://schemas.microsoft.com/office/drawing/2014/main" id="{A259162E-8316-2417-AA51-14D5C3C921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27845" y="664467"/>
            <a:ext cx="1044272" cy="1044272"/>
          </a:xfrm>
          <a:prstGeom prst="rect">
            <a:avLst/>
          </a:prstGeom>
          <a:noFill/>
          <a:extLst>
            <a:ext uri="{909E8E84-426E-40DD-AFC4-6F175D3DCCD1}">
              <a14:hiddenFill xmlns:a14="http://schemas.microsoft.com/office/drawing/2010/main">
                <a:solidFill>
                  <a:srgbClr val="FFFFFF"/>
                </a:solidFill>
              </a14:hiddenFill>
            </a:ext>
          </a:extLst>
        </p:spPr>
      </p:pic>
      <p:pic>
        <p:nvPicPr>
          <p:cNvPr id="29" name="Imag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93827" y="4660723"/>
            <a:ext cx="984259" cy="759344"/>
          </a:xfrm>
          <a:prstGeom prst="rect">
            <a:avLst/>
          </a:prstGeom>
        </p:spPr>
      </p:pic>
      <p:pic>
        <p:nvPicPr>
          <p:cNvPr id="1026" name="Picture 2" descr="Parcours Handicap 13">
            <a:extLst>
              <a:ext uri="{FF2B5EF4-FFF2-40B4-BE49-F238E27FC236}">
                <a16:creationId xmlns:a16="http://schemas.microsoft.com/office/drawing/2014/main" id="{8F7181C9-7B71-6372-41AF-5EEFEE1512A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3009" y="352248"/>
            <a:ext cx="1408838" cy="54019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F Entreprises 38">
            <a:extLst>
              <a:ext uri="{FF2B5EF4-FFF2-40B4-BE49-F238E27FC236}">
                <a16:creationId xmlns:a16="http://schemas.microsoft.com/office/drawing/2014/main" id="{DBE1B84F-248C-6EEC-F7DD-27243169A1E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819883" y="258668"/>
            <a:ext cx="1576334" cy="58607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PF Entreprises">
            <a:extLst>
              <a:ext uri="{FF2B5EF4-FFF2-40B4-BE49-F238E27FC236}">
                <a16:creationId xmlns:a16="http://schemas.microsoft.com/office/drawing/2014/main" id="{FD3C4AF5-1AE7-F596-F460-584C2E7B6E8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2560" y="6261086"/>
            <a:ext cx="2297955" cy="498472"/>
          </a:xfrm>
          <a:prstGeom prst="rect">
            <a:avLst/>
          </a:prstGeom>
          <a:noFill/>
          <a:extLst>
            <a:ext uri="{909E8E84-426E-40DD-AFC4-6F175D3DCCD1}">
              <a14:hiddenFill xmlns:a14="http://schemas.microsoft.com/office/drawing/2010/main">
                <a:solidFill>
                  <a:srgbClr val="FFFFFF"/>
                </a:solidFill>
              </a14:hiddenFill>
            </a:ext>
          </a:extLst>
        </p:spPr>
      </p:pic>
      <p:pic>
        <p:nvPicPr>
          <p:cNvPr id="33" name="Image 32" descr="Une image contenant texte, clipart&#10;&#10;Description générée automatiquement">
            <a:extLst>
              <a:ext uri="{FF2B5EF4-FFF2-40B4-BE49-F238E27FC236}">
                <a16:creationId xmlns:a16="http://schemas.microsoft.com/office/drawing/2014/main" id="{FC514DFF-86D2-51FB-0F19-B52847462C5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5061" y="1263986"/>
            <a:ext cx="1332640" cy="370941"/>
          </a:xfrm>
          <a:prstGeom prst="rect">
            <a:avLst/>
          </a:prstGeom>
        </p:spPr>
      </p:pic>
      <p:pic>
        <p:nvPicPr>
          <p:cNvPr id="37" name="Image 36">
            <a:extLst>
              <a:ext uri="{FF2B5EF4-FFF2-40B4-BE49-F238E27FC236}">
                <a16:creationId xmlns:a16="http://schemas.microsoft.com/office/drawing/2014/main" id="{9C15C66D-6156-5A00-0A3C-24B565F4A141}"/>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65482" y="2005781"/>
            <a:ext cx="923279" cy="593976"/>
          </a:xfrm>
          <a:prstGeom prst="rect">
            <a:avLst/>
          </a:prstGeom>
        </p:spPr>
      </p:pic>
      <p:pic>
        <p:nvPicPr>
          <p:cNvPr id="41" name="Image 40" descr="Une image contenant texte, équipement électronique, afficher, signe&#10;&#10;Description générée automatiquement">
            <a:extLst>
              <a:ext uri="{FF2B5EF4-FFF2-40B4-BE49-F238E27FC236}">
                <a16:creationId xmlns:a16="http://schemas.microsoft.com/office/drawing/2014/main" id="{7013FBFC-055E-1317-15F7-046B0EB9C2D1}"/>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63788" y="2901884"/>
            <a:ext cx="1080710" cy="720473"/>
          </a:xfrm>
          <a:prstGeom prst="rect">
            <a:avLst/>
          </a:prstGeom>
        </p:spPr>
      </p:pic>
      <p:pic>
        <p:nvPicPr>
          <p:cNvPr id="49" name="Image 48">
            <a:extLst>
              <a:ext uri="{FF2B5EF4-FFF2-40B4-BE49-F238E27FC236}">
                <a16:creationId xmlns:a16="http://schemas.microsoft.com/office/drawing/2014/main" id="{0C42F3D4-E056-EB17-D802-9EE2F9DE97E7}"/>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2535" y="4713345"/>
            <a:ext cx="1143794" cy="1148900"/>
          </a:xfrm>
          <a:prstGeom prst="rect">
            <a:avLst/>
          </a:prstGeom>
        </p:spPr>
      </p:pic>
      <p:pic>
        <p:nvPicPr>
          <p:cNvPr id="51" name="Image 50">
            <a:extLst>
              <a:ext uri="{FF2B5EF4-FFF2-40B4-BE49-F238E27FC236}">
                <a16:creationId xmlns:a16="http://schemas.microsoft.com/office/drawing/2014/main" id="{C0927284-8CE6-ADF2-A0DE-763D1B439025}"/>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005537" y="178642"/>
            <a:ext cx="832791" cy="1091881"/>
          </a:xfrm>
          <a:prstGeom prst="rect">
            <a:avLst/>
          </a:prstGeom>
        </p:spPr>
      </p:pic>
      <p:pic>
        <p:nvPicPr>
          <p:cNvPr id="56" name="Image 55" descr="Une image contenant texte&#10;&#10;Description générée automatiquement">
            <a:extLst>
              <a:ext uri="{FF2B5EF4-FFF2-40B4-BE49-F238E27FC236}">
                <a16:creationId xmlns:a16="http://schemas.microsoft.com/office/drawing/2014/main" id="{5C380E31-FD1B-5250-C76F-EFA740CE7A08}"/>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095349" y="1606082"/>
            <a:ext cx="1336465" cy="503140"/>
          </a:xfrm>
          <a:prstGeom prst="rect">
            <a:avLst/>
          </a:prstGeom>
        </p:spPr>
      </p:pic>
      <p:pic>
        <p:nvPicPr>
          <p:cNvPr id="60" name="Image 59">
            <a:extLst>
              <a:ext uri="{FF2B5EF4-FFF2-40B4-BE49-F238E27FC236}">
                <a16:creationId xmlns:a16="http://schemas.microsoft.com/office/drawing/2014/main" id="{89BED78E-4491-7933-4CC7-4BBA1140A46C}"/>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717449" y="2260901"/>
            <a:ext cx="1474551" cy="624013"/>
          </a:xfrm>
          <a:prstGeom prst="rect">
            <a:avLst/>
          </a:prstGeom>
        </p:spPr>
      </p:pic>
      <p:pic>
        <p:nvPicPr>
          <p:cNvPr id="63" name="Image 62" descr="Une image contenant texte&#10;&#10;Description générée automatiquement">
            <a:extLst>
              <a:ext uri="{FF2B5EF4-FFF2-40B4-BE49-F238E27FC236}">
                <a16:creationId xmlns:a16="http://schemas.microsoft.com/office/drawing/2014/main" id="{508B3993-35EB-E0CE-2FBD-3D97D4BA93E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643643" y="1466293"/>
            <a:ext cx="1374601" cy="484892"/>
          </a:xfrm>
          <a:prstGeom prst="rect">
            <a:avLst/>
          </a:prstGeom>
        </p:spPr>
      </p:pic>
      <p:pic>
        <p:nvPicPr>
          <p:cNvPr id="1025" name="Image 1024" descr="Une image contenant texte, clipart&#10;&#10;Description générée automatiquement">
            <a:extLst>
              <a:ext uri="{FF2B5EF4-FFF2-40B4-BE49-F238E27FC236}">
                <a16:creationId xmlns:a16="http://schemas.microsoft.com/office/drawing/2014/main" id="{6D5B06F6-99F3-68C6-F22D-449717F01AF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0763495" y="3180054"/>
            <a:ext cx="1316874" cy="658437"/>
          </a:xfrm>
          <a:prstGeom prst="rect">
            <a:avLst/>
          </a:prstGeom>
        </p:spPr>
      </p:pic>
      <p:pic>
        <p:nvPicPr>
          <p:cNvPr id="1031" name="Image 1030" descr="Une image contenant texte&#10;&#10;Description générée automatiquement">
            <a:extLst>
              <a:ext uri="{FF2B5EF4-FFF2-40B4-BE49-F238E27FC236}">
                <a16:creationId xmlns:a16="http://schemas.microsoft.com/office/drawing/2014/main" id="{4599AE06-71F3-DA87-5654-CE0612E7EB62}"/>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3003761" y="6326266"/>
            <a:ext cx="2626337" cy="359024"/>
          </a:xfrm>
          <a:prstGeom prst="rect">
            <a:avLst/>
          </a:prstGeom>
        </p:spPr>
      </p:pic>
      <p:pic>
        <p:nvPicPr>
          <p:cNvPr id="4" name="Picture 2" descr="Institut des Parons - Institut médico-social">
            <a:extLst>
              <a:ext uri="{FF2B5EF4-FFF2-40B4-BE49-F238E27FC236}">
                <a16:creationId xmlns:a16="http://schemas.microsoft.com/office/drawing/2014/main" id="{23BA2444-EFB4-09E5-BA84-F7D3E15CF288}"/>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3306525" y="2974659"/>
            <a:ext cx="826281" cy="86778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Messidor">
            <a:extLst>
              <a:ext uri="{FF2B5EF4-FFF2-40B4-BE49-F238E27FC236}">
                <a16:creationId xmlns:a16="http://schemas.microsoft.com/office/drawing/2014/main" id="{068C513F-A74A-94BF-B347-21AE67A462A4}"/>
              </a:ext>
            </a:extLst>
          </p:cNvPr>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3506710" y="1951801"/>
            <a:ext cx="801976" cy="80197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Log'ins – Un tremplin pour l'insertion">
            <a:extLst>
              <a:ext uri="{FF2B5EF4-FFF2-40B4-BE49-F238E27FC236}">
                <a16:creationId xmlns:a16="http://schemas.microsoft.com/office/drawing/2014/main" id="{0C5DFD01-4B95-353E-C374-EB3AC482CF79}"/>
              </a:ext>
            </a:extLst>
          </p:cNvPr>
          <p:cNvPicPr>
            <a:picLocks noChangeAspect="1" noChangeArrowheads="1"/>
          </p:cNvPicPr>
          <p:nvPr/>
        </p:nvPicPr>
        <p:blipFill>
          <a:blip r:embed="rId20" cstate="print">
            <a:extLst>
              <a:ext uri="{28A0092B-C50C-407E-A947-70E740481C1C}">
                <a14:useLocalDpi xmlns:a14="http://schemas.microsoft.com/office/drawing/2010/main" val="0"/>
              </a:ext>
            </a:extLst>
          </a:blip>
          <a:srcRect/>
          <a:stretch>
            <a:fillRect/>
          </a:stretch>
        </p:blipFill>
        <p:spPr bwMode="auto">
          <a:xfrm>
            <a:off x="3234560" y="4381067"/>
            <a:ext cx="1016241" cy="56909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APEI les &quot;Papillons Blancs&quot; du Douaisis - Home | Facebook">
            <a:extLst>
              <a:ext uri="{FF2B5EF4-FFF2-40B4-BE49-F238E27FC236}">
                <a16:creationId xmlns:a16="http://schemas.microsoft.com/office/drawing/2014/main" id="{0DF5A2DB-08FC-8342-982C-BA67C571D568}"/>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376709" y="2868197"/>
            <a:ext cx="1200414" cy="120041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SAT Witkowska Lyon - Services d'aide par le travail, aide emploi  travailleurs handicap&amp;ea">
            <a:extLst>
              <a:ext uri="{FF2B5EF4-FFF2-40B4-BE49-F238E27FC236}">
                <a16:creationId xmlns:a16="http://schemas.microsoft.com/office/drawing/2014/main" id="{2CF8E630-C852-9CAE-ACA9-820A1BEDBC50}"/>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6058915" y="1248573"/>
            <a:ext cx="1026762" cy="77226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Accueil | Ateliers Kennedy">
            <a:extLst>
              <a:ext uri="{FF2B5EF4-FFF2-40B4-BE49-F238E27FC236}">
                <a16:creationId xmlns:a16="http://schemas.microsoft.com/office/drawing/2014/main" id="{369FD57E-EFD8-0C60-8DC4-2FF076EBBA12}"/>
              </a:ext>
            </a:extLst>
          </p:cNvPr>
          <p:cNvPicPr>
            <a:picLocks noChangeAspect="1" noChangeArrowheads="1"/>
          </p:cNvPicPr>
          <p:nvPr/>
        </p:nvPicPr>
        <p:blipFill>
          <a:blip r:embed="rId23" cstate="print">
            <a:extLst>
              <a:ext uri="{28A0092B-C50C-407E-A947-70E740481C1C}">
                <a14:useLocalDpi xmlns:a14="http://schemas.microsoft.com/office/drawing/2010/main" val="0"/>
              </a:ext>
            </a:extLst>
          </a:blip>
          <a:srcRect/>
          <a:stretch>
            <a:fillRect/>
          </a:stretch>
        </p:blipFill>
        <p:spPr bwMode="auto">
          <a:xfrm>
            <a:off x="4506090" y="4264436"/>
            <a:ext cx="716616" cy="716616"/>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ESAT Elisa 31 - Pechbonnieu - Association IpSIS">
            <a:extLst>
              <a:ext uri="{FF2B5EF4-FFF2-40B4-BE49-F238E27FC236}">
                <a16:creationId xmlns:a16="http://schemas.microsoft.com/office/drawing/2014/main" id="{9B2274A7-E572-FF87-E7A3-5B9B673EE769}"/>
              </a:ext>
            </a:extLst>
          </p:cNvPr>
          <p:cNvPicPr>
            <a:picLocks noChangeAspect="1" noChangeArrowheads="1"/>
          </p:cNvPicPr>
          <p:nvPr/>
        </p:nvPicPr>
        <p:blipFill>
          <a:blip r:embed="rId24" cstate="print">
            <a:extLst>
              <a:ext uri="{28A0092B-C50C-407E-A947-70E740481C1C}">
                <a14:useLocalDpi xmlns:a14="http://schemas.microsoft.com/office/drawing/2010/main" val="0"/>
              </a:ext>
            </a:extLst>
          </a:blip>
          <a:srcRect/>
          <a:stretch>
            <a:fillRect/>
          </a:stretch>
        </p:blipFill>
        <p:spPr bwMode="auto">
          <a:xfrm>
            <a:off x="3714607" y="5472004"/>
            <a:ext cx="1300413" cy="658437"/>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Accueil | La Bulle Bleue">
            <a:extLst>
              <a:ext uri="{FF2B5EF4-FFF2-40B4-BE49-F238E27FC236}">
                <a16:creationId xmlns:a16="http://schemas.microsoft.com/office/drawing/2014/main" id="{12AC30D9-6D2C-4CA9-4E5F-EA6FFCCA76B8}"/>
              </a:ext>
            </a:extLst>
          </p:cNvPr>
          <p:cNvPicPr>
            <a:picLocks noChangeAspect="1" noChangeArrowheads="1"/>
          </p:cNvPicPr>
          <p:nvPr/>
        </p:nvPicPr>
        <p:blipFill>
          <a:blip r:embed="rId25" cstate="print">
            <a:extLst>
              <a:ext uri="{28A0092B-C50C-407E-A947-70E740481C1C}">
                <a14:useLocalDpi xmlns:a14="http://schemas.microsoft.com/office/drawing/2010/main" val="0"/>
              </a:ext>
            </a:extLst>
          </a:blip>
          <a:srcRect/>
          <a:stretch>
            <a:fillRect/>
          </a:stretch>
        </p:blipFill>
        <p:spPr bwMode="auto">
          <a:xfrm>
            <a:off x="9479161" y="3133006"/>
            <a:ext cx="671136" cy="671136"/>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ESAT et entreprises adaptées du groupement ARESAT Occitanie">
            <a:extLst>
              <a:ext uri="{FF2B5EF4-FFF2-40B4-BE49-F238E27FC236}">
                <a16:creationId xmlns:a16="http://schemas.microsoft.com/office/drawing/2014/main" id="{BC524944-D77C-F998-128E-9653E8A3FB3E}"/>
              </a:ext>
            </a:extLst>
          </p:cNvPr>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7646675" y="257919"/>
            <a:ext cx="1047750" cy="623888"/>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ESAT-La Cézarenque-établissements-médico-sociaux|lacezarenque.fr">
            <a:extLst>
              <a:ext uri="{FF2B5EF4-FFF2-40B4-BE49-F238E27FC236}">
                <a16:creationId xmlns:a16="http://schemas.microsoft.com/office/drawing/2014/main" id="{D27B335C-BF9E-C082-7561-1093529CC24C}"/>
              </a:ext>
            </a:extLst>
          </p:cNvPr>
          <p:cNvPicPr>
            <a:picLocks noChangeAspect="1" noChangeArrowheads="1"/>
          </p:cNvPicPr>
          <p:nvPr/>
        </p:nvPicPr>
        <p:blipFill>
          <a:blip r:embed="rId27" cstate="print">
            <a:extLst>
              <a:ext uri="{28A0092B-C50C-407E-A947-70E740481C1C}">
                <a14:useLocalDpi xmlns:a14="http://schemas.microsoft.com/office/drawing/2010/main" val="0"/>
              </a:ext>
            </a:extLst>
          </a:blip>
          <a:srcRect/>
          <a:stretch>
            <a:fillRect/>
          </a:stretch>
        </p:blipFill>
        <p:spPr bwMode="auto">
          <a:xfrm>
            <a:off x="9002668" y="307053"/>
            <a:ext cx="1521828" cy="470863"/>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La fusion entre l'économie solidaire et la performance industrielle - ADTP">
            <a:extLst>
              <a:ext uri="{FF2B5EF4-FFF2-40B4-BE49-F238E27FC236}">
                <a16:creationId xmlns:a16="http://schemas.microsoft.com/office/drawing/2014/main" id="{F113B478-17B3-CC49-F64C-9FFEF1136C97}"/>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322560" y="3902688"/>
            <a:ext cx="1320243" cy="670600"/>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28" descr="L'ALGED change de logo et vous présente son nouveau site internet ! - ALGED">
            <a:extLst>
              <a:ext uri="{FF2B5EF4-FFF2-40B4-BE49-F238E27FC236}">
                <a16:creationId xmlns:a16="http://schemas.microsoft.com/office/drawing/2014/main" id="{8335B6CD-4485-CC4F-B4EB-3F91F8C66633}"/>
              </a:ext>
            </a:extLst>
          </p:cNvPr>
          <p:cNvPicPr>
            <a:picLocks noChangeAspect="1" noChangeArrowheads="1"/>
          </p:cNvPicPr>
          <p:nvPr/>
        </p:nvPicPr>
        <p:blipFill>
          <a:blip r:embed="rId29" cstate="print">
            <a:extLst>
              <a:ext uri="{28A0092B-C50C-407E-A947-70E740481C1C}">
                <a14:useLocalDpi xmlns:a14="http://schemas.microsoft.com/office/drawing/2010/main" val="0"/>
              </a:ext>
            </a:extLst>
          </a:blip>
          <a:srcRect/>
          <a:stretch>
            <a:fillRect/>
          </a:stretch>
        </p:blipFill>
        <p:spPr bwMode="auto">
          <a:xfrm>
            <a:off x="7516328" y="1674871"/>
            <a:ext cx="1189441" cy="34596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Le projet associatif 2017-2021 - adsea80">
            <a:extLst>
              <a:ext uri="{FF2B5EF4-FFF2-40B4-BE49-F238E27FC236}">
                <a16:creationId xmlns:a16="http://schemas.microsoft.com/office/drawing/2014/main" id="{D143495E-0B3B-075A-9C6F-0D8C95E0452B}"/>
              </a:ext>
            </a:extLst>
          </p:cNvPr>
          <p:cNvPicPr>
            <a:picLocks noChangeAspect="1" noChangeArrowheads="1"/>
          </p:cNvPicPr>
          <p:nvPr/>
        </p:nvPicPr>
        <p:blipFill>
          <a:blip r:embed="rId30" cstate="print">
            <a:extLst>
              <a:ext uri="{28A0092B-C50C-407E-A947-70E740481C1C}">
                <a14:useLocalDpi xmlns:a14="http://schemas.microsoft.com/office/drawing/2010/main" val="0"/>
              </a:ext>
            </a:extLst>
          </a:blip>
          <a:srcRect/>
          <a:stretch>
            <a:fillRect/>
          </a:stretch>
        </p:blipFill>
        <p:spPr bwMode="auto">
          <a:xfrm>
            <a:off x="3964047" y="253344"/>
            <a:ext cx="1193438" cy="596719"/>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Liste des unités et établissements de la Croix-Rouge française (csv) -  data.gouv.fr">
            <a:extLst>
              <a:ext uri="{FF2B5EF4-FFF2-40B4-BE49-F238E27FC236}">
                <a16:creationId xmlns:a16="http://schemas.microsoft.com/office/drawing/2014/main" id="{8F2D79C1-AF51-EF50-F42C-01CB15C0A114}"/>
              </a:ext>
            </a:extLst>
          </p:cNvPr>
          <p:cNvPicPr>
            <a:picLocks noChangeAspect="1" noChangeArrowheads="1"/>
          </p:cNvPicPr>
          <p:nvPr/>
        </p:nvPicPr>
        <p:blipFill rotWithShape="1">
          <a:blip r:embed="rId31">
            <a:extLst>
              <a:ext uri="{28A0092B-C50C-407E-A947-70E740481C1C}">
                <a14:useLocalDpi xmlns:a14="http://schemas.microsoft.com/office/drawing/2010/main" val="0"/>
              </a:ext>
            </a:extLst>
          </a:blip>
          <a:srcRect t="32846" b="17474"/>
          <a:stretch/>
        </p:blipFill>
        <p:spPr bwMode="auto">
          <a:xfrm>
            <a:off x="1886129" y="1026092"/>
            <a:ext cx="1455199" cy="722935"/>
          </a:xfrm>
          <a:prstGeom prst="rect">
            <a:avLst/>
          </a:prstGeom>
          <a:noFill/>
          <a:extLst>
            <a:ext uri="{909E8E84-426E-40DD-AFC4-6F175D3DCCD1}">
              <a14:hiddenFill xmlns:a14="http://schemas.microsoft.com/office/drawing/2010/main">
                <a:solidFill>
                  <a:srgbClr val="FFFFFF"/>
                </a:solidFill>
              </a14:hiddenFill>
            </a:ext>
          </a:extLst>
        </p:spPr>
      </p:pic>
      <p:pic>
        <p:nvPicPr>
          <p:cNvPr id="20" name="Image 19">
            <a:extLst>
              <a:ext uri="{FF2B5EF4-FFF2-40B4-BE49-F238E27FC236}">
                <a16:creationId xmlns:a16="http://schemas.microsoft.com/office/drawing/2014/main" id="{B93E22C0-4EF4-911E-EB22-0AB5257E879D}"/>
              </a:ext>
            </a:extLst>
          </p:cNvPr>
          <p:cNvPicPr>
            <a:picLocks noChangeAspect="1"/>
          </p:cNvPicPr>
          <p:nvPr/>
        </p:nvPicPr>
        <p:blipFill>
          <a:blip r:embed="rId32"/>
          <a:stretch>
            <a:fillRect/>
          </a:stretch>
        </p:blipFill>
        <p:spPr>
          <a:xfrm>
            <a:off x="1711488" y="2051876"/>
            <a:ext cx="1561978" cy="502436"/>
          </a:xfrm>
          <a:prstGeom prst="rect">
            <a:avLst/>
          </a:prstGeom>
        </p:spPr>
      </p:pic>
      <p:pic>
        <p:nvPicPr>
          <p:cNvPr id="23" name="Image 22">
            <a:extLst>
              <a:ext uri="{FF2B5EF4-FFF2-40B4-BE49-F238E27FC236}">
                <a16:creationId xmlns:a16="http://schemas.microsoft.com/office/drawing/2014/main" id="{52EE55AA-AA98-9529-D331-F388B00BD17F}"/>
              </a:ext>
            </a:extLst>
          </p:cNvPr>
          <p:cNvPicPr>
            <a:picLocks noChangeAspect="1"/>
          </p:cNvPicPr>
          <p:nvPr/>
        </p:nvPicPr>
        <p:blipFill>
          <a:blip r:embed="rId33"/>
          <a:stretch>
            <a:fillRect/>
          </a:stretch>
        </p:blipFill>
        <p:spPr>
          <a:xfrm>
            <a:off x="2041703" y="2792901"/>
            <a:ext cx="867784" cy="867784"/>
          </a:xfrm>
          <a:prstGeom prst="rect">
            <a:avLst/>
          </a:prstGeom>
        </p:spPr>
      </p:pic>
      <p:pic>
        <p:nvPicPr>
          <p:cNvPr id="25" name="Picture 6" descr="Accueil">
            <a:extLst>
              <a:ext uri="{FF2B5EF4-FFF2-40B4-BE49-F238E27FC236}">
                <a16:creationId xmlns:a16="http://schemas.microsoft.com/office/drawing/2014/main" id="{083859CA-5F06-30A4-A926-F4519E642988}"/>
              </a:ext>
            </a:extLst>
          </p:cNvPr>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2081939" y="4283322"/>
            <a:ext cx="762116" cy="736282"/>
          </a:xfrm>
          <a:prstGeom prst="rect">
            <a:avLst/>
          </a:prstGeom>
          <a:noFill/>
          <a:extLst>
            <a:ext uri="{909E8E84-426E-40DD-AFC4-6F175D3DCCD1}">
              <a14:hiddenFill xmlns:a14="http://schemas.microsoft.com/office/drawing/2010/main">
                <a:solidFill>
                  <a:srgbClr val="FFFFFF"/>
                </a:solidFill>
              </a14:hiddenFill>
            </a:ext>
          </a:extLst>
        </p:spPr>
      </p:pic>
      <p:pic>
        <p:nvPicPr>
          <p:cNvPr id="27" name="Image 26">
            <a:extLst>
              <a:ext uri="{FF2B5EF4-FFF2-40B4-BE49-F238E27FC236}">
                <a16:creationId xmlns:a16="http://schemas.microsoft.com/office/drawing/2014/main" id="{D376465C-194F-18F0-B160-D2F2D3571F6A}"/>
              </a:ext>
            </a:extLst>
          </p:cNvPr>
          <p:cNvPicPr>
            <a:picLocks noChangeAspect="1"/>
          </p:cNvPicPr>
          <p:nvPr/>
        </p:nvPicPr>
        <p:blipFill>
          <a:blip r:embed="rId35" cstate="print">
            <a:extLst>
              <a:ext uri="{28A0092B-C50C-407E-A947-70E740481C1C}">
                <a14:useLocalDpi xmlns:a14="http://schemas.microsoft.com/office/drawing/2010/main" val="0"/>
              </a:ext>
            </a:extLst>
          </a:blip>
          <a:stretch>
            <a:fillRect/>
          </a:stretch>
        </p:blipFill>
        <p:spPr>
          <a:xfrm>
            <a:off x="7500108" y="2234997"/>
            <a:ext cx="1126421" cy="636396"/>
          </a:xfrm>
          <a:prstGeom prst="rect">
            <a:avLst/>
          </a:prstGeom>
        </p:spPr>
      </p:pic>
      <p:pic>
        <p:nvPicPr>
          <p:cNvPr id="30" name="Image 29">
            <a:extLst>
              <a:ext uri="{FF2B5EF4-FFF2-40B4-BE49-F238E27FC236}">
                <a16:creationId xmlns:a16="http://schemas.microsoft.com/office/drawing/2014/main" id="{47AFD50C-0178-0464-376C-078A1FFE8048}"/>
              </a:ext>
            </a:extLst>
          </p:cNvPr>
          <p:cNvPicPr>
            <a:picLocks noChangeAspect="1"/>
          </p:cNvPicPr>
          <p:nvPr/>
        </p:nvPicPr>
        <p:blipFill>
          <a:blip r:embed="rId36"/>
          <a:stretch>
            <a:fillRect/>
          </a:stretch>
        </p:blipFill>
        <p:spPr>
          <a:xfrm>
            <a:off x="6881997" y="1086953"/>
            <a:ext cx="2092007" cy="261620"/>
          </a:xfrm>
          <a:prstGeom prst="rect">
            <a:avLst/>
          </a:prstGeom>
        </p:spPr>
      </p:pic>
      <p:pic>
        <p:nvPicPr>
          <p:cNvPr id="31" name="Image 30">
            <a:extLst>
              <a:ext uri="{FF2B5EF4-FFF2-40B4-BE49-F238E27FC236}">
                <a16:creationId xmlns:a16="http://schemas.microsoft.com/office/drawing/2014/main" id="{77B971A1-77B7-1F54-E78C-2FF2F817C7A5}"/>
              </a:ext>
            </a:extLst>
          </p:cNvPr>
          <p:cNvPicPr>
            <a:picLocks noChangeAspect="1"/>
          </p:cNvPicPr>
          <p:nvPr/>
        </p:nvPicPr>
        <p:blipFill>
          <a:blip r:embed="rId37" cstate="print">
            <a:extLst>
              <a:ext uri="{28A0092B-C50C-407E-A947-70E740481C1C}">
                <a14:useLocalDpi xmlns:a14="http://schemas.microsoft.com/office/drawing/2010/main" val="0"/>
              </a:ext>
            </a:extLst>
          </a:blip>
          <a:srcRect/>
          <a:stretch>
            <a:fillRect/>
          </a:stretch>
        </p:blipFill>
        <p:spPr bwMode="auto">
          <a:xfrm>
            <a:off x="3645307" y="1225824"/>
            <a:ext cx="2168155" cy="536214"/>
          </a:xfrm>
          <a:prstGeom prst="rect">
            <a:avLst/>
          </a:prstGeom>
          <a:noFill/>
        </p:spPr>
      </p:pic>
      <p:pic>
        <p:nvPicPr>
          <p:cNvPr id="34" name="Image 33">
            <a:extLst>
              <a:ext uri="{FF2B5EF4-FFF2-40B4-BE49-F238E27FC236}">
                <a16:creationId xmlns:a16="http://schemas.microsoft.com/office/drawing/2014/main" id="{0D1822FA-E063-3432-21E3-8F4F9616A78E}"/>
              </a:ext>
            </a:extLst>
          </p:cNvPr>
          <p:cNvPicPr>
            <a:picLocks noChangeAspect="1"/>
          </p:cNvPicPr>
          <p:nvPr/>
        </p:nvPicPr>
        <p:blipFill>
          <a:blip r:embed="rId38"/>
          <a:stretch>
            <a:fillRect/>
          </a:stretch>
        </p:blipFill>
        <p:spPr>
          <a:xfrm>
            <a:off x="9173028" y="4312971"/>
            <a:ext cx="1314929" cy="412610"/>
          </a:xfrm>
          <a:prstGeom prst="rect">
            <a:avLst/>
          </a:prstGeom>
        </p:spPr>
      </p:pic>
      <p:pic>
        <p:nvPicPr>
          <p:cNvPr id="36" name="Image 35">
            <a:extLst>
              <a:ext uri="{FF2B5EF4-FFF2-40B4-BE49-F238E27FC236}">
                <a16:creationId xmlns:a16="http://schemas.microsoft.com/office/drawing/2014/main" id="{2BA03645-E1DB-5965-7FC5-B13781011EB5}"/>
              </a:ext>
            </a:extLst>
          </p:cNvPr>
          <p:cNvPicPr>
            <a:picLocks noChangeAspect="1"/>
          </p:cNvPicPr>
          <p:nvPr/>
        </p:nvPicPr>
        <p:blipFill>
          <a:blip r:embed="rId39">
            <a:extLst>
              <a:ext uri="{28A0092B-C50C-407E-A947-70E740481C1C}">
                <a14:useLocalDpi xmlns:a14="http://schemas.microsoft.com/office/drawing/2010/main" val="0"/>
              </a:ext>
            </a:extLst>
          </a:blip>
          <a:stretch>
            <a:fillRect/>
          </a:stretch>
        </p:blipFill>
        <p:spPr>
          <a:xfrm>
            <a:off x="1699116" y="5470900"/>
            <a:ext cx="1552957" cy="637596"/>
          </a:xfrm>
          <a:prstGeom prst="rect">
            <a:avLst/>
          </a:prstGeom>
        </p:spPr>
      </p:pic>
      <p:pic>
        <p:nvPicPr>
          <p:cNvPr id="38" name="Image 37" descr="RÃ©sultat de recherche d'images pour &quot;ESAT HENRI ROBIN&quot;">
            <a:extLst>
              <a:ext uri="{FF2B5EF4-FFF2-40B4-BE49-F238E27FC236}">
                <a16:creationId xmlns:a16="http://schemas.microsoft.com/office/drawing/2014/main" id="{81462498-98A9-7686-677F-0C1D80B84FE3}"/>
              </a:ext>
            </a:extLst>
          </p:cNvPr>
          <p:cNvPicPr>
            <a:picLocks noChangeAspect="1"/>
          </p:cNvPicPr>
          <p:nvPr/>
        </p:nvPicPr>
        <p:blipFill rotWithShape="1">
          <a:blip r:embed="rId40">
            <a:extLst>
              <a:ext uri="{28A0092B-C50C-407E-A947-70E740481C1C}">
                <a14:useLocalDpi xmlns:a14="http://schemas.microsoft.com/office/drawing/2010/main" val="0"/>
              </a:ext>
            </a:extLst>
          </a:blip>
          <a:srcRect l="52756" t="8881" r="11055"/>
          <a:stretch/>
        </p:blipFill>
        <p:spPr bwMode="auto">
          <a:xfrm>
            <a:off x="4454511" y="1843709"/>
            <a:ext cx="970172" cy="1105893"/>
          </a:xfrm>
          <a:prstGeom prst="rect">
            <a:avLst/>
          </a:prstGeom>
          <a:noFill/>
          <a:ln>
            <a:noFill/>
          </a:ln>
          <a:extLst>
            <a:ext uri="{53640926-AAD7-44D8-BBD7-CCE9431645EC}">
              <a14:shadowObscured xmlns:a14="http://schemas.microsoft.com/office/drawing/2010/main"/>
            </a:ext>
          </a:extLst>
        </p:spPr>
      </p:pic>
      <p:pic>
        <p:nvPicPr>
          <p:cNvPr id="39" name="Image 38" descr="Une image contenant texte&#10;&#10;Description générée automatiquement">
            <a:extLst>
              <a:ext uri="{FF2B5EF4-FFF2-40B4-BE49-F238E27FC236}">
                <a16:creationId xmlns:a16="http://schemas.microsoft.com/office/drawing/2014/main" id="{6D044C57-237C-8827-57FD-B130035A80D6}"/>
              </a:ext>
            </a:extLst>
          </p:cNvPr>
          <p:cNvPicPr>
            <a:picLocks noChangeAspect="1"/>
          </p:cNvPicPr>
          <p:nvPr/>
        </p:nvPicPr>
        <p:blipFill rotWithShape="1">
          <a:blip r:embed="rId41" cstate="print">
            <a:extLst>
              <a:ext uri="{28A0092B-C50C-407E-A947-70E740481C1C}">
                <a14:useLocalDpi xmlns:a14="http://schemas.microsoft.com/office/drawing/2010/main" val="0"/>
              </a:ext>
            </a:extLst>
          </a:blip>
          <a:srcRect l="20940" t="14104" r="18870" b="23807"/>
          <a:stretch/>
        </p:blipFill>
        <p:spPr bwMode="auto">
          <a:xfrm>
            <a:off x="5638385" y="55354"/>
            <a:ext cx="1409065" cy="1089660"/>
          </a:xfrm>
          <a:prstGeom prst="rect">
            <a:avLst/>
          </a:prstGeom>
          <a:noFill/>
          <a:ln>
            <a:noFill/>
          </a:ln>
          <a:extLst>
            <a:ext uri="{53640926-AAD7-44D8-BBD7-CCE9431645EC}">
              <a14:shadowObscured xmlns:a14="http://schemas.microsoft.com/office/drawing/2010/main"/>
            </a:ext>
          </a:extLst>
        </p:spPr>
      </p:pic>
      <p:pic>
        <p:nvPicPr>
          <p:cNvPr id="40" name="Image 39">
            <a:extLst>
              <a:ext uri="{FF2B5EF4-FFF2-40B4-BE49-F238E27FC236}">
                <a16:creationId xmlns:a16="http://schemas.microsoft.com/office/drawing/2014/main" id="{E50A9B2F-3C40-1389-7562-55BD1F4095E5}"/>
              </a:ext>
            </a:extLst>
          </p:cNvPr>
          <p:cNvPicPr>
            <a:picLocks noChangeAspect="1"/>
          </p:cNvPicPr>
          <p:nvPr/>
        </p:nvPicPr>
        <p:blipFill>
          <a:blip r:embed="rId42">
            <a:extLst>
              <a:ext uri="{28A0092B-C50C-407E-A947-70E740481C1C}">
                <a14:useLocalDpi xmlns:a14="http://schemas.microsoft.com/office/drawing/2010/main" val="0"/>
              </a:ext>
            </a:extLst>
          </a:blip>
          <a:srcRect/>
          <a:stretch>
            <a:fillRect/>
          </a:stretch>
        </p:blipFill>
        <p:spPr bwMode="auto">
          <a:xfrm>
            <a:off x="5796768" y="3242710"/>
            <a:ext cx="1288909" cy="720229"/>
          </a:xfrm>
          <a:prstGeom prst="rect">
            <a:avLst/>
          </a:prstGeom>
          <a:noFill/>
        </p:spPr>
      </p:pic>
      <p:pic>
        <p:nvPicPr>
          <p:cNvPr id="2" name="Image 1">
            <a:extLst>
              <a:ext uri="{FF2B5EF4-FFF2-40B4-BE49-F238E27FC236}">
                <a16:creationId xmlns:a16="http://schemas.microsoft.com/office/drawing/2014/main" id="{B6B604C8-A644-1CAD-80BF-FE9C2A874B75}"/>
              </a:ext>
            </a:extLst>
          </p:cNvPr>
          <p:cNvPicPr>
            <a:picLocks noChangeAspect="1"/>
          </p:cNvPicPr>
          <p:nvPr/>
        </p:nvPicPr>
        <p:blipFill>
          <a:blip r:embed="rId43"/>
          <a:stretch>
            <a:fillRect/>
          </a:stretch>
        </p:blipFill>
        <p:spPr>
          <a:xfrm>
            <a:off x="6194726" y="2211474"/>
            <a:ext cx="765927" cy="749456"/>
          </a:xfrm>
          <a:prstGeom prst="rect">
            <a:avLst/>
          </a:prstGeom>
        </p:spPr>
      </p:pic>
      <p:pic>
        <p:nvPicPr>
          <p:cNvPr id="3" name="Image 2">
            <a:extLst>
              <a:ext uri="{FF2B5EF4-FFF2-40B4-BE49-F238E27FC236}">
                <a16:creationId xmlns:a16="http://schemas.microsoft.com/office/drawing/2014/main" id="{AE5FF8A5-B6AB-D8C5-2A86-83F14AABFFDB}"/>
              </a:ext>
            </a:extLst>
          </p:cNvPr>
          <p:cNvPicPr>
            <a:picLocks noChangeAspect="1"/>
          </p:cNvPicPr>
          <p:nvPr/>
        </p:nvPicPr>
        <p:blipFill>
          <a:blip r:embed="rId44"/>
          <a:stretch>
            <a:fillRect/>
          </a:stretch>
        </p:blipFill>
        <p:spPr>
          <a:xfrm>
            <a:off x="5707342" y="4159581"/>
            <a:ext cx="1597290" cy="719390"/>
          </a:xfrm>
          <a:prstGeom prst="rect">
            <a:avLst/>
          </a:prstGeom>
        </p:spPr>
      </p:pic>
      <p:pic>
        <p:nvPicPr>
          <p:cNvPr id="6" name="Image 5">
            <a:extLst>
              <a:ext uri="{FF2B5EF4-FFF2-40B4-BE49-F238E27FC236}">
                <a16:creationId xmlns:a16="http://schemas.microsoft.com/office/drawing/2014/main" id="{7996FA1D-A0EB-9A5F-6E6A-2745712814B9}"/>
              </a:ext>
            </a:extLst>
          </p:cNvPr>
          <p:cNvPicPr>
            <a:picLocks noChangeAspect="1"/>
          </p:cNvPicPr>
          <p:nvPr/>
        </p:nvPicPr>
        <p:blipFill>
          <a:blip r:embed="rId45">
            <a:extLst>
              <a:ext uri="{28A0092B-C50C-407E-A947-70E740481C1C}">
                <a14:useLocalDpi xmlns:a14="http://schemas.microsoft.com/office/drawing/2010/main" val="0"/>
              </a:ext>
            </a:extLst>
          </a:blip>
          <a:srcRect/>
          <a:stretch>
            <a:fillRect/>
          </a:stretch>
        </p:blipFill>
        <p:spPr bwMode="auto">
          <a:xfrm>
            <a:off x="5631799" y="4968547"/>
            <a:ext cx="1659033" cy="623605"/>
          </a:xfrm>
          <a:prstGeom prst="rect">
            <a:avLst/>
          </a:prstGeom>
          <a:noFill/>
          <a:ln>
            <a:noFill/>
          </a:ln>
        </p:spPr>
      </p:pic>
      <p:pic>
        <p:nvPicPr>
          <p:cNvPr id="8" name="Image 7" descr="RÃ©sultat de recherche d'images pour &quot;esat d'autun&quot;">
            <a:extLst>
              <a:ext uri="{FF2B5EF4-FFF2-40B4-BE49-F238E27FC236}">
                <a16:creationId xmlns:a16="http://schemas.microsoft.com/office/drawing/2014/main" id="{736B8415-DF5F-866E-1158-82FC207D22A9}"/>
              </a:ext>
            </a:extLst>
          </p:cNvPr>
          <p:cNvPicPr>
            <a:picLocks noChangeAspect="1"/>
          </p:cNvPicPr>
          <p:nvPr/>
        </p:nvPicPr>
        <p:blipFill>
          <a:blip r:embed="rId46">
            <a:extLst>
              <a:ext uri="{28A0092B-C50C-407E-A947-70E740481C1C}">
                <a14:useLocalDpi xmlns:a14="http://schemas.microsoft.com/office/drawing/2010/main" val="0"/>
              </a:ext>
            </a:extLst>
          </a:blip>
          <a:srcRect/>
          <a:stretch>
            <a:fillRect/>
          </a:stretch>
        </p:blipFill>
        <p:spPr bwMode="auto">
          <a:xfrm>
            <a:off x="5813462" y="5862245"/>
            <a:ext cx="1429385" cy="668655"/>
          </a:xfrm>
          <a:prstGeom prst="rect">
            <a:avLst/>
          </a:prstGeom>
          <a:noFill/>
          <a:ln>
            <a:noFill/>
          </a:ln>
        </p:spPr>
      </p:pic>
      <p:pic>
        <p:nvPicPr>
          <p:cNvPr id="11" name="Image 10">
            <a:extLst>
              <a:ext uri="{FF2B5EF4-FFF2-40B4-BE49-F238E27FC236}">
                <a16:creationId xmlns:a16="http://schemas.microsoft.com/office/drawing/2014/main" id="{4695820D-A23A-0766-EB5C-8CC461F6DF74}"/>
              </a:ext>
            </a:extLst>
          </p:cNvPr>
          <p:cNvPicPr>
            <a:picLocks noChangeAspect="1"/>
          </p:cNvPicPr>
          <p:nvPr/>
        </p:nvPicPr>
        <p:blipFill>
          <a:blip r:embed="rId47"/>
          <a:stretch>
            <a:fillRect/>
          </a:stretch>
        </p:blipFill>
        <p:spPr>
          <a:xfrm>
            <a:off x="7450866" y="3314104"/>
            <a:ext cx="1509338" cy="426839"/>
          </a:xfrm>
          <a:prstGeom prst="rect">
            <a:avLst/>
          </a:prstGeom>
        </p:spPr>
      </p:pic>
      <p:pic>
        <p:nvPicPr>
          <p:cNvPr id="12" name="Image 11" descr="Home">
            <a:extLst>
              <a:ext uri="{FF2B5EF4-FFF2-40B4-BE49-F238E27FC236}">
                <a16:creationId xmlns:a16="http://schemas.microsoft.com/office/drawing/2014/main" id="{D0A1A4FA-92A2-24FF-70C6-2071DD5DCE30}"/>
              </a:ext>
            </a:extLst>
          </p:cNvPr>
          <p:cNvPicPr>
            <a:picLocks noChangeAspect="1"/>
          </p:cNvPicPr>
          <p:nvPr/>
        </p:nvPicPr>
        <p:blipFill>
          <a:blip r:embed="rId48">
            <a:extLst>
              <a:ext uri="{28A0092B-C50C-407E-A947-70E740481C1C}">
                <a14:useLocalDpi xmlns:a14="http://schemas.microsoft.com/office/drawing/2010/main" val="0"/>
              </a:ext>
            </a:extLst>
          </a:blip>
          <a:srcRect/>
          <a:stretch>
            <a:fillRect/>
          </a:stretch>
        </p:blipFill>
        <p:spPr bwMode="auto">
          <a:xfrm>
            <a:off x="7733243" y="6418642"/>
            <a:ext cx="1945051" cy="359777"/>
          </a:xfrm>
          <a:prstGeom prst="rect">
            <a:avLst/>
          </a:prstGeom>
          <a:noFill/>
          <a:ln>
            <a:noFill/>
          </a:ln>
        </p:spPr>
      </p:pic>
      <p:pic>
        <p:nvPicPr>
          <p:cNvPr id="13" name="Image 12" descr="C:\Users\Ddegeneve\AppData\Local\Microsoft\Windows\INetCache\Content.MSO\3792327F.tmp">
            <a:extLst>
              <a:ext uri="{FF2B5EF4-FFF2-40B4-BE49-F238E27FC236}">
                <a16:creationId xmlns:a16="http://schemas.microsoft.com/office/drawing/2014/main" id="{A73443CE-6B77-6F5E-1183-EDEDEC809C7F}"/>
              </a:ext>
            </a:extLst>
          </p:cNvPr>
          <p:cNvPicPr>
            <a:picLocks noChangeAspect="1"/>
          </p:cNvPicPr>
          <p:nvPr/>
        </p:nvPicPr>
        <p:blipFill>
          <a:blip r:embed="rId49">
            <a:extLst>
              <a:ext uri="{28A0092B-C50C-407E-A947-70E740481C1C}">
                <a14:useLocalDpi xmlns:a14="http://schemas.microsoft.com/office/drawing/2010/main" val="0"/>
              </a:ext>
            </a:extLst>
          </a:blip>
          <a:srcRect/>
          <a:stretch>
            <a:fillRect/>
          </a:stretch>
        </p:blipFill>
        <p:spPr bwMode="auto">
          <a:xfrm>
            <a:off x="10630424" y="3996342"/>
            <a:ext cx="1628775" cy="820420"/>
          </a:xfrm>
          <a:prstGeom prst="rect">
            <a:avLst/>
          </a:prstGeom>
          <a:noFill/>
          <a:ln>
            <a:noFill/>
          </a:ln>
        </p:spPr>
      </p:pic>
      <p:pic>
        <p:nvPicPr>
          <p:cNvPr id="14" name="Image 13" descr="image logo de l'Association">
            <a:extLst>
              <a:ext uri="{FF2B5EF4-FFF2-40B4-BE49-F238E27FC236}">
                <a16:creationId xmlns:a16="http://schemas.microsoft.com/office/drawing/2014/main" id="{A0E5F722-BBFC-EE7B-C223-0D54D466B5E6}"/>
              </a:ext>
            </a:extLst>
          </p:cNvPr>
          <p:cNvPicPr>
            <a:picLocks noChangeAspect="1"/>
          </p:cNvPicPr>
          <p:nvPr/>
        </p:nvPicPr>
        <p:blipFill>
          <a:blip r:embed="rId50">
            <a:extLst>
              <a:ext uri="{28A0092B-C50C-407E-A947-70E740481C1C}">
                <a14:useLocalDpi xmlns:a14="http://schemas.microsoft.com/office/drawing/2010/main" val="0"/>
              </a:ext>
            </a:extLst>
          </a:blip>
          <a:srcRect/>
          <a:stretch>
            <a:fillRect/>
          </a:stretch>
        </p:blipFill>
        <p:spPr bwMode="auto">
          <a:xfrm>
            <a:off x="7600684" y="5672224"/>
            <a:ext cx="1552957" cy="508135"/>
          </a:xfrm>
          <a:prstGeom prst="rect">
            <a:avLst/>
          </a:prstGeom>
          <a:noFill/>
          <a:ln>
            <a:noFill/>
          </a:ln>
        </p:spPr>
      </p:pic>
      <p:pic>
        <p:nvPicPr>
          <p:cNvPr id="16" name="Image 15" descr="Une image contenant texte&#10;&#10;Description générée automatiquement">
            <a:extLst>
              <a:ext uri="{FF2B5EF4-FFF2-40B4-BE49-F238E27FC236}">
                <a16:creationId xmlns:a16="http://schemas.microsoft.com/office/drawing/2014/main" id="{C4728B4E-1AD3-A265-E1D0-2587CF814E00}"/>
              </a:ext>
            </a:extLst>
          </p:cNvPr>
          <p:cNvPicPr>
            <a:picLocks noChangeAspect="1"/>
          </p:cNvPicPr>
          <p:nvPr/>
        </p:nvPicPr>
        <p:blipFill>
          <a:blip r:embed="rId51"/>
          <a:stretch>
            <a:fillRect/>
          </a:stretch>
        </p:blipFill>
        <p:spPr>
          <a:xfrm>
            <a:off x="10576275" y="6251281"/>
            <a:ext cx="1509339" cy="457896"/>
          </a:xfrm>
          <a:prstGeom prst="rect">
            <a:avLst/>
          </a:prstGeom>
        </p:spPr>
      </p:pic>
      <p:pic>
        <p:nvPicPr>
          <p:cNvPr id="17" name="Image 16" descr="AGIVR – Beaujolais Val de Saône Handicap | « RESSOURCES ET ...">
            <a:extLst>
              <a:ext uri="{FF2B5EF4-FFF2-40B4-BE49-F238E27FC236}">
                <a16:creationId xmlns:a16="http://schemas.microsoft.com/office/drawing/2014/main" id="{C1130AFF-E360-D9B3-0F0B-CC1DF9A30A31}"/>
              </a:ext>
            </a:extLst>
          </p:cNvPr>
          <p:cNvPicPr>
            <a:picLocks noChangeAspect="1"/>
          </p:cNvPicPr>
          <p:nvPr/>
        </p:nvPicPr>
        <p:blipFill>
          <a:blip r:embed="rId52" cstate="print">
            <a:extLst>
              <a:ext uri="{28A0092B-C50C-407E-A947-70E740481C1C}">
                <a14:useLocalDpi xmlns:a14="http://schemas.microsoft.com/office/drawing/2010/main" val="0"/>
              </a:ext>
            </a:extLst>
          </a:blip>
          <a:srcRect/>
          <a:stretch>
            <a:fillRect/>
          </a:stretch>
        </p:blipFill>
        <p:spPr bwMode="auto">
          <a:xfrm>
            <a:off x="7490517" y="3970040"/>
            <a:ext cx="1430036" cy="512021"/>
          </a:xfrm>
          <a:prstGeom prst="rect">
            <a:avLst/>
          </a:prstGeom>
          <a:noFill/>
          <a:ln>
            <a:noFill/>
          </a:ln>
        </p:spPr>
      </p:pic>
      <p:pic>
        <p:nvPicPr>
          <p:cNvPr id="28" name="Image 27">
            <a:extLst>
              <a:ext uri="{FF2B5EF4-FFF2-40B4-BE49-F238E27FC236}">
                <a16:creationId xmlns:a16="http://schemas.microsoft.com/office/drawing/2014/main" id="{8D87E8D6-B554-1830-684B-50036B31C66D}"/>
              </a:ext>
            </a:extLst>
          </p:cNvPr>
          <p:cNvPicPr>
            <a:picLocks noChangeAspect="1"/>
          </p:cNvPicPr>
          <p:nvPr/>
        </p:nvPicPr>
        <p:blipFill>
          <a:blip r:embed="rId53">
            <a:extLst>
              <a:ext uri="{28A0092B-C50C-407E-A947-70E740481C1C}">
                <a14:useLocalDpi xmlns:a14="http://schemas.microsoft.com/office/drawing/2010/main" val="0"/>
              </a:ext>
            </a:extLst>
          </a:blip>
          <a:srcRect/>
          <a:stretch>
            <a:fillRect/>
          </a:stretch>
        </p:blipFill>
        <p:spPr bwMode="auto">
          <a:xfrm>
            <a:off x="10717449" y="5291029"/>
            <a:ext cx="1305340" cy="498669"/>
          </a:xfrm>
          <a:prstGeom prst="rect">
            <a:avLst/>
          </a:prstGeom>
          <a:noFill/>
        </p:spPr>
      </p:pic>
      <p:pic>
        <p:nvPicPr>
          <p:cNvPr id="42" name="Image 41">
            <a:extLst>
              <a:ext uri="{FF2B5EF4-FFF2-40B4-BE49-F238E27FC236}">
                <a16:creationId xmlns:a16="http://schemas.microsoft.com/office/drawing/2014/main" id="{F6F34A4C-A74B-FB82-0682-ED6BE38F0A7A}"/>
              </a:ext>
            </a:extLst>
          </p:cNvPr>
          <p:cNvPicPr>
            <a:picLocks noChangeAspect="1"/>
          </p:cNvPicPr>
          <p:nvPr/>
        </p:nvPicPr>
        <p:blipFill>
          <a:blip r:embed="rId54" cstate="print">
            <a:extLst>
              <a:ext uri="{28A0092B-C50C-407E-A947-70E740481C1C}">
                <a14:useLocalDpi xmlns:a14="http://schemas.microsoft.com/office/drawing/2010/main" val="0"/>
              </a:ext>
            </a:extLst>
          </a:blip>
          <a:srcRect/>
          <a:stretch>
            <a:fillRect/>
          </a:stretch>
        </p:blipFill>
        <p:spPr bwMode="auto">
          <a:xfrm>
            <a:off x="8897317" y="2432206"/>
            <a:ext cx="1675419" cy="311149"/>
          </a:xfrm>
          <a:prstGeom prst="rect">
            <a:avLst/>
          </a:prstGeom>
          <a:noFill/>
          <a:ln>
            <a:noFill/>
          </a:ln>
        </p:spPr>
      </p:pic>
      <p:pic>
        <p:nvPicPr>
          <p:cNvPr id="7" name="Picture 2" descr="Les 80 degrés">
            <a:extLst>
              <a:ext uri="{FF2B5EF4-FFF2-40B4-BE49-F238E27FC236}">
                <a16:creationId xmlns:a16="http://schemas.microsoft.com/office/drawing/2014/main" id="{8A578C84-39CA-C664-63DD-BADE0D5CA249}"/>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9415575" y="5077203"/>
            <a:ext cx="926319" cy="926319"/>
          </a:xfrm>
          <a:prstGeom prst="rect">
            <a:avLst/>
          </a:prstGeom>
          <a:noFill/>
          <a:extLst>
            <a:ext uri="{909E8E84-426E-40DD-AFC4-6F175D3DCCD1}">
              <a14:hiddenFill xmlns:a14="http://schemas.microsoft.com/office/drawing/2010/main">
                <a:solidFill>
                  <a:srgbClr val="FFFFFF"/>
                </a:solidFill>
              </a14:hiddenFill>
            </a:ext>
          </a:extLst>
        </p:spPr>
      </p:pic>
      <p:sp>
        <p:nvSpPr>
          <p:cNvPr id="1053"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1054"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1055"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1056"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spTree>
    <p:extLst>
      <p:ext uri="{BB962C8B-B14F-4D97-AF65-F5344CB8AC3E}">
        <p14:creationId xmlns:p14="http://schemas.microsoft.com/office/powerpoint/2010/main" val="2537854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097" y="3700328"/>
            <a:ext cx="1408060" cy="1054521"/>
          </a:xfrm>
          <a:prstGeom prst="rect">
            <a:avLst/>
          </a:prstGeom>
        </p:spPr>
      </p:pic>
      <p:pic>
        <p:nvPicPr>
          <p:cNvPr id="20522" name="Picture 4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85064" y="6230938"/>
            <a:ext cx="1792287" cy="5969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483" name="Picture 31" descr="header_login"/>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4343" y="2977607"/>
            <a:ext cx="2204158" cy="6584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84" name="Image 1"/>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4163529" y="4295430"/>
            <a:ext cx="1444625" cy="1446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88" name="Picture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61847" y="3542873"/>
            <a:ext cx="1620838" cy="5143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489" name="Picture 8" descr="logo_miel"/>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583893" y="1633589"/>
            <a:ext cx="1525587" cy="541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4" name="Picture 15" descr="sicap"/>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53130" y="6217341"/>
            <a:ext cx="1372946" cy="5622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5" name="Picture 23" descr="logo-aprilgroup"/>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24856" y="4020756"/>
            <a:ext cx="1709737" cy="4873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9" name="Picture 29" descr="CLYDEUNION_Logo"/>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174829" y="6178433"/>
            <a:ext cx="1522413" cy="403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0" name="Picture 30" descr="logo-Campus-Veolia"/>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818427" y="2178078"/>
            <a:ext cx="1521828" cy="8271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5" name="Image 2"/>
          <p:cNvPicPr>
            <a:picLocks noChangeAspect="1"/>
          </p:cNvPicPr>
          <p:nvPr/>
        </p:nvPicPr>
        <p:blipFill>
          <a:blip r:embed="rId14">
            <a:extLst>
              <a:ext uri="{28A0092B-C50C-407E-A947-70E740481C1C}">
                <a14:useLocalDpi xmlns:a14="http://schemas.microsoft.com/office/drawing/2010/main" val="0"/>
              </a:ext>
            </a:extLst>
          </a:blip>
          <a:srcRect/>
          <a:stretch>
            <a:fillRect/>
          </a:stretch>
        </p:blipFill>
        <p:spPr bwMode="auto">
          <a:xfrm>
            <a:off x="5926138" y="6019800"/>
            <a:ext cx="1511300" cy="7239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7" name="Picture 14" descr="http://www.arkema-inc.com/images/arkema_logo.gif"/>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9308158" y="1640708"/>
            <a:ext cx="1126421" cy="53811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8" name="Picture 32" descr="http://t0.gstatic.com/images?q=tbn:ANd9GcSg5IS94-ee7G1UvvYK7qfN09nTRkPxGjWWlyAFrruMouK8It14"/>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508626" y="178642"/>
            <a:ext cx="1122219" cy="47981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2" name="Picture 35"/>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030342" y="3209056"/>
            <a:ext cx="1462087" cy="56832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515" name="Picture 34" descr="C:\Users\Pierre\Documents\PIC Formation et Conseil\Clients et prospects\MUTUELLE UNEO\logo_uneo.gif"/>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3192090" y="5025350"/>
            <a:ext cx="783604" cy="7162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6" name="Picture 38"/>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798786" y="4678079"/>
            <a:ext cx="754063" cy="10207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517" name="Picture 39"/>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9047862" y="2292829"/>
            <a:ext cx="1573213" cy="7858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8" name="Picture 41" descr="http://www.mutualia.fr/images/stories/logo.gif">
            <a:hlinkClick r:id="rId21"/>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889033" y="4530726"/>
            <a:ext cx="1319213" cy="6000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9" name="Picture 2"/>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065587" y="5574305"/>
            <a:ext cx="1443038" cy="44926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395920" y="942872"/>
            <a:ext cx="1249363" cy="5127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3" name="Image 2"/>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6235259" y="2986849"/>
            <a:ext cx="746869" cy="882998"/>
          </a:xfrm>
          <a:prstGeom prst="rect">
            <a:avLst/>
          </a:prstGeom>
        </p:spPr>
      </p:pic>
      <p:pic>
        <p:nvPicPr>
          <p:cNvPr id="2050" name="Picture 2"/>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3310127" y="5870574"/>
            <a:ext cx="721166" cy="801296"/>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pic>
        <p:nvPicPr>
          <p:cNvPr id="1027" name="Picture 3"/>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5350794" y="1566504"/>
            <a:ext cx="1564041" cy="52181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5" name="Picture 2"/>
          <p:cNvPicPr>
            <a:picLocks noChangeAspect="1" noChangeArrowheads="1"/>
          </p:cNvPicPr>
          <p:nvPr/>
        </p:nvPicPr>
        <p:blipFill>
          <a:blip r:embed="rId28" cstate="print">
            <a:extLst>
              <a:ext uri="{28A0092B-C50C-407E-A947-70E740481C1C}">
                <a14:useLocalDpi xmlns:a14="http://schemas.microsoft.com/office/drawing/2010/main" val="0"/>
              </a:ext>
            </a:extLst>
          </a:blip>
          <a:srcRect/>
          <a:stretch>
            <a:fillRect/>
          </a:stretch>
        </p:blipFill>
        <p:spPr bwMode="auto">
          <a:xfrm>
            <a:off x="1991544" y="116632"/>
            <a:ext cx="1411916" cy="749476"/>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pic>
        <p:nvPicPr>
          <p:cNvPr id="6" name="Image 5"/>
          <p:cNvPicPr>
            <a:picLocks noChangeAspect="1"/>
          </p:cNvPicPr>
          <p:nvPr/>
        </p:nvPicPr>
        <p:blipFill>
          <a:blip r:embed="rId29" cstate="print">
            <a:extLst>
              <a:ext uri="{28A0092B-C50C-407E-A947-70E740481C1C}">
                <a14:useLocalDpi xmlns:a14="http://schemas.microsoft.com/office/drawing/2010/main" val="0"/>
              </a:ext>
            </a:extLst>
          </a:blip>
          <a:stretch>
            <a:fillRect/>
          </a:stretch>
        </p:blipFill>
        <p:spPr>
          <a:xfrm>
            <a:off x="3493707" y="894468"/>
            <a:ext cx="1462972" cy="570129"/>
          </a:xfrm>
          <a:prstGeom prst="rect">
            <a:avLst/>
          </a:prstGeom>
        </p:spPr>
      </p:pic>
      <p:pic>
        <p:nvPicPr>
          <p:cNvPr id="8" name="Image 7"/>
          <p:cNvPicPr>
            <a:picLocks noChangeAspect="1"/>
          </p:cNvPicPr>
          <p:nvPr/>
        </p:nvPicPr>
        <p:blipFill>
          <a:blip r:embed="rId30"/>
          <a:stretch>
            <a:fillRect/>
          </a:stretch>
        </p:blipFill>
        <p:spPr>
          <a:xfrm>
            <a:off x="1886329" y="5495356"/>
            <a:ext cx="916195" cy="687795"/>
          </a:xfrm>
          <a:prstGeom prst="rect">
            <a:avLst/>
          </a:prstGeom>
        </p:spPr>
      </p:pic>
      <p:pic>
        <p:nvPicPr>
          <p:cNvPr id="9" name="Image 8"/>
          <p:cNvPicPr>
            <a:picLocks noChangeAspect="1"/>
          </p:cNvPicPr>
          <p:nvPr/>
        </p:nvPicPr>
        <p:blipFill>
          <a:blip r:embed="rId31"/>
          <a:stretch>
            <a:fillRect/>
          </a:stretch>
        </p:blipFill>
        <p:spPr>
          <a:xfrm>
            <a:off x="7278964" y="5640319"/>
            <a:ext cx="1793706" cy="712239"/>
          </a:xfrm>
          <a:prstGeom prst="rect">
            <a:avLst/>
          </a:prstGeom>
        </p:spPr>
      </p:pic>
      <p:pic>
        <p:nvPicPr>
          <p:cNvPr id="10" name="Image 9"/>
          <p:cNvPicPr>
            <a:picLocks noChangeAspect="1"/>
          </p:cNvPicPr>
          <p:nvPr/>
        </p:nvPicPr>
        <p:blipFill>
          <a:blip r:embed="rId32"/>
          <a:stretch>
            <a:fillRect/>
          </a:stretch>
        </p:blipFill>
        <p:spPr>
          <a:xfrm>
            <a:off x="8980949" y="4734618"/>
            <a:ext cx="1533154" cy="567835"/>
          </a:xfrm>
          <a:prstGeom prst="rect">
            <a:avLst/>
          </a:prstGeom>
        </p:spPr>
      </p:pic>
      <p:pic>
        <p:nvPicPr>
          <p:cNvPr id="11" name="Image 10"/>
          <p:cNvPicPr>
            <a:picLocks noChangeAspect="1"/>
          </p:cNvPicPr>
          <p:nvPr/>
        </p:nvPicPr>
        <p:blipFill>
          <a:blip r:embed="rId33"/>
          <a:stretch>
            <a:fillRect/>
          </a:stretch>
        </p:blipFill>
        <p:spPr>
          <a:xfrm>
            <a:off x="3277070" y="2074132"/>
            <a:ext cx="1000275" cy="1000275"/>
          </a:xfrm>
          <a:prstGeom prst="rect">
            <a:avLst/>
          </a:prstGeom>
        </p:spPr>
      </p:pic>
      <p:pic>
        <p:nvPicPr>
          <p:cNvPr id="20492" name="Picture 12" descr="identite_graphique_RA"/>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8974295" y="5453787"/>
            <a:ext cx="1608137" cy="373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2" name="Picture 2" descr="https://www.lesmutuellesdusoleil.fr/App_Themes/MDS/Images/logo.jpg"/>
          <p:cNvPicPr>
            <a:picLocks noChangeAspect="1" noChangeArrowheads="1"/>
          </p:cNvPicPr>
          <p:nvPr/>
        </p:nvPicPr>
        <p:blipFill>
          <a:blip r:embed="rId35">
            <a:extLst>
              <a:ext uri="{28A0092B-C50C-407E-A947-70E740481C1C}">
                <a14:useLocalDpi xmlns:a14="http://schemas.microsoft.com/office/drawing/2010/main" val="0"/>
              </a:ext>
            </a:extLst>
          </a:blip>
          <a:srcRect/>
          <a:stretch>
            <a:fillRect/>
          </a:stretch>
        </p:blipFill>
        <p:spPr bwMode="auto">
          <a:xfrm>
            <a:off x="1732743" y="4091414"/>
            <a:ext cx="1627717" cy="577050"/>
          </a:xfrm>
          <a:prstGeom prst="rect">
            <a:avLst/>
          </a:prstGeom>
          <a:noFill/>
          <a:extLst>
            <a:ext uri="{909E8E84-426E-40dd-AFC4-6F175D3DCCD1}">
              <a14:hiddenFill xmlns:a14="http://schemas.microsoft.com/office/drawing/2010/main" xmlns="">
                <a:solidFill>
                  <a:srgbClr val="FFFFFF"/>
                </a:solidFill>
              </a14:hiddenFill>
            </a:ext>
          </a:extLst>
        </p:spPr>
      </p:pic>
      <p:pic>
        <p:nvPicPr>
          <p:cNvPr id="7" name="Image 6"/>
          <p:cNvPicPr>
            <a:picLocks noChangeAspect="1"/>
          </p:cNvPicPr>
          <p:nvPr/>
        </p:nvPicPr>
        <p:blipFill>
          <a:blip r:embed="rId36">
            <a:extLst>
              <a:ext uri="{28A0092B-C50C-407E-A947-70E740481C1C}">
                <a14:useLocalDpi xmlns:a14="http://schemas.microsoft.com/office/drawing/2010/main" val="0"/>
              </a:ext>
            </a:extLst>
          </a:blip>
          <a:stretch>
            <a:fillRect/>
          </a:stretch>
        </p:blipFill>
        <p:spPr>
          <a:xfrm>
            <a:off x="9258804" y="153149"/>
            <a:ext cx="1409196" cy="563678"/>
          </a:xfrm>
          <a:prstGeom prst="rect">
            <a:avLst/>
          </a:prstGeom>
        </p:spPr>
      </p:pic>
      <p:pic>
        <p:nvPicPr>
          <p:cNvPr id="13" name="Image 12"/>
          <p:cNvPicPr>
            <a:picLocks noChangeAspect="1"/>
          </p:cNvPicPr>
          <p:nvPr/>
        </p:nvPicPr>
        <p:blipFill>
          <a:blip r:embed="rId37">
            <a:extLst>
              <a:ext uri="{28A0092B-C50C-407E-A947-70E740481C1C}">
                <a14:useLocalDpi xmlns:a14="http://schemas.microsoft.com/office/drawing/2010/main" val="0"/>
              </a:ext>
            </a:extLst>
          </a:blip>
          <a:stretch>
            <a:fillRect/>
          </a:stretch>
        </p:blipFill>
        <p:spPr>
          <a:xfrm>
            <a:off x="3686175" y="268677"/>
            <a:ext cx="1047750" cy="400050"/>
          </a:xfrm>
          <a:prstGeom prst="rect">
            <a:avLst/>
          </a:prstGeom>
        </p:spPr>
      </p:pic>
      <p:pic>
        <p:nvPicPr>
          <p:cNvPr id="14" name="Image 13"/>
          <p:cNvPicPr>
            <a:picLocks noChangeAspect="1"/>
          </p:cNvPicPr>
          <p:nvPr/>
        </p:nvPicPr>
        <p:blipFill>
          <a:blip r:embed="rId38" cstate="print">
            <a:extLst>
              <a:ext uri="{28A0092B-C50C-407E-A947-70E740481C1C}">
                <a14:useLocalDpi xmlns:a14="http://schemas.microsoft.com/office/drawing/2010/main" val="0"/>
              </a:ext>
            </a:extLst>
          </a:blip>
          <a:stretch>
            <a:fillRect/>
          </a:stretch>
        </p:blipFill>
        <p:spPr>
          <a:xfrm>
            <a:off x="7660706" y="2174927"/>
            <a:ext cx="869156" cy="869156"/>
          </a:xfrm>
          <a:prstGeom prst="rect">
            <a:avLst/>
          </a:prstGeom>
        </p:spPr>
      </p:pic>
      <p:pic>
        <p:nvPicPr>
          <p:cNvPr id="15" name="Image 14"/>
          <p:cNvPicPr>
            <a:picLocks noChangeAspect="1"/>
          </p:cNvPicPr>
          <p:nvPr/>
        </p:nvPicPr>
        <p:blipFill>
          <a:blip r:embed="rId39" cstate="print">
            <a:extLst>
              <a:ext uri="{28A0092B-C50C-407E-A947-70E740481C1C}">
                <a14:useLocalDpi xmlns:a14="http://schemas.microsoft.com/office/drawing/2010/main" val="0"/>
              </a:ext>
            </a:extLst>
          </a:blip>
          <a:stretch>
            <a:fillRect/>
          </a:stretch>
        </p:blipFill>
        <p:spPr>
          <a:xfrm>
            <a:off x="5974142" y="5286358"/>
            <a:ext cx="1283908" cy="461926"/>
          </a:xfrm>
          <a:prstGeom prst="rect">
            <a:avLst/>
          </a:prstGeom>
        </p:spPr>
      </p:pic>
      <p:pic>
        <p:nvPicPr>
          <p:cNvPr id="16" name="Image 15"/>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2030515" y="2851341"/>
            <a:ext cx="923925" cy="590550"/>
          </a:xfrm>
          <a:prstGeom prst="rect">
            <a:avLst/>
          </a:prstGeom>
        </p:spPr>
      </p:pic>
      <p:pic>
        <p:nvPicPr>
          <p:cNvPr id="17" name="Image 16"/>
          <p:cNvPicPr>
            <a:picLocks noChangeAspect="1"/>
          </p:cNvPicPr>
          <p:nvPr/>
        </p:nvPicPr>
        <p:blipFill>
          <a:blip r:embed="rId41" cstate="print">
            <a:extLst>
              <a:ext uri="{28A0092B-C50C-407E-A947-70E740481C1C}">
                <a14:useLocalDpi xmlns:a14="http://schemas.microsoft.com/office/drawing/2010/main" val="0"/>
              </a:ext>
            </a:extLst>
          </a:blip>
          <a:stretch>
            <a:fillRect/>
          </a:stretch>
        </p:blipFill>
        <p:spPr>
          <a:xfrm>
            <a:off x="3430190" y="3176955"/>
            <a:ext cx="836822" cy="433478"/>
          </a:xfrm>
          <a:prstGeom prst="rect">
            <a:avLst/>
          </a:prstGeom>
        </p:spPr>
      </p:pic>
      <p:pic>
        <p:nvPicPr>
          <p:cNvPr id="18" name="Image 17"/>
          <p:cNvPicPr>
            <a:picLocks noChangeAspect="1"/>
          </p:cNvPicPr>
          <p:nvPr/>
        </p:nvPicPr>
        <p:blipFill>
          <a:blip r:embed="rId42" cstate="print">
            <a:extLst>
              <a:ext uri="{28A0092B-C50C-407E-A947-70E740481C1C}">
                <a14:useLocalDpi xmlns:a14="http://schemas.microsoft.com/office/drawing/2010/main" val="0"/>
              </a:ext>
            </a:extLst>
          </a:blip>
          <a:stretch>
            <a:fillRect/>
          </a:stretch>
        </p:blipFill>
        <p:spPr>
          <a:xfrm>
            <a:off x="3692242" y="3745278"/>
            <a:ext cx="756912" cy="881093"/>
          </a:xfrm>
          <a:prstGeom prst="rect">
            <a:avLst/>
          </a:prstGeom>
        </p:spPr>
      </p:pic>
      <p:pic>
        <p:nvPicPr>
          <p:cNvPr id="19" name="Image 18"/>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4923095" y="3182269"/>
            <a:ext cx="901761" cy="510998"/>
          </a:xfrm>
          <a:prstGeom prst="rect">
            <a:avLst/>
          </a:prstGeom>
        </p:spPr>
      </p:pic>
      <p:pic>
        <p:nvPicPr>
          <p:cNvPr id="20" name="Image 19"/>
          <p:cNvPicPr>
            <a:picLocks noChangeAspect="1"/>
          </p:cNvPicPr>
          <p:nvPr/>
        </p:nvPicPr>
        <p:blipFill>
          <a:blip r:embed="rId44">
            <a:extLst>
              <a:ext uri="{28A0092B-C50C-407E-A947-70E740481C1C}">
                <a14:useLocalDpi xmlns:a14="http://schemas.microsoft.com/office/drawing/2010/main" val="0"/>
              </a:ext>
            </a:extLst>
          </a:blip>
          <a:stretch>
            <a:fillRect/>
          </a:stretch>
        </p:blipFill>
        <p:spPr>
          <a:xfrm>
            <a:off x="4735202" y="3864639"/>
            <a:ext cx="835971" cy="835971"/>
          </a:xfrm>
          <a:prstGeom prst="rect">
            <a:avLst/>
          </a:prstGeom>
        </p:spPr>
      </p:pic>
      <p:pic>
        <p:nvPicPr>
          <p:cNvPr id="22" name="Image 21"/>
          <p:cNvPicPr>
            <a:picLocks noChangeAspect="1"/>
          </p:cNvPicPr>
          <p:nvPr/>
        </p:nvPicPr>
        <p:blipFill>
          <a:blip r:embed="rId45" cstate="print">
            <a:extLst>
              <a:ext uri="{28A0092B-C50C-407E-A947-70E740481C1C}">
                <a14:useLocalDpi xmlns:a14="http://schemas.microsoft.com/office/drawing/2010/main" val="0"/>
              </a:ext>
            </a:extLst>
          </a:blip>
          <a:stretch>
            <a:fillRect/>
          </a:stretch>
        </p:blipFill>
        <p:spPr>
          <a:xfrm>
            <a:off x="2082086" y="4713459"/>
            <a:ext cx="628480" cy="740328"/>
          </a:xfrm>
          <a:prstGeom prst="rect">
            <a:avLst/>
          </a:prstGeom>
        </p:spPr>
      </p:pic>
      <p:pic>
        <p:nvPicPr>
          <p:cNvPr id="23" name="Image 22"/>
          <p:cNvPicPr>
            <a:picLocks noChangeAspect="1"/>
          </p:cNvPicPr>
          <p:nvPr/>
        </p:nvPicPr>
        <p:blipFill>
          <a:blip r:embed="rId46" cstate="print">
            <a:extLst>
              <a:ext uri="{28A0092B-C50C-407E-A947-70E740481C1C}">
                <a14:useLocalDpi xmlns:a14="http://schemas.microsoft.com/office/drawing/2010/main" val="0"/>
              </a:ext>
            </a:extLst>
          </a:blip>
          <a:stretch>
            <a:fillRect/>
          </a:stretch>
        </p:blipFill>
        <p:spPr>
          <a:xfrm>
            <a:off x="6902239" y="835932"/>
            <a:ext cx="1177679" cy="562995"/>
          </a:xfrm>
          <a:prstGeom prst="rect">
            <a:avLst/>
          </a:prstGeom>
        </p:spPr>
      </p:pic>
      <p:pic>
        <p:nvPicPr>
          <p:cNvPr id="24" name="Image 23"/>
          <p:cNvPicPr>
            <a:picLocks noChangeAspect="1"/>
          </p:cNvPicPr>
          <p:nvPr/>
        </p:nvPicPr>
        <p:blipFill>
          <a:blip r:embed="rId47" cstate="print">
            <a:extLst>
              <a:ext uri="{28A0092B-C50C-407E-A947-70E740481C1C}">
                <a14:useLocalDpi xmlns:a14="http://schemas.microsoft.com/office/drawing/2010/main" val="0"/>
              </a:ext>
            </a:extLst>
          </a:blip>
          <a:stretch>
            <a:fillRect/>
          </a:stretch>
        </p:blipFill>
        <p:spPr>
          <a:xfrm>
            <a:off x="7060275" y="99896"/>
            <a:ext cx="828945" cy="734905"/>
          </a:xfrm>
          <a:prstGeom prst="rect">
            <a:avLst/>
          </a:prstGeom>
        </p:spPr>
      </p:pic>
      <p:pic>
        <p:nvPicPr>
          <p:cNvPr id="25" name="Image 24"/>
          <p:cNvPicPr>
            <a:picLocks noChangeAspect="1"/>
          </p:cNvPicPr>
          <p:nvPr/>
        </p:nvPicPr>
        <p:blipFill>
          <a:blip r:embed="rId48">
            <a:extLst>
              <a:ext uri="{28A0092B-C50C-407E-A947-70E740481C1C}">
                <a14:useLocalDpi xmlns:a14="http://schemas.microsoft.com/office/drawing/2010/main" val="0"/>
              </a:ext>
            </a:extLst>
          </a:blip>
          <a:stretch>
            <a:fillRect/>
          </a:stretch>
        </p:blipFill>
        <p:spPr>
          <a:xfrm>
            <a:off x="4499398" y="2434619"/>
            <a:ext cx="1092488" cy="416722"/>
          </a:xfrm>
          <a:prstGeom prst="rect">
            <a:avLst/>
          </a:prstGeom>
        </p:spPr>
      </p:pic>
      <p:pic>
        <p:nvPicPr>
          <p:cNvPr id="26" name="Image 25"/>
          <p:cNvPicPr>
            <a:picLocks noChangeAspect="1"/>
          </p:cNvPicPr>
          <p:nvPr/>
        </p:nvPicPr>
        <p:blipFill>
          <a:blip r:embed="rId49" cstate="print">
            <a:extLst>
              <a:ext uri="{28A0092B-C50C-407E-A947-70E740481C1C}">
                <a14:useLocalDpi xmlns:a14="http://schemas.microsoft.com/office/drawing/2010/main" val="0"/>
              </a:ext>
            </a:extLst>
          </a:blip>
          <a:stretch>
            <a:fillRect/>
          </a:stretch>
        </p:blipFill>
        <p:spPr>
          <a:xfrm>
            <a:off x="8162060" y="84760"/>
            <a:ext cx="1055331" cy="746072"/>
          </a:xfrm>
          <a:prstGeom prst="rect">
            <a:avLst/>
          </a:prstGeom>
        </p:spPr>
      </p:pic>
      <p:pic>
        <p:nvPicPr>
          <p:cNvPr id="27" name="Image 26"/>
          <p:cNvPicPr>
            <a:picLocks noChangeAspect="1"/>
          </p:cNvPicPr>
          <p:nvPr/>
        </p:nvPicPr>
        <p:blipFill>
          <a:blip r:embed="rId50" cstate="print">
            <a:extLst>
              <a:ext uri="{28A0092B-C50C-407E-A947-70E740481C1C}">
                <a14:useLocalDpi xmlns:a14="http://schemas.microsoft.com/office/drawing/2010/main" val="0"/>
              </a:ext>
            </a:extLst>
          </a:blip>
          <a:stretch>
            <a:fillRect/>
          </a:stretch>
        </p:blipFill>
        <p:spPr>
          <a:xfrm>
            <a:off x="8006943" y="966730"/>
            <a:ext cx="1186658" cy="406066"/>
          </a:xfrm>
          <a:prstGeom prst="rect">
            <a:avLst/>
          </a:prstGeom>
        </p:spPr>
      </p:pic>
      <p:pic>
        <p:nvPicPr>
          <p:cNvPr id="21" name="Image 20"/>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951073" y="1163471"/>
            <a:ext cx="1319448" cy="584327"/>
          </a:xfrm>
          <a:prstGeom prst="rect">
            <a:avLst/>
          </a:prstGeom>
        </p:spPr>
      </p:pic>
      <p:pic>
        <p:nvPicPr>
          <p:cNvPr id="28" name="Image 27"/>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764233" y="1917228"/>
            <a:ext cx="1635271" cy="817636"/>
          </a:xfrm>
          <a:prstGeom prst="rect">
            <a:avLst/>
          </a:prstGeom>
        </p:spPr>
      </p:pic>
      <p:pic>
        <p:nvPicPr>
          <p:cNvPr id="29" name="Image 28"/>
          <p:cNvPicPr>
            <a:picLocks noChangeAspect="1"/>
          </p:cNvPicPr>
          <p:nvPr/>
        </p:nvPicPr>
        <p:blipFill>
          <a:blip r:embed="rId53" cstate="print">
            <a:extLst>
              <a:ext uri="{28A0092B-C50C-407E-A947-70E740481C1C}">
                <a14:useLocalDpi xmlns:a14="http://schemas.microsoft.com/office/drawing/2010/main" val="0"/>
              </a:ext>
            </a:extLst>
          </a:blip>
          <a:stretch>
            <a:fillRect/>
          </a:stretch>
        </p:blipFill>
        <p:spPr>
          <a:xfrm>
            <a:off x="9471273" y="5957070"/>
            <a:ext cx="984259" cy="759344"/>
          </a:xfrm>
          <a:prstGeom prst="rect">
            <a:avLst/>
          </a:prstGeom>
        </p:spPr>
      </p:pic>
      <p:pic>
        <p:nvPicPr>
          <p:cNvPr id="30" name="Image 29"/>
          <p:cNvPicPr>
            <a:picLocks noChangeAspect="1"/>
          </p:cNvPicPr>
          <p:nvPr/>
        </p:nvPicPr>
        <p:blipFill>
          <a:blip r:embed="rId54">
            <a:extLst>
              <a:ext uri="{28A0092B-C50C-407E-A947-70E740481C1C}">
                <a14:useLocalDpi xmlns:a14="http://schemas.microsoft.com/office/drawing/2010/main" val="0"/>
              </a:ext>
            </a:extLst>
          </a:blip>
          <a:stretch>
            <a:fillRect/>
          </a:stretch>
        </p:blipFill>
        <p:spPr>
          <a:xfrm>
            <a:off x="7660706" y="3800048"/>
            <a:ext cx="1124606" cy="671136"/>
          </a:xfrm>
          <a:prstGeom prst="rect">
            <a:avLst/>
          </a:prstGeom>
        </p:spPr>
      </p:pic>
      <p:pic>
        <p:nvPicPr>
          <p:cNvPr id="31" name="Image 30"/>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9609525" y="608821"/>
            <a:ext cx="699196" cy="941774"/>
          </a:xfrm>
          <a:prstGeom prst="rect">
            <a:avLst/>
          </a:prstGeom>
        </p:spPr>
      </p:pic>
      <p:pic>
        <p:nvPicPr>
          <p:cNvPr id="53" name="Image 52" descr="Alptis, la solidarité change le monde">
            <a:hlinkClick r:id="rId56" tooltip="&quot;www.alptis.org&quot; "/>
          </p:cNvPr>
          <p:cNvPicPr/>
          <p:nvPr/>
        </p:nvPicPr>
        <p:blipFill>
          <a:blip r:embed="rId57" r:link="rId58">
            <a:extLst>
              <a:ext uri="{28A0092B-C50C-407E-A947-70E740481C1C}">
                <a14:useLocalDpi xmlns:a14="http://schemas.microsoft.com/office/drawing/2010/main" val="0"/>
              </a:ext>
            </a:extLst>
          </a:blip>
          <a:srcRect/>
          <a:stretch>
            <a:fillRect/>
          </a:stretch>
        </p:blipFill>
        <p:spPr bwMode="auto">
          <a:xfrm>
            <a:off x="7452873" y="1614969"/>
            <a:ext cx="1445887" cy="495675"/>
          </a:xfrm>
          <a:prstGeom prst="rect">
            <a:avLst/>
          </a:prstGeom>
          <a:noFill/>
          <a:ln>
            <a:noFill/>
          </a:ln>
        </p:spPr>
      </p:pic>
      <p:pic>
        <p:nvPicPr>
          <p:cNvPr id="32" name="Image 31" descr="Une image contenant LEGO, jouet&#10;&#10;Description générée avec un niveau de confiance très élevé">
            <a:extLst>
              <a:ext uri="{FF2B5EF4-FFF2-40B4-BE49-F238E27FC236}">
                <a16:creationId xmlns:a16="http://schemas.microsoft.com/office/drawing/2014/main" id="{C937685F-5177-4532-A479-C72A2195ED02}"/>
              </a:ext>
            </a:extLst>
          </p:cNvPr>
          <p:cNvPicPr>
            <a:picLocks noChangeAspect="1"/>
          </p:cNvPicPr>
          <p:nvPr/>
        </p:nvPicPr>
        <p:blipFill>
          <a:blip r:embed="rId59">
            <a:extLst>
              <a:ext uri="{28A0092B-C50C-407E-A947-70E740481C1C}">
                <a14:useLocalDpi xmlns:a14="http://schemas.microsoft.com/office/drawing/2010/main" val="0"/>
              </a:ext>
            </a:extLst>
          </a:blip>
          <a:stretch>
            <a:fillRect/>
          </a:stretch>
        </p:blipFill>
        <p:spPr>
          <a:xfrm>
            <a:off x="643549" y="213410"/>
            <a:ext cx="920173" cy="1006778"/>
          </a:xfrm>
          <a:prstGeom prst="rect">
            <a:avLst/>
          </a:prstGeom>
        </p:spPr>
      </p:pic>
      <p:pic>
        <p:nvPicPr>
          <p:cNvPr id="34" name="Image 33">
            <a:extLst>
              <a:ext uri="{FF2B5EF4-FFF2-40B4-BE49-F238E27FC236}">
                <a16:creationId xmlns:a16="http://schemas.microsoft.com/office/drawing/2014/main" id="{6DACE5AC-FD25-4969-8E85-694A281C88CE}"/>
              </a:ext>
            </a:extLst>
          </p:cNvPr>
          <p:cNvPicPr>
            <a:picLocks noChangeAspect="1"/>
          </p:cNvPicPr>
          <p:nvPr/>
        </p:nvPicPr>
        <p:blipFill>
          <a:blip r:embed="rId60" cstate="print">
            <a:extLst>
              <a:ext uri="{28A0092B-C50C-407E-A947-70E740481C1C}">
                <a14:useLocalDpi xmlns:a14="http://schemas.microsoft.com/office/drawing/2010/main" val="0"/>
              </a:ext>
            </a:extLst>
          </a:blip>
          <a:stretch>
            <a:fillRect/>
          </a:stretch>
        </p:blipFill>
        <p:spPr>
          <a:xfrm>
            <a:off x="265798" y="1388987"/>
            <a:ext cx="1531424" cy="358812"/>
          </a:xfrm>
          <a:prstGeom prst="rect">
            <a:avLst/>
          </a:prstGeom>
        </p:spPr>
      </p:pic>
      <p:pic>
        <p:nvPicPr>
          <p:cNvPr id="36" name="Image 35">
            <a:extLst>
              <a:ext uri="{FF2B5EF4-FFF2-40B4-BE49-F238E27FC236}">
                <a16:creationId xmlns:a16="http://schemas.microsoft.com/office/drawing/2014/main" id="{99269BE4-68A0-4084-9E15-68F262C35632}"/>
              </a:ext>
            </a:extLst>
          </p:cNvPr>
          <p:cNvPicPr>
            <a:picLocks noChangeAspect="1"/>
          </p:cNvPicPr>
          <p:nvPr/>
        </p:nvPicPr>
        <p:blipFill>
          <a:blip r:embed="rId61">
            <a:extLst>
              <a:ext uri="{28A0092B-C50C-407E-A947-70E740481C1C}">
                <a14:useLocalDpi xmlns:a14="http://schemas.microsoft.com/office/drawing/2010/main" val="0"/>
              </a:ext>
            </a:extLst>
          </a:blip>
          <a:stretch>
            <a:fillRect/>
          </a:stretch>
        </p:blipFill>
        <p:spPr>
          <a:xfrm>
            <a:off x="236553" y="1936160"/>
            <a:ext cx="1481233" cy="798704"/>
          </a:xfrm>
          <a:prstGeom prst="rect">
            <a:avLst/>
          </a:prstGeom>
        </p:spPr>
      </p:pic>
      <p:pic>
        <p:nvPicPr>
          <p:cNvPr id="38" name="Image 37">
            <a:extLst>
              <a:ext uri="{FF2B5EF4-FFF2-40B4-BE49-F238E27FC236}">
                <a16:creationId xmlns:a16="http://schemas.microsoft.com/office/drawing/2014/main" id="{523E2DBB-6CCA-498B-A09C-DBB37F5D44A5}"/>
              </a:ext>
            </a:extLst>
          </p:cNvPr>
          <p:cNvPicPr>
            <a:picLocks noChangeAspect="1"/>
          </p:cNvPicPr>
          <p:nvPr/>
        </p:nvPicPr>
        <p:blipFill>
          <a:blip r:embed="rId62" cstate="print">
            <a:extLst>
              <a:ext uri="{28A0092B-C50C-407E-A947-70E740481C1C}">
                <a14:useLocalDpi xmlns:a14="http://schemas.microsoft.com/office/drawing/2010/main" val="0"/>
              </a:ext>
            </a:extLst>
          </a:blip>
          <a:stretch>
            <a:fillRect/>
          </a:stretch>
        </p:blipFill>
        <p:spPr>
          <a:xfrm>
            <a:off x="276425" y="2685735"/>
            <a:ext cx="1126422" cy="1126422"/>
          </a:xfrm>
          <a:prstGeom prst="rect">
            <a:avLst/>
          </a:prstGeom>
        </p:spPr>
      </p:pic>
      <p:pic>
        <p:nvPicPr>
          <p:cNvPr id="40" name="Image 39">
            <a:extLst>
              <a:ext uri="{FF2B5EF4-FFF2-40B4-BE49-F238E27FC236}">
                <a16:creationId xmlns:a16="http://schemas.microsoft.com/office/drawing/2014/main" id="{BA570D75-2002-41E4-A364-B0421D647F81}"/>
              </a:ext>
            </a:extLst>
          </p:cNvPr>
          <p:cNvPicPr>
            <a:picLocks noChangeAspect="1"/>
          </p:cNvPicPr>
          <p:nvPr/>
        </p:nvPicPr>
        <p:blipFill>
          <a:blip r:embed="rId63">
            <a:extLst>
              <a:ext uri="{28A0092B-C50C-407E-A947-70E740481C1C}">
                <a14:useLocalDpi xmlns:a14="http://schemas.microsoft.com/office/drawing/2010/main" val="0"/>
              </a:ext>
            </a:extLst>
          </a:blip>
          <a:stretch>
            <a:fillRect/>
          </a:stretch>
        </p:blipFill>
        <p:spPr>
          <a:xfrm>
            <a:off x="367863" y="3931175"/>
            <a:ext cx="1388889" cy="454060"/>
          </a:xfrm>
          <a:prstGeom prst="rect">
            <a:avLst/>
          </a:prstGeom>
        </p:spPr>
      </p:pic>
      <p:pic>
        <p:nvPicPr>
          <p:cNvPr id="42" name="Image 41">
            <a:extLst>
              <a:ext uri="{FF2B5EF4-FFF2-40B4-BE49-F238E27FC236}">
                <a16:creationId xmlns:a16="http://schemas.microsoft.com/office/drawing/2014/main" id="{DEDBF17F-B0E2-4EAD-A480-4A6BE16EC73F}"/>
              </a:ext>
            </a:extLst>
          </p:cNvPr>
          <p:cNvPicPr>
            <a:picLocks noChangeAspect="1"/>
          </p:cNvPicPr>
          <p:nvPr/>
        </p:nvPicPr>
        <p:blipFill>
          <a:blip r:embed="rId64" cstate="print">
            <a:extLst>
              <a:ext uri="{28A0092B-C50C-407E-A947-70E740481C1C}">
                <a14:useLocalDpi xmlns:a14="http://schemas.microsoft.com/office/drawing/2010/main" val="0"/>
              </a:ext>
            </a:extLst>
          </a:blip>
          <a:stretch>
            <a:fillRect/>
          </a:stretch>
        </p:blipFill>
        <p:spPr>
          <a:xfrm>
            <a:off x="400298" y="4663020"/>
            <a:ext cx="1180474" cy="457285"/>
          </a:xfrm>
          <a:prstGeom prst="rect">
            <a:avLst/>
          </a:prstGeom>
        </p:spPr>
      </p:pic>
      <p:pic>
        <p:nvPicPr>
          <p:cNvPr id="44" name="Image 43">
            <a:extLst>
              <a:ext uri="{FF2B5EF4-FFF2-40B4-BE49-F238E27FC236}">
                <a16:creationId xmlns:a16="http://schemas.microsoft.com/office/drawing/2014/main" id="{62934081-2B93-4162-B36F-EA39D50D6832}"/>
              </a:ext>
            </a:extLst>
          </p:cNvPr>
          <p:cNvPicPr>
            <a:picLocks noChangeAspect="1"/>
          </p:cNvPicPr>
          <p:nvPr/>
        </p:nvPicPr>
        <p:blipFill>
          <a:blip r:embed="rId65">
            <a:extLst>
              <a:ext uri="{28A0092B-C50C-407E-A947-70E740481C1C}">
                <a14:useLocalDpi xmlns:a14="http://schemas.microsoft.com/office/drawing/2010/main" val="0"/>
              </a:ext>
            </a:extLst>
          </a:blip>
          <a:stretch>
            <a:fillRect/>
          </a:stretch>
        </p:blipFill>
        <p:spPr>
          <a:xfrm>
            <a:off x="10417293" y="52606"/>
            <a:ext cx="1611655" cy="810380"/>
          </a:xfrm>
          <a:prstGeom prst="rect">
            <a:avLst/>
          </a:prstGeom>
        </p:spPr>
      </p:pic>
      <p:pic>
        <p:nvPicPr>
          <p:cNvPr id="46" name="Image 45">
            <a:extLst>
              <a:ext uri="{FF2B5EF4-FFF2-40B4-BE49-F238E27FC236}">
                <a16:creationId xmlns:a16="http://schemas.microsoft.com/office/drawing/2014/main" id="{A40660BB-5508-4694-82E1-B6F6293AD0D1}"/>
              </a:ext>
            </a:extLst>
          </p:cNvPr>
          <p:cNvPicPr>
            <a:picLocks noChangeAspect="1"/>
          </p:cNvPicPr>
          <p:nvPr/>
        </p:nvPicPr>
        <p:blipFill>
          <a:blip r:embed="rId66">
            <a:extLst>
              <a:ext uri="{28A0092B-C50C-407E-A947-70E740481C1C}">
                <a14:useLocalDpi xmlns:a14="http://schemas.microsoft.com/office/drawing/2010/main" val="0"/>
              </a:ext>
            </a:extLst>
          </a:blip>
          <a:stretch>
            <a:fillRect/>
          </a:stretch>
        </p:blipFill>
        <p:spPr>
          <a:xfrm>
            <a:off x="550654" y="5426803"/>
            <a:ext cx="710205" cy="1154855"/>
          </a:xfrm>
          <a:prstGeom prst="rect">
            <a:avLst/>
          </a:prstGeom>
        </p:spPr>
      </p:pic>
      <p:pic>
        <p:nvPicPr>
          <p:cNvPr id="48" name="Image 47" descr="Une image contenant clipart&#10;&#10;Description générée avec un niveau de confiance très élevé">
            <a:extLst>
              <a:ext uri="{FF2B5EF4-FFF2-40B4-BE49-F238E27FC236}">
                <a16:creationId xmlns:a16="http://schemas.microsoft.com/office/drawing/2014/main" id="{58CF6E44-E8EB-456A-8E1B-E6EDF7BB07E5}"/>
              </a:ext>
            </a:extLst>
          </p:cNvPr>
          <p:cNvPicPr>
            <a:picLocks noChangeAspect="1"/>
          </p:cNvPicPr>
          <p:nvPr/>
        </p:nvPicPr>
        <p:blipFill>
          <a:blip r:embed="rId67">
            <a:extLst>
              <a:ext uri="{28A0092B-C50C-407E-A947-70E740481C1C}">
                <a14:useLocalDpi xmlns:a14="http://schemas.microsoft.com/office/drawing/2010/main" val="0"/>
              </a:ext>
            </a:extLst>
          </a:blip>
          <a:stretch>
            <a:fillRect/>
          </a:stretch>
        </p:blipFill>
        <p:spPr>
          <a:xfrm>
            <a:off x="10606159" y="1033111"/>
            <a:ext cx="1285427" cy="943433"/>
          </a:xfrm>
          <a:prstGeom prst="rect">
            <a:avLst/>
          </a:prstGeom>
        </p:spPr>
      </p:pic>
      <p:pic>
        <p:nvPicPr>
          <p:cNvPr id="52" name="Image 51">
            <a:extLst>
              <a:ext uri="{FF2B5EF4-FFF2-40B4-BE49-F238E27FC236}">
                <a16:creationId xmlns:a16="http://schemas.microsoft.com/office/drawing/2014/main" id="{1E4DC023-F0BA-466D-AD96-F88EDFC704CD}"/>
              </a:ext>
            </a:extLst>
          </p:cNvPr>
          <p:cNvPicPr>
            <a:picLocks noChangeAspect="1"/>
          </p:cNvPicPr>
          <p:nvPr/>
        </p:nvPicPr>
        <p:blipFill>
          <a:blip r:embed="rId68">
            <a:extLst>
              <a:ext uri="{28A0092B-C50C-407E-A947-70E740481C1C}">
                <a14:useLocalDpi xmlns:a14="http://schemas.microsoft.com/office/drawing/2010/main" val="0"/>
              </a:ext>
            </a:extLst>
          </a:blip>
          <a:stretch>
            <a:fillRect/>
          </a:stretch>
        </p:blipFill>
        <p:spPr>
          <a:xfrm>
            <a:off x="10723616" y="2183178"/>
            <a:ext cx="1285427" cy="551686"/>
          </a:xfrm>
          <a:prstGeom prst="rect">
            <a:avLst/>
          </a:prstGeom>
        </p:spPr>
      </p:pic>
      <p:pic>
        <p:nvPicPr>
          <p:cNvPr id="55" name="Image 54">
            <a:extLst>
              <a:ext uri="{FF2B5EF4-FFF2-40B4-BE49-F238E27FC236}">
                <a16:creationId xmlns:a16="http://schemas.microsoft.com/office/drawing/2014/main" id="{DAFBF298-0BBB-41EF-B47B-A716611B06D0}"/>
              </a:ext>
            </a:extLst>
          </p:cNvPr>
          <p:cNvPicPr>
            <a:picLocks noChangeAspect="1"/>
          </p:cNvPicPr>
          <p:nvPr/>
        </p:nvPicPr>
        <p:blipFill>
          <a:blip r:embed="rId69">
            <a:extLst>
              <a:ext uri="{28A0092B-C50C-407E-A947-70E740481C1C}">
                <a14:useLocalDpi xmlns:a14="http://schemas.microsoft.com/office/drawing/2010/main" val="0"/>
              </a:ext>
            </a:extLst>
          </a:blip>
          <a:stretch>
            <a:fillRect/>
          </a:stretch>
        </p:blipFill>
        <p:spPr>
          <a:xfrm>
            <a:off x="10789777" y="2851341"/>
            <a:ext cx="1050369" cy="771016"/>
          </a:xfrm>
          <a:prstGeom prst="rect">
            <a:avLst/>
          </a:prstGeom>
        </p:spPr>
      </p:pic>
      <p:pic>
        <p:nvPicPr>
          <p:cNvPr id="57" name="Image 56" descr="Une image contenant texte&#10;&#10;Description générée avec un niveau de confiance élevé">
            <a:extLst>
              <a:ext uri="{FF2B5EF4-FFF2-40B4-BE49-F238E27FC236}">
                <a16:creationId xmlns:a16="http://schemas.microsoft.com/office/drawing/2014/main" id="{08DC686A-4338-4C7D-BEC8-8F307A2A5FDD}"/>
              </a:ext>
            </a:extLst>
          </p:cNvPr>
          <p:cNvPicPr>
            <a:picLocks noChangeAspect="1"/>
          </p:cNvPicPr>
          <p:nvPr/>
        </p:nvPicPr>
        <p:blipFill>
          <a:blip r:embed="rId70" cstate="print">
            <a:extLst>
              <a:ext uri="{28A0092B-C50C-407E-A947-70E740481C1C}">
                <a14:useLocalDpi xmlns:a14="http://schemas.microsoft.com/office/drawing/2010/main" val="0"/>
              </a:ext>
            </a:extLst>
          </a:blip>
          <a:stretch>
            <a:fillRect/>
          </a:stretch>
        </p:blipFill>
        <p:spPr>
          <a:xfrm>
            <a:off x="10924764" y="3843731"/>
            <a:ext cx="961757" cy="1072416"/>
          </a:xfrm>
          <a:prstGeom prst="rect">
            <a:avLst/>
          </a:prstGeom>
        </p:spPr>
      </p:pic>
      <p:pic>
        <p:nvPicPr>
          <p:cNvPr id="59" name="Image 58">
            <a:extLst>
              <a:ext uri="{FF2B5EF4-FFF2-40B4-BE49-F238E27FC236}">
                <a16:creationId xmlns:a16="http://schemas.microsoft.com/office/drawing/2014/main" id="{F62D571F-9272-44F1-8EE2-125EE9C302E8}"/>
              </a:ext>
            </a:extLst>
          </p:cNvPr>
          <p:cNvPicPr>
            <a:picLocks noChangeAspect="1"/>
          </p:cNvPicPr>
          <p:nvPr/>
        </p:nvPicPr>
        <p:blipFill>
          <a:blip r:embed="rId71" cstate="print">
            <a:extLst>
              <a:ext uri="{28A0092B-C50C-407E-A947-70E740481C1C}">
                <a14:useLocalDpi xmlns:a14="http://schemas.microsoft.com/office/drawing/2010/main" val="0"/>
              </a:ext>
            </a:extLst>
          </a:blip>
          <a:stretch>
            <a:fillRect/>
          </a:stretch>
        </p:blipFill>
        <p:spPr>
          <a:xfrm>
            <a:off x="10872432" y="5106574"/>
            <a:ext cx="1066420" cy="533744"/>
          </a:xfrm>
          <a:prstGeom prst="rect">
            <a:avLst/>
          </a:prstGeom>
        </p:spPr>
      </p:pic>
      <p:pic>
        <p:nvPicPr>
          <p:cNvPr id="61" name="Image 60">
            <a:extLst>
              <a:ext uri="{FF2B5EF4-FFF2-40B4-BE49-F238E27FC236}">
                <a16:creationId xmlns:a16="http://schemas.microsoft.com/office/drawing/2014/main" id="{49C27473-DBAB-4242-9F7D-D5D143EEFF52}"/>
              </a:ext>
            </a:extLst>
          </p:cNvPr>
          <p:cNvPicPr>
            <a:picLocks noChangeAspect="1"/>
          </p:cNvPicPr>
          <p:nvPr/>
        </p:nvPicPr>
        <p:blipFill>
          <a:blip r:embed="rId72">
            <a:extLst>
              <a:ext uri="{28A0092B-C50C-407E-A947-70E740481C1C}">
                <a14:useLocalDpi xmlns:a14="http://schemas.microsoft.com/office/drawing/2010/main" val="0"/>
              </a:ext>
            </a:extLst>
          </a:blip>
          <a:stretch>
            <a:fillRect/>
          </a:stretch>
        </p:blipFill>
        <p:spPr>
          <a:xfrm>
            <a:off x="10605801" y="6012325"/>
            <a:ext cx="1190625" cy="809625"/>
          </a:xfrm>
          <a:prstGeom prst="rect">
            <a:avLst/>
          </a:prstGeom>
        </p:spPr>
      </p:pic>
      <p:sp>
        <p:nvSpPr>
          <p:cNvPr id="20523"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20524"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20525"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20526"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spTree>
    <p:custDataLst>
      <p:tags r:id="rId1"/>
    </p:custDataLst>
    <p:extLst>
      <p:ext uri="{BB962C8B-B14F-4D97-AF65-F5344CB8AC3E}">
        <p14:creationId xmlns:p14="http://schemas.microsoft.com/office/powerpoint/2010/main" val="2447240285"/>
      </p:ext>
    </p:extLst>
  </p:cSld>
  <p:clrMapOvr>
    <a:masterClrMapping/>
  </p:clrMapOvr>
</p:sld>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3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4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Conception personnalisée">
  <a:themeElements>
    <a:clrScheme name="Conception personnalisé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onception personnalisée">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onception personnalisé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onception personnalisé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onception personnalisé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onception personnalisé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onception personnalisé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onception personnalisé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onception personnalisé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onception personnalisé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onception personnalisé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onception personnalisé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onception personnalisé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onception personnalisé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6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8.xml><?xml version="1.0" encoding="utf-8"?>
<a:theme xmlns:a="http://schemas.openxmlformats.org/drawingml/2006/main" name="7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9.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00971729-70a3-4993-84f7-eb0c0afa8a2f" xsi:nil="true"/>
    <lcf76f155ced4ddcb4097134ff3c332f xmlns="06e2edd1-4062-4d9a-a61d-4161a7f5f1b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5C99932D3F98349B0646471334594E4" ma:contentTypeVersion="19" ma:contentTypeDescription="Crée un document." ma:contentTypeScope="" ma:versionID="5b426bf015247085bdc2ba9c0c22814b">
  <xsd:schema xmlns:xsd="http://www.w3.org/2001/XMLSchema" xmlns:xs="http://www.w3.org/2001/XMLSchema" xmlns:p="http://schemas.microsoft.com/office/2006/metadata/properties" xmlns:ns2="00971729-70a3-4993-84f7-eb0c0afa8a2f" xmlns:ns3="06e2edd1-4062-4d9a-a61d-4161a7f5f1b2" targetNamespace="http://schemas.microsoft.com/office/2006/metadata/properties" ma:root="true" ma:fieldsID="2ef6de4a32362b76d38b436c51ec4e40" ns2:_="" ns3:_="">
    <xsd:import namespace="00971729-70a3-4993-84f7-eb0c0afa8a2f"/>
    <xsd:import namespace="06e2edd1-4062-4d9a-a61d-4161a7f5f1b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3:MediaServiceAutoKeyPoints" minOccurs="0"/>
                <xsd:element ref="ns3:MediaServiceKeyPoints" minOccurs="0"/>
                <xsd:element ref="ns3:lcf76f155ced4ddcb4097134ff3c332f" minOccurs="0"/>
                <xsd:element ref="ns2:TaxCatchAll" minOccurs="0"/>
                <xsd:element ref="ns3:MediaLengthInSeconds" minOccurs="0"/>
                <xsd:element ref="ns3:MediaServiceSearchPropertie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0971729-70a3-4993-84f7-eb0c0afa8a2f" elementFormDefault="qualified">
    <xsd:import namespace="http://schemas.microsoft.com/office/2006/documentManagement/types"/>
    <xsd:import namespace="http://schemas.microsoft.com/office/infopath/2007/PartnerControls"/>
    <xsd:element name="SharedWithUsers" ma:index="8" nillable="true" ma:displayName="Partagé avec"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description="" ma:internalName="SharedWithDetails" ma:readOnly="true">
      <xsd:simpleType>
        <xsd:restriction base="dms:Note">
          <xsd:maxLength value="255"/>
        </xsd:restriction>
      </xsd:simpleType>
    </xsd:element>
    <xsd:element name="TaxCatchAll" ma:index="22" nillable="true" ma:displayName="Colonne Attraper tout de Taxonomie" ma:hidden="true" ma:list="{3812f052-b851-404b-8596-4a1ac8d69aaf}" ma:internalName="TaxCatchAll" ma:showField="CatchAllData" ma:web="00971729-70a3-4993-84f7-eb0c0afa8a2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6e2edd1-4062-4d9a-a61d-4161a7f5f1b2"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DateTaken" ma:index="12"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Location" ma:index="15"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Balises d’images" ma:readOnly="false" ma:fieldId="{5cf76f15-5ced-4ddc-b409-7134ff3c332f}" ma:taxonomyMulti="true" ma:sspId="cdf0841f-2772-4452-949b-9b51e46c2e0e" ma:termSetId="09814cd3-568e-fe90-9814-8d621ff8fb84" ma:anchorId="fba54fb3-c3e1-fe81-a776-ca4b69148c4d" ma:open="true" ma:isKeyword="false">
      <xsd:complexType>
        <xsd:sequence>
          <xsd:element ref="pc:Terms" minOccurs="0" maxOccurs="1"/>
        </xsd:sequence>
      </xsd:complexType>
    </xsd:element>
    <xsd:element name="MediaLengthInSeconds" ma:index="23" nillable="true" ma:displayName="MediaLengthInSeconds" ma:hidden="true" ma:internalName="MediaLengthInSeconds" ma:readOnly="true">
      <xsd:simpleType>
        <xsd:restriction base="dms:Unknown"/>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BB86CCF-A4F8-4444-9836-4F5E543C5406}">
  <ds:schemaRefs>
    <ds:schemaRef ds:uri="00971729-70a3-4993-84f7-eb0c0afa8a2f"/>
    <ds:schemaRef ds:uri="06e2edd1-4062-4d9a-a61d-4161a7f5f1b2"/>
    <ds:schemaRef ds:uri="125c6bb5-a381-4b6d-8deb-87062260a888"/>
    <ds:schemaRef ds:uri="194ced29-f2d3-4822-a186-59af69b23cb3"/>
    <ds:schemaRef ds:uri="7224cc77-36d3-4c4e-b6fa-7d5983a10a0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EF790213-A1D6-439A-B6BA-0C411DF8C17D}">
  <ds:schemaRefs>
    <ds:schemaRef ds:uri="http://schemas.microsoft.com/sharepoint/v3/contenttype/forms"/>
  </ds:schemaRefs>
</ds:datastoreItem>
</file>

<file path=customXml/itemProps3.xml><?xml version="1.0" encoding="utf-8"?>
<ds:datastoreItem xmlns:ds="http://schemas.openxmlformats.org/officeDocument/2006/customXml" ds:itemID="{13B4EBB4-6818-4E93-A6B7-8A352F0C5741}"/>
</file>

<file path=docProps/app.xml><?xml version="1.0" encoding="utf-8"?>
<Properties xmlns="http://schemas.openxmlformats.org/officeDocument/2006/extended-properties" xmlns:vt="http://schemas.openxmlformats.org/officeDocument/2006/docPropsVTypes">
  <TotalTime>365</TotalTime>
  <Words>2510</Words>
  <Application>Microsoft Office PowerPoint</Application>
  <PresentationFormat>Grand écran</PresentationFormat>
  <Paragraphs>347</Paragraphs>
  <Slides>38</Slides>
  <Notes>34</Notes>
  <HiddenSlides>0</HiddenSlides>
  <MMClips>0</MMClips>
  <ScaleCrop>false</ScaleCrop>
  <HeadingPairs>
    <vt:vector size="6" baseType="variant">
      <vt:variant>
        <vt:lpstr>Polices utilisées</vt:lpstr>
      </vt:variant>
      <vt:variant>
        <vt:i4>7</vt:i4>
      </vt:variant>
      <vt:variant>
        <vt:lpstr>Thème</vt:lpstr>
      </vt:variant>
      <vt:variant>
        <vt:i4>8</vt:i4>
      </vt:variant>
      <vt:variant>
        <vt:lpstr>Titres des diapositives</vt:lpstr>
      </vt:variant>
      <vt:variant>
        <vt:i4>38</vt:i4>
      </vt:variant>
    </vt:vector>
  </HeadingPairs>
  <TitlesOfParts>
    <vt:vector size="53" baseType="lpstr">
      <vt:lpstr>Arial</vt:lpstr>
      <vt:lpstr>Calibri</vt:lpstr>
      <vt:lpstr>Segoe UI Emoji</vt:lpstr>
      <vt:lpstr>Tahoma</vt:lpstr>
      <vt:lpstr>Times New Roman</vt:lpstr>
      <vt:lpstr>Verdana</vt:lpstr>
      <vt:lpstr>Wingdings</vt:lpstr>
      <vt:lpstr>Thème Office</vt:lpstr>
      <vt:lpstr>2_Niveau</vt:lpstr>
      <vt:lpstr>3_Niveau</vt:lpstr>
      <vt:lpstr>5_Niveau</vt:lpstr>
      <vt:lpstr>4_Niveau</vt:lpstr>
      <vt:lpstr>2_Conception personnalisée</vt:lpstr>
      <vt:lpstr>6_Niveau</vt:lpstr>
      <vt:lpstr>7_Niveau</vt:lpstr>
      <vt:lpstr>ETRE REPRESENTANT  AU CONSEIL DE VIE SOCIALE EN ESAT</vt:lpstr>
      <vt:lpstr>Sommaire</vt:lpstr>
      <vt:lpstr>Rappels de l’intervention</vt:lpstr>
      <vt:lpstr>Evaluation de la formation</vt:lpstr>
      <vt:lpstr>Présentation PowerPoint</vt:lpstr>
      <vt:lpstr>Évaluation globale de l’action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Vos remarques et suggestions : (ce que vous avez bien aimé / ou pas aimé…)</vt:lpstr>
      <vt:lpstr>Vos souhaits pour d’autres formations :</vt:lpstr>
      <vt:lpstr>Présentation PowerPoint</vt:lpstr>
      <vt:lpstr>Attentes des participants – Tour de table</vt:lpstr>
      <vt:lpstr>Faits marquants, ambiance générale, dynamique de groupe, remarques des participants (tour de table final) :</vt:lpstr>
      <vt:lpstr>Situations travaillées :</vt:lpstr>
      <vt:lpstr>Situations travaillées :</vt:lpstr>
      <vt:lpstr>Situations travaillées :</vt:lpstr>
      <vt:lpstr>Situations travaillées :</vt:lpstr>
      <vt:lpstr>Situations travaillées :</vt:lpstr>
      <vt:lpstr>Situations travaillées :</vt:lpstr>
      <vt:lpstr>Méthode des « 7 familles de questions », slide vierge et modifiable.</vt:lpstr>
      <vt:lpstr>Situations travaillées :</vt:lpstr>
      <vt:lpstr>Situations travaillées :</vt:lpstr>
      <vt:lpstr>Objectifs à conforter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Synthèse de formation CREDIT A LA CONSOMMATION ET CARTE PREMIUM TECHNIQUES DE VENTE ET ANIMATION COMMERCIALE</dc:title>
  <dc:creator>Pierre CHARON</dc:creator>
  <cp:lastModifiedBy>Contact PIC-FORMATION</cp:lastModifiedBy>
  <cp:revision>3</cp:revision>
  <dcterms:created xsi:type="dcterms:W3CDTF">2020-09-03T15:31:38Z</dcterms:created>
  <dcterms:modified xsi:type="dcterms:W3CDTF">2026-04-16T07:56:44Z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0x01010075C99932D3F98349B0646471334594E4</vt:lpwstr>
  </property>
</Properties>
</file>