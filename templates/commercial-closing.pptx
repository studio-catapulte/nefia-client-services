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3684" r:id="rId6"/>
    <p:sldMasterId id="2147483721" r:id="rId7"/>
    <p:sldMasterId id="2147483697" r:id="rId8"/>
    <p:sldMasterId id="2147483709" r:id="rId9"/>
    <p:sldMasterId id="2147483733" r:id="rId10"/>
    <p:sldMasterId id="2147483745" r:id="rId11"/>
  </p:sldMasterIdLst>
  <p:notesMasterIdLst>
    <p:notesMasterId r:id="rId50"/>
  </p:notesMasterIdLst>
  <p:sldIdLst>
    <p:sldId id="406" r:id="rId44"/>
    <p:sldId id="956" r:id="rId45"/>
    <p:sldId id="955" r:id="rId46"/>
    <p:sldId id="801" r:id="rId47"/>
    <p:sldId id="802" r:id="rId48"/>
    <p:sldId id="366" r:id="rId4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FFFF"/>
    <a:srgbClr val="B96D3A"/>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BEB1D4-457D-4928-A1DE-3B84F6C3EC6F}" v="37" dt="2026-04-16T07:56:13.15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4660"/>
  </p:normalViewPr>
  <p:slideViewPr>
    <p:cSldViewPr snapToGrid="0">
      <p:cViewPr varScale="1">
        <p:scale>
          <a:sx n="94" d="100"/>
          <a:sy n="94" d="100"/>
        </p:scale>
        <p:origin x="1434" y="31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microsoft.com/office/2016/11/relationships/changesInfo" Target="changesInfos/changesInfo1.xml"/><Relationship Id="rId5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tact PIC-FORMATION" userId="1db30e0e-0262-400d-83b0-f34f1102b8c0" providerId="ADAL" clId="{D9EABE55-B5A4-4295-82E1-2414079A3E9B}"/>
    <pc:docChg chg="custSel addSld delSld modSld sldOrd delMainMaster">
      <pc:chgData name="Contact PIC-FORMATION" userId="1db30e0e-0262-400d-83b0-f34f1102b8c0" providerId="ADAL" clId="{D9EABE55-B5A4-4295-82E1-2414079A3E9B}" dt="2026-04-16T07:56:38.763" v="1237" actId="255"/>
      <pc:docMkLst>
        <pc:docMk/>
      </pc:docMkLst>
      <pc:sldChg chg="modSp mod">
        <pc:chgData name="Contact PIC-FORMATION" userId="1db30e0e-0262-400d-83b0-f34f1102b8c0" providerId="ADAL" clId="{D9EABE55-B5A4-4295-82E1-2414079A3E9B}" dt="2026-04-16T07:14:49.924" v="628" actId="20577"/>
        <pc:sldMkLst>
          <pc:docMk/>
          <pc:sldMk cId="4035833974" sldId="256"/>
        </pc:sldMkLst>
        <pc:spChg chg="mod">
          <ac:chgData name="Contact PIC-FORMATION" userId="1db30e0e-0262-400d-83b0-f34f1102b8c0" providerId="ADAL" clId="{D9EABE55-B5A4-4295-82E1-2414079A3E9B}" dt="2026-04-16T07:14:49.924" v="628" actId="20577"/>
          <ac:spMkLst>
            <pc:docMk/>
            <pc:sldMk cId="4035833974" sldId="256"/>
            <ac:spMk id="10" creationId="{BD9115E6-2995-95D2-68B8-FFF8A0ED82AA}"/>
          </ac:spMkLst>
        </pc:spChg>
      </pc:sldChg>
      <pc:sldChg chg="mod">
        <pc:chgData name="Contact PIC-FORMATION" userId="1db30e0e-0262-400d-83b0-f34f1102b8c0" providerId="ADAL" clId="{D9EABE55-B5A4-4295-82E1-2414079A3E9B}" dt="2026-04-16T07:47:47.445" v="1000" actId="27918"/>
        <pc:sldMkLst>
          <pc:docMk/>
          <pc:sldMk cId="3920868889" sldId="296"/>
        </pc:sldMkLst>
      </pc:sldChg>
      <pc:sldChg chg="modSp mod">
        <pc:chgData name="Contact PIC-FORMATION" userId="1db30e0e-0262-400d-83b0-f34f1102b8c0" providerId="ADAL" clId="{D9EABE55-B5A4-4295-82E1-2414079A3E9B}" dt="2026-04-16T07:55:10.756" v="1220" actId="113"/>
        <pc:sldMkLst>
          <pc:docMk/>
          <pc:sldMk cId="300758645" sldId="318"/>
        </pc:sldMkLst>
        <pc:spChg chg="mod">
          <ac:chgData name="Contact PIC-FORMATION" userId="1db30e0e-0262-400d-83b0-f34f1102b8c0" providerId="ADAL" clId="{D9EABE55-B5A4-4295-82E1-2414079A3E9B}" dt="2026-04-16T07:55:10.756" v="1220" actId="113"/>
          <ac:spMkLst>
            <pc:docMk/>
            <pc:sldMk cId="300758645" sldId="318"/>
            <ac:spMk id="2" creationId="{811FD761-9C3A-4F6B-802E-35E3547E73E0}"/>
          </ac:spMkLst>
        </pc:spChg>
      </pc:sldChg>
      <pc:sldChg chg="modSp add del mod">
        <pc:chgData name="Contact PIC-FORMATION" userId="1db30e0e-0262-400d-83b0-f34f1102b8c0" providerId="ADAL" clId="{D9EABE55-B5A4-4295-82E1-2414079A3E9B}" dt="2026-04-16T07:55:33.934" v="1222" actId="123"/>
        <pc:sldMkLst>
          <pc:docMk/>
          <pc:sldMk cId="2618417518" sldId="360"/>
        </pc:sldMkLst>
        <pc:spChg chg="mod">
          <ac:chgData name="Contact PIC-FORMATION" userId="1db30e0e-0262-400d-83b0-f34f1102b8c0" providerId="ADAL" clId="{D9EABE55-B5A4-4295-82E1-2414079A3E9B}" dt="2026-04-16T07:55:33.934" v="1222" actId="123"/>
          <ac:spMkLst>
            <pc:docMk/>
            <pc:sldMk cId="2618417518" sldId="360"/>
            <ac:spMk id="6" creationId="{00000000-0000-0000-0000-000000000000}"/>
          </ac:spMkLst>
        </pc:spChg>
      </pc:sldChg>
      <pc:sldChg chg="modSp add del mod">
        <pc:chgData name="Contact PIC-FORMATION" userId="1db30e0e-0262-400d-83b0-f34f1102b8c0" providerId="ADAL" clId="{D9EABE55-B5A4-4295-82E1-2414079A3E9B}" dt="2026-04-16T07:24:37.483" v="741" actId="33524"/>
        <pc:sldMkLst>
          <pc:docMk/>
          <pc:sldMk cId="2547275724" sldId="363"/>
        </pc:sldMkLst>
        <pc:spChg chg="mod">
          <ac:chgData name="Contact PIC-FORMATION" userId="1db30e0e-0262-400d-83b0-f34f1102b8c0" providerId="ADAL" clId="{D9EABE55-B5A4-4295-82E1-2414079A3E9B}" dt="2026-04-16T07:24:37.483" v="741" actId="33524"/>
          <ac:spMkLst>
            <pc:docMk/>
            <pc:sldMk cId="2547275724" sldId="363"/>
            <ac:spMk id="5" creationId="{00000000-0000-0000-0000-000000000000}"/>
          </ac:spMkLst>
        </pc:spChg>
        <pc:spChg chg="mod">
          <ac:chgData name="Contact PIC-FORMATION" userId="1db30e0e-0262-400d-83b0-f34f1102b8c0" providerId="ADAL" clId="{D9EABE55-B5A4-4295-82E1-2414079A3E9B}" dt="2026-04-16T07:23:25.232" v="720" actId="1035"/>
          <ac:spMkLst>
            <pc:docMk/>
            <pc:sldMk cId="2547275724" sldId="363"/>
            <ac:spMk id="12" creationId="{E031D3D7-47B3-410A-A16C-A6DC37983E91}"/>
          </ac:spMkLst>
        </pc:spChg>
        <pc:cxnChg chg="mod">
          <ac:chgData name="Contact PIC-FORMATION" userId="1db30e0e-0262-400d-83b0-f34f1102b8c0" providerId="ADAL" clId="{D9EABE55-B5A4-4295-82E1-2414079A3E9B}" dt="2026-04-16T07:22:57.379" v="709" actId="208"/>
          <ac:cxnSpMkLst>
            <pc:docMk/>
            <pc:sldMk cId="2547275724" sldId="363"/>
            <ac:cxnSpMk id="11" creationId="{9A7D08CB-1D69-411E-8425-36845351C86B}"/>
          </ac:cxnSpMkLst>
        </pc:cxnChg>
      </pc:sldChg>
      <pc:sldChg chg="delSp modSp add del mod">
        <pc:chgData name="Contact PIC-FORMATION" userId="1db30e0e-0262-400d-83b0-f34f1102b8c0" providerId="ADAL" clId="{D9EABE55-B5A4-4295-82E1-2414079A3E9B}" dt="2026-04-16T07:38:21.092" v="879" actId="5793"/>
        <pc:sldMkLst>
          <pc:docMk/>
          <pc:sldMk cId="1247599446" sldId="364"/>
        </pc:sldMkLst>
        <pc:spChg chg="mod">
          <ac:chgData name="Contact PIC-FORMATION" userId="1db30e0e-0262-400d-83b0-f34f1102b8c0" providerId="ADAL" clId="{D9EABE55-B5A4-4295-82E1-2414079A3E9B}" dt="2026-04-16T07:38:21.092" v="879" actId="5793"/>
          <ac:spMkLst>
            <pc:docMk/>
            <pc:sldMk cId="1247599446" sldId="364"/>
            <ac:spMk id="2" creationId="{00000000-0000-0000-0000-000000000000}"/>
          </ac:spMkLst>
        </pc:spChg>
        <pc:grpChg chg="del mod">
          <ac:chgData name="Contact PIC-FORMATION" userId="1db30e0e-0262-400d-83b0-f34f1102b8c0" providerId="ADAL" clId="{D9EABE55-B5A4-4295-82E1-2414079A3E9B}" dt="2026-04-16T07:21:09.867" v="687" actId="478"/>
          <ac:grpSpMkLst>
            <pc:docMk/>
            <pc:sldMk cId="1247599446" sldId="364"/>
            <ac:grpSpMk id="4" creationId="{EE6AABC7-4628-F4C3-92F0-C5DD8DF141FB}"/>
          </ac:grpSpMkLst>
        </pc:grpChg>
      </pc:sldChg>
      <pc:sldChg chg="modSp add del mod">
        <pc:chgData name="Contact PIC-FORMATION" userId="1db30e0e-0262-400d-83b0-f34f1102b8c0" providerId="ADAL" clId="{D9EABE55-B5A4-4295-82E1-2414079A3E9B}" dt="2026-04-16T07:35:32.102" v="855" actId="20577"/>
        <pc:sldMkLst>
          <pc:docMk/>
          <pc:sldMk cId="1103895696" sldId="367"/>
        </pc:sldMkLst>
        <pc:spChg chg="mod">
          <ac:chgData name="Contact PIC-FORMATION" userId="1db30e0e-0262-400d-83b0-f34f1102b8c0" providerId="ADAL" clId="{D9EABE55-B5A4-4295-82E1-2414079A3E9B}" dt="2026-04-16T07:35:32.102" v="855" actId="20577"/>
          <ac:spMkLst>
            <pc:docMk/>
            <pc:sldMk cId="1103895696" sldId="367"/>
            <ac:spMk id="3" creationId="{B841ECFC-E560-6044-10ED-DCFA3491A6CA}"/>
          </ac:spMkLst>
        </pc:spChg>
      </pc:sldChg>
      <pc:sldChg chg="modSp mod">
        <pc:chgData name="Contact PIC-FORMATION" userId="1db30e0e-0262-400d-83b0-f34f1102b8c0" providerId="ADAL" clId="{D9EABE55-B5A4-4295-82E1-2414079A3E9B}" dt="2026-04-16T07:18:57.823" v="682" actId="207"/>
        <pc:sldMkLst>
          <pc:docMk/>
          <pc:sldMk cId="2466679861" sldId="368"/>
        </pc:sldMkLst>
        <pc:spChg chg="mod">
          <ac:chgData name="Contact PIC-FORMATION" userId="1db30e0e-0262-400d-83b0-f34f1102b8c0" providerId="ADAL" clId="{D9EABE55-B5A4-4295-82E1-2414079A3E9B}" dt="2026-04-16T07:18:57.823" v="682" actId="207"/>
          <ac:spMkLst>
            <pc:docMk/>
            <pc:sldMk cId="2466679861" sldId="368"/>
            <ac:spMk id="3" creationId="{E9EB7FB4-51AE-B6A7-51DF-7A52B252996F}"/>
          </ac:spMkLst>
        </pc:spChg>
      </pc:sldChg>
      <pc:sldChg chg="modSp add del mod">
        <pc:chgData name="Contact PIC-FORMATION" userId="1db30e0e-0262-400d-83b0-f34f1102b8c0" providerId="ADAL" clId="{D9EABE55-B5A4-4295-82E1-2414079A3E9B}" dt="2026-04-16T07:42:06.824" v="887" actId="2710"/>
        <pc:sldMkLst>
          <pc:docMk/>
          <pc:sldMk cId="3901019503" sldId="375"/>
        </pc:sldMkLst>
        <pc:spChg chg="mod">
          <ac:chgData name="Contact PIC-FORMATION" userId="1db30e0e-0262-400d-83b0-f34f1102b8c0" providerId="ADAL" clId="{D9EABE55-B5A4-4295-82E1-2414079A3E9B}" dt="2026-04-16T07:42:06.824" v="887" actId="2710"/>
          <ac:spMkLst>
            <pc:docMk/>
            <pc:sldMk cId="3901019503" sldId="375"/>
            <ac:spMk id="5" creationId="{00000000-0000-0000-0000-000000000000}"/>
          </ac:spMkLst>
        </pc:spChg>
      </pc:sldChg>
      <pc:sldChg chg="modSp add del mod">
        <pc:chgData name="Contact PIC-FORMATION" userId="1db30e0e-0262-400d-83b0-f34f1102b8c0" providerId="ADAL" clId="{D9EABE55-B5A4-4295-82E1-2414079A3E9B}" dt="2026-04-16T07:56:10.629" v="1233" actId="2710"/>
        <pc:sldMkLst>
          <pc:docMk/>
          <pc:sldMk cId="1995311606" sldId="376"/>
        </pc:sldMkLst>
        <pc:spChg chg="mod">
          <ac:chgData name="Contact PIC-FORMATION" userId="1db30e0e-0262-400d-83b0-f34f1102b8c0" providerId="ADAL" clId="{D9EABE55-B5A4-4295-82E1-2414079A3E9B}" dt="2026-04-16T07:56:10.629" v="1233" actId="2710"/>
          <ac:spMkLst>
            <pc:docMk/>
            <pc:sldMk cId="1995311606" sldId="376"/>
            <ac:spMk id="5" creationId="{00000000-0000-0000-0000-000000000000}"/>
          </ac:spMkLst>
        </pc:spChg>
      </pc:sldChg>
      <pc:sldChg chg="modSp add del mod">
        <pc:chgData name="Contact PIC-FORMATION" userId="1db30e0e-0262-400d-83b0-f34f1102b8c0" providerId="ADAL" clId="{D9EABE55-B5A4-4295-82E1-2414079A3E9B}" dt="2026-04-16T07:56:38.763" v="1237" actId="255"/>
        <pc:sldMkLst>
          <pc:docMk/>
          <pc:sldMk cId="130233451" sldId="377"/>
        </pc:sldMkLst>
        <pc:spChg chg="mod">
          <ac:chgData name="Contact PIC-FORMATION" userId="1db30e0e-0262-400d-83b0-f34f1102b8c0" providerId="ADAL" clId="{D9EABE55-B5A4-4295-82E1-2414079A3E9B}" dt="2026-04-16T07:56:38.763" v="1237" actId="255"/>
          <ac:spMkLst>
            <pc:docMk/>
            <pc:sldMk cId="130233451" sldId="377"/>
            <ac:spMk id="5" creationId="{00000000-0000-0000-0000-000000000000}"/>
          </ac:spMkLst>
        </pc:spChg>
      </pc:sldChg>
      <pc:sldChg chg="modSp add del mod">
        <pc:chgData name="Contact PIC-FORMATION" userId="1db30e0e-0262-400d-83b0-f34f1102b8c0" providerId="ADAL" clId="{D9EABE55-B5A4-4295-82E1-2414079A3E9B}" dt="2026-04-16T07:41:45.220" v="884" actId="1076"/>
        <pc:sldMkLst>
          <pc:docMk/>
          <pc:sldMk cId="3625362073" sldId="378"/>
        </pc:sldMkLst>
        <pc:spChg chg="mod">
          <ac:chgData name="Contact PIC-FORMATION" userId="1db30e0e-0262-400d-83b0-f34f1102b8c0" providerId="ADAL" clId="{D9EABE55-B5A4-4295-82E1-2414079A3E9B}" dt="2026-04-16T07:25:31.455" v="760" actId="12"/>
          <ac:spMkLst>
            <pc:docMk/>
            <pc:sldMk cId="3625362073" sldId="378"/>
            <ac:spMk id="5" creationId="{00000000-0000-0000-0000-000000000000}"/>
          </ac:spMkLst>
        </pc:spChg>
        <pc:spChg chg="mod">
          <ac:chgData name="Contact PIC-FORMATION" userId="1db30e0e-0262-400d-83b0-f34f1102b8c0" providerId="ADAL" clId="{D9EABE55-B5A4-4295-82E1-2414079A3E9B}" dt="2026-04-16T07:25:55.298" v="763" actId="12"/>
          <ac:spMkLst>
            <pc:docMk/>
            <pc:sldMk cId="3625362073" sldId="378"/>
            <ac:spMk id="7" creationId="{69BFAC96-2354-ABCE-18C2-9987D9C2C220}"/>
          </ac:spMkLst>
        </pc:spChg>
        <pc:picChg chg="mod">
          <ac:chgData name="Contact PIC-FORMATION" userId="1db30e0e-0262-400d-83b0-f34f1102b8c0" providerId="ADAL" clId="{D9EABE55-B5A4-4295-82E1-2414079A3E9B}" dt="2026-04-16T07:41:45.220" v="884" actId="1076"/>
          <ac:picMkLst>
            <pc:docMk/>
            <pc:sldMk cId="3625362073" sldId="378"/>
            <ac:picMk id="4" creationId="{E82E9B9A-B5AA-AA02-B20B-3CFA339CDA19}"/>
          </ac:picMkLst>
        </pc:picChg>
      </pc:sldChg>
      <pc:sldChg chg="modSp add del mod">
        <pc:chgData name="Contact PIC-FORMATION" userId="1db30e0e-0262-400d-83b0-f34f1102b8c0" providerId="ADAL" clId="{D9EABE55-B5A4-4295-82E1-2414079A3E9B}" dt="2026-04-16T07:25:11.694" v="757" actId="1076"/>
        <pc:sldMkLst>
          <pc:docMk/>
          <pc:sldMk cId="1045122749" sldId="379"/>
        </pc:sldMkLst>
        <pc:spChg chg="mod">
          <ac:chgData name="Contact PIC-FORMATION" userId="1db30e0e-0262-400d-83b0-f34f1102b8c0" providerId="ADAL" clId="{D9EABE55-B5A4-4295-82E1-2414079A3E9B}" dt="2026-04-16T07:25:11.694" v="757" actId="1076"/>
          <ac:spMkLst>
            <pc:docMk/>
            <pc:sldMk cId="1045122749" sldId="379"/>
            <ac:spMk id="5" creationId="{9D6CF981-4AEB-F740-BFF9-D2D0AD4F434F}"/>
          </ac:spMkLst>
        </pc:spChg>
      </pc:sldChg>
      <pc:sldChg chg="modSp add del mod">
        <pc:chgData name="Contact PIC-FORMATION" userId="1db30e0e-0262-400d-83b0-f34f1102b8c0" providerId="ADAL" clId="{D9EABE55-B5A4-4295-82E1-2414079A3E9B}" dt="2026-04-16T07:55:50.555" v="1226" actId="313"/>
        <pc:sldMkLst>
          <pc:docMk/>
          <pc:sldMk cId="241868019" sldId="380"/>
        </pc:sldMkLst>
        <pc:spChg chg="mod">
          <ac:chgData name="Contact PIC-FORMATION" userId="1db30e0e-0262-400d-83b0-f34f1102b8c0" providerId="ADAL" clId="{D9EABE55-B5A4-4295-82E1-2414079A3E9B}" dt="2026-04-16T07:55:50.555" v="1226" actId="313"/>
          <ac:spMkLst>
            <pc:docMk/>
            <pc:sldMk cId="241868019" sldId="380"/>
            <ac:spMk id="5" creationId="{00000000-0000-0000-0000-000000000000}"/>
          </ac:spMkLst>
        </pc:spChg>
      </pc:sldChg>
      <pc:sldChg chg="modSp add del mod">
        <pc:chgData name="Contact PIC-FORMATION" userId="1db30e0e-0262-400d-83b0-f34f1102b8c0" providerId="ADAL" clId="{D9EABE55-B5A4-4295-82E1-2414079A3E9B}" dt="2026-04-16T07:37:38.885" v="878" actId="12"/>
        <pc:sldMkLst>
          <pc:docMk/>
          <pc:sldMk cId="116578534" sldId="381"/>
        </pc:sldMkLst>
        <pc:spChg chg="mod">
          <ac:chgData name="Contact PIC-FORMATION" userId="1db30e0e-0262-400d-83b0-f34f1102b8c0" providerId="ADAL" clId="{D9EABE55-B5A4-4295-82E1-2414079A3E9B}" dt="2026-04-16T07:37:38.885" v="878" actId="12"/>
          <ac:spMkLst>
            <pc:docMk/>
            <pc:sldMk cId="116578534" sldId="381"/>
            <ac:spMk id="5" creationId="{00000000-0000-0000-0000-000000000000}"/>
          </ac:spMkLst>
        </pc:spChg>
        <pc:picChg chg="mod">
          <ac:chgData name="Contact PIC-FORMATION" userId="1db30e0e-0262-400d-83b0-f34f1102b8c0" providerId="ADAL" clId="{D9EABE55-B5A4-4295-82E1-2414079A3E9B}" dt="2026-04-16T07:25:05.820" v="756" actId="1076"/>
          <ac:picMkLst>
            <pc:docMk/>
            <pc:sldMk cId="116578534" sldId="381"/>
            <ac:picMk id="3" creationId="{D195A75A-D0AC-EB76-3ED5-8304BAE38717}"/>
          </ac:picMkLst>
        </pc:picChg>
      </pc:sldChg>
      <pc:sldChg chg="del">
        <pc:chgData name="Contact PIC-FORMATION" userId="1db30e0e-0262-400d-83b0-f34f1102b8c0" providerId="ADAL" clId="{D9EABE55-B5A4-4295-82E1-2414079A3E9B}" dt="2026-04-16T07:19:56.186" v="683" actId="47"/>
        <pc:sldMkLst>
          <pc:docMk/>
          <pc:sldMk cId="197375399" sldId="382"/>
        </pc:sldMkLst>
      </pc:sldChg>
      <pc:sldChg chg="modSp add mod">
        <pc:chgData name="Contact PIC-FORMATION" userId="1db30e0e-0262-400d-83b0-f34f1102b8c0" providerId="ADAL" clId="{D9EABE55-B5A4-4295-82E1-2414079A3E9B}" dt="2026-04-16T07:24:18.253" v="735" actId="1076"/>
        <pc:sldMkLst>
          <pc:docMk/>
          <pc:sldMk cId="2129289226" sldId="382"/>
        </pc:sldMkLst>
        <pc:spChg chg="mod">
          <ac:chgData name="Contact PIC-FORMATION" userId="1db30e0e-0262-400d-83b0-f34f1102b8c0" providerId="ADAL" clId="{D9EABE55-B5A4-4295-82E1-2414079A3E9B}" dt="2026-04-16T07:24:03.335" v="732" actId="20577"/>
          <ac:spMkLst>
            <pc:docMk/>
            <pc:sldMk cId="2129289226" sldId="382"/>
            <ac:spMk id="5" creationId="{00000000-0000-0000-0000-000000000000}"/>
          </ac:spMkLst>
        </pc:spChg>
        <pc:spChg chg="mod">
          <ac:chgData name="Contact PIC-FORMATION" userId="1db30e0e-0262-400d-83b0-f34f1102b8c0" providerId="ADAL" clId="{D9EABE55-B5A4-4295-82E1-2414079A3E9B}" dt="2026-04-16T07:24:18.253" v="735" actId="1076"/>
          <ac:spMkLst>
            <pc:docMk/>
            <pc:sldMk cId="2129289226" sldId="382"/>
            <ac:spMk id="6" creationId="{7EFA4CA8-3D91-3C48-B5F8-5B3EAFFEB711}"/>
          </ac:spMkLst>
        </pc:spChg>
        <pc:picChg chg="mod">
          <ac:chgData name="Contact PIC-FORMATION" userId="1db30e0e-0262-400d-83b0-f34f1102b8c0" providerId="ADAL" clId="{D9EABE55-B5A4-4295-82E1-2414079A3E9B}" dt="2026-04-16T07:24:08.162" v="733" actId="1076"/>
          <ac:picMkLst>
            <pc:docMk/>
            <pc:sldMk cId="2129289226" sldId="382"/>
            <ac:picMk id="4" creationId="{479E8E67-4D81-D53B-32B6-4B64B41EFE5B}"/>
          </ac:picMkLst>
        </pc:picChg>
      </pc:sldChg>
      <pc:sldChg chg="del">
        <pc:chgData name="Contact PIC-FORMATION" userId="1db30e0e-0262-400d-83b0-f34f1102b8c0" providerId="ADAL" clId="{D9EABE55-B5A4-4295-82E1-2414079A3E9B}" dt="2026-04-16T07:19:56.186" v="683" actId="47"/>
        <pc:sldMkLst>
          <pc:docMk/>
          <pc:sldMk cId="516255425" sldId="383"/>
        </pc:sldMkLst>
      </pc:sldChg>
      <pc:sldChg chg="del">
        <pc:chgData name="Contact PIC-FORMATION" userId="1db30e0e-0262-400d-83b0-f34f1102b8c0" providerId="ADAL" clId="{D9EABE55-B5A4-4295-82E1-2414079A3E9B}" dt="2026-04-16T07:19:56.186" v="683" actId="47"/>
        <pc:sldMkLst>
          <pc:docMk/>
          <pc:sldMk cId="2532569663" sldId="384"/>
        </pc:sldMkLst>
      </pc:sldChg>
      <pc:sldChg chg="del">
        <pc:chgData name="Contact PIC-FORMATION" userId="1db30e0e-0262-400d-83b0-f34f1102b8c0" providerId="ADAL" clId="{D9EABE55-B5A4-4295-82E1-2414079A3E9B}" dt="2026-04-16T07:41:00.090" v="882" actId="47"/>
        <pc:sldMkLst>
          <pc:docMk/>
          <pc:sldMk cId="3306171352" sldId="403"/>
        </pc:sldMkLst>
      </pc:sldChg>
      <pc:sldChg chg="del">
        <pc:chgData name="Contact PIC-FORMATION" userId="1db30e0e-0262-400d-83b0-f34f1102b8c0" providerId="ADAL" clId="{D9EABE55-B5A4-4295-82E1-2414079A3E9B}" dt="2026-04-16T07:40:41.032" v="881" actId="47"/>
        <pc:sldMkLst>
          <pc:docMk/>
          <pc:sldMk cId="3199441673" sldId="804"/>
        </pc:sldMkLst>
      </pc:sldChg>
      <pc:sldChg chg="addSp delSp modSp mod">
        <pc:chgData name="Contact PIC-FORMATION" userId="1db30e0e-0262-400d-83b0-f34f1102b8c0" providerId="ADAL" clId="{D9EABE55-B5A4-4295-82E1-2414079A3E9B}" dt="2026-04-16T07:47:56.817" v="1002"/>
        <pc:sldMkLst>
          <pc:docMk/>
          <pc:sldMk cId="308318938" sldId="805"/>
        </pc:sldMkLst>
        <pc:graphicFrameChg chg="add mod">
          <ac:chgData name="Contact PIC-FORMATION" userId="1db30e0e-0262-400d-83b0-f34f1102b8c0" providerId="ADAL" clId="{D9EABE55-B5A4-4295-82E1-2414079A3E9B}" dt="2026-04-16T07:47:56.817" v="1002"/>
          <ac:graphicFrameMkLst>
            <pc:docMk/>
            <pc:sldMk cId="308318938" sldId="805"/>
            <ac:graphicFrameMk id="14" creationId="{0A5A05F8-80D8-86AC-F56C-48C3E6C92A09}"/>
          </ac:graphicFrameMkLst>
        </pc:graphicFrameChg>
        <pc:graphicFrameChg chg="del">
          <ac:chgData name="Contact PIC-FORMATION" userId="1db30e0e-0262-400d-83b0-f34f1102b8c0" providerId="ADAL" clId="{D9EABE55-B5A4-4295-82E1-2414079A3E9B}" dt="2026-04-16T07:47:56.333" v="1001" actId="478"/>
          <ac:graphicFrameMkLst>
            <pc:docMk/>
            <pc:sldMk cId="308318938" sldId="805"/>
            <ac:graphicFrameMk id="15" creationId="{4DB6920F-B190-E799-1AB7-D9BD89D0C9FC}"/>
          </ac:graphicFrameMkLst>
        </pc:graphicFrameChg>
      </pc:sldChg>
      <pc:sldChg chg="addSp delSp modSp mod">
        <pc:chgData name="Contact PIC-FORMATION" userId="1db30e0e-0262-400d-83b0-f34f1102b8c0" providerId="ADAL" clId="{D9EABE55-B5A4-4295-82E1-2414079A3E9B}" dt="2026-04-16T07:48:00.754" v="1004"/>
        <pc:sldMkLst>
          <pc:docMk/>
          <pc:sldMk cId="2270805253" sldId="806"/>
        </pc:sldMkLst>
        <pc:graphicFrameChg chg="del">
          <ac:chgData name="Contact PIC-FORMATION" userId="1db30e0e-0262-400d-83b0-f34f1102b8c0" providerId="ADAL" clId="{D9EABE55-B5A4-4295-82E1-2414079A3E9B}" dt="2026-04-16T07:48:00.348" v="1003" actId="478"/>
          <ac:graphicFrameMkLst>
            <pc:docMk/>
            <pc:sldMk cId="2270805253" sldId="806"/>
            <ac:graphicFrameMk id="14" creationId="{D34B223A-6745-6A0A-EBC6-6CA32F2C2463}"/>
          </ac:graphicFrameMkLst>
        </pc:graphicFrameChg>
        <pc:graphicFrameChg chg="add mod">
          <ac:chgData name="Contact PIC-FORMATION" userId="1db30e0e-0262-400d-83b0-f34f1102b8c0" providerId="ADAL" clId="{D9EABE55-B5A4-4295-82E1-2414079A3E9B}" dt="2026-04-16T07:48:00.754" v="1004"/>
          <ac:graphicFrameMkLst>
            <pc:docMk/>
            <pc:sldMk cId="2270805253" sldId="806"/>
            <ac:graphicFrameMk id="15" creationId="{531DE953-D6A1-90AE-4B13-E9088DF6FC52}"/>
          </ac:graphicFrameMkLst>
        </pc:graphicFrameChg>
      </pc:sldChg>
      <pc:sldChg chg="addSp delSp modSp mod">
        <pc:chgData name="Contact PIC-FORMATION" userId="1db30e0e-0262-400d-83b0-f34f1102b8c0" providerId="ADAL" clId="{D9EABE55-B5A4-4295-82E1-2414079A3E9B}" dt="2026-04-16T07:48:04.783" v="1007"/>
        <pc:sldMkLst>
          <pc:docMk/>
          <pc:sldMk cId="4202041573" sldId="808"/>
        </pc:sldMkLst>
        <pc:graphicFrameChg chg="del mod">
          <ac:chgData name="Contact PIC-FORMATION" userId="1db30e0e-0262-400d-83b0-f34f1102b8c0" providerId="ADAL" clId="{D9EABE55-B5A4-4295-82E1-2414079A3E9B}" dt="2026-04-16T07:48:04.330" v="1006" actId="478"/>
          <ac:graphicFrameMkLst>
            <pc:docMk/>
            <pc:sldMk cId="4202041573" sldId="808"/>
            <ac:graphicFrameMk id="14" creationId="{2B34406C-D226-88E3-7353-D7E523BB3CD0}"/>
          </ac:graphicFrameMkLst>
        </pc:graphicFrameChg>
        <pc:graphicFrameChg chg="add mod">
          <ac:chgData name="Contact PIC-FORMATION" userId="1db30e0e-0262-400d-83b0-f34f1102b8c0" providerId="ADAL" clId="{D9EABE55-B5A4-4295-82E1-2414079A3E9B}" dt="2026-04-16T07:48:04.783" v="1007"/>
          <ac:graphicFrameMkLst>
            <pc:docMk/>
            <pc:sldMk cId="4202041573" sldId="808"/>
            <ac:graphicFrameMk id="15" creationId="{6E9BDD9A-6A5E-CD2F-867B-D0EB18E0C536}"/>
          </ac:graphicFrameMkLst>
        </pc:graphicFrameChg>
      </pc:sldChg>
      <pc:sldChg chg="addSp delSp modSp mod">
        <pc:chgData name="Contact PIC-FORMATION" userId="1db30e0e-0262-400d-83b0-f34f1102b8c0" providerId="ADAL" clId="{D9EABE55-B5A4-4295-82E1-2414079A3E9B}" dt="2026-04-16T07:48:08.376" v="1009"/>
        <pc:sldMkLst>
          <pc:docMk/>
          <pc:sldMk cId="3805820337" sldId="809"/>
        </pc:sldMkLst>
        <pc:graphicFrameChg chg="del">
          <ac:chgData name="Contact PIC-FORMATION" userId="1db30e0e-0262-400d-83b0-f34f1102b8c0" providerId="ADAL" clId="{D9EABE55-B5A4-4295-82E1-2414079A3E9B}" dt="2026-04-16T07:48:07.985" v="1008" actId="478"/>
          <ac:graphicFrameMkLst>
            <pc:docMk/>
            <pc:sldMk cId="3805820337" sldId="809"/>
            <ac:graphicFrameMk id="14" creationId="{07295D35-7A4D-17D7-D065-2D76391CCE68}"/>
          </ac:graphicFrameMkLst>
        </pc:graphicFrameChg>
        <pc:graphicFrameChg chg="add mod">
          <ac:chgData name="Contact PIC-FORMATION" userId="1db30e0e-0262-400d-83b0-f34f1102b8c0" providerId="ADAL" clId="{D9EABE55-B5A4-4295-82E1-2414079A3E9B}" dt="2026-04-16T07:48:08.376" v="1009"/>
          <ac:graphicFrameMkLst>
            <pc:docMk/>
            <pc:sldMk cId="3805820337" sldId="809"/>
            <ac:graphicFrameMk id="15" creationId="{A69BEB2A-4AD2-BE8F-4D08-C5C54EFEF9A7}"/>
          </ac:graphicFrameMkLst>
        </pc:graphicFrameChg>
      </pc:sldChg>
      <pc:sldChg chg="addSp delSp modSp mod">
        <pc:chgData name="Contact PIC-FORMATION" userId="1db30e0e-0262-400d-83b0-f34f1102b8c0" providerId="ADAL" clId="{D9EABE55-B5A4-4295-82E1-2414079A3E9B}" dt="2026-04-16T07:48:12.843" v="1012"/>
        <pc:sldMkLst>
          <pc:docMk/>
          <pc:sldMk cId="3961741590" sldId="810"/>
        </pc:sldMkLst>
        <pc:graphicFrameChg chg="add mod">
          <ac:chgData name="Contact PIC-FORMATION" userId="1db30e0e-0262-400d-83b0-f34f1102b8c0" providerId="ADAL" clId="{D9EABE55-B5A4-4295-82E1-2414079A3E9B}" dt="2026-04-16T07:48:12.843" v="1012"/>
          <ac:graphicFrameMkLst>
            <pc:docMk/>
            <pc:sldMk cId="3961741590" sldId="810"/>
            <ac:graphicFrameMk id="14" creationId="{E3B72F12-C928-870F-EE1D-C1901EFFC06E}"/>
          </ac:graphicFrameMkLst>
        </pc:graphicFrameChg>
        <pc:graphicFrameChg chg="del mod">
          <ac:chgData name="Contact PIC-FORMATION" userId="1db30e0e-0262-400d-83b0-f34f1102b8c0" providerId="ADAL" clId="{D9EABE55-B5A4-4295-82E1-2414079A3E9B}" dt="2026-04-16T07:48:12.469" v="1011" actId="478"/>
          <ac:graphicFrameMkLst>
            <pc:docMk/>
            <pc:sldMk cId="3961741590" sldId="810"/>
            <ac:graphicFrameMk id="15" creationId="{081CF1CD-2DFD-24FC-4CB2-7D8EB85AB631}"/>
          </ac:graphicFrameMkLst>
        </pc:graphicFrameChg>
      </pc:sldChg>
      <pc:sldChg chg="addSp delSp modSp mod">
        <pc:chgData name="Contact PIC-FORMATION" userId="1db30e0e-0262-400d-83b0-f34f1102b8c0" providerId="ADAL" clId="{D9EABE55-B5A4-4295-82E1-2414079A3E9B}" dt="2026-04-16T07:48:31.570" v="1015"/>
        <pc:sldMkLst>
          <pc:docMk/>
          <pc:sldMk cId="330190011" sldId="811"/>
        </pc:sldMkLst>
        <pc:graphicFrameChg chg="add mod">
          <ac:chgData name="Contact PIC-FORMATION" userId="1db30e0e-0262-400d-83b0-f34f1102b8c0" providerId="ADAL" clId="{D9EABE55-B5A4-4295-82E1-2414079A3E9B}" dt="2026-04-16T07:48:31.570" v="1015"/>
          <ac:graphicFrameMkLst>
            <pc:docMk/>
            <pc:sldMk cId="330190011" sldId="811"/>
            <ac:graphicFrameMk id="14" creationId="{3680BA01-CF57-63CA-67AE-EC696A7D15F8}"/>
          </ac:graphicFrameMkLst>
        </pc:graphicFrameChg>
        <pc:graphicFrameChg chg="del mod">
          <ac:chgData name="Contact PIC-FORMATION" userId="1db30e0e-0262-400d-83b0-f34f1102b8c0" providerId="ADAL" clId="{D9EABE55-B5A4-4295-82E1-2414079A3E9B}" dt="2026-04-16T07:48:31.054" v="1014" actId="478"/>
          <ac:graphicFrameMkLst>
            <pc:docMk/>
            <pc:sldMk cId="330190011" sldId="811"/>
            <ac:graphicFrameMk id="15" creationId="{531BA91E-1853-567E-A6B4-B7FAEA43FEF1}"/>
          </ac:graphicFrameMkLst>
        </pc:graphicFrameChg>
      </pc:sldChg>
      <pc:sldChg chg="addSp delSp modSp mod">
        <pc:chgData name="Contact PIC-FORMATION" userId="1db30e0e-0262-400d-83b0-f34f1102b8c0" providerId="ADAL" clId="{D9EABE55-B5A4-4295-82E1-2414079A3E9B}" dt="2026-04-16T07:48:38.631" v="1017"/>
        <pc:sldMkLst>
          <pc:docMk/>
          <pc:sldMk cId="1427594894" sldId="812"/>
        </pc:sldMkLst>
        <pc:graphicFrameChg chg="add mod">
          <ac:chgData name="Contact PIC-FORMATION" userId="1db30e0e-0262-400d-83b0-f34f1102b8c0" providerId="ADAL" clId="{D9EABE55-B5A4-4295-82E1-2414079A3E9B}" dt="2026-04-16T07:48:38.631" v="1017"/>
          <ac:graphicFrameMkLst>
            <pc:docMk/>
            <pc:sldMk cId="1427594894" sldId="812"/>
            <ac:graphicFrameMk id="14" creationId="{F1996229-14EA-2686-47F3-BD7626C57716}"/>
          </ac:graphicFrameMkLst>
        </pc:graphicFrameChg>
        <pc:graphicFrameChg chg="del">
          <ac:chgData name="Contact PIC-FORMATION" userId="1db30e0e-0262-400d-83b0-f34f1102b8c0" providerId="ADAL" clId="{D9EABE55-B5A4-4295-82E1-2414079A3E9B}" dt="2026-04-16T07:48:38.209" v="1016" actId="478"/>
          <ac:graphicFrameMkLst>
            <pc:docMk/>
            <pc:sldMk cId="1427594894" sldId="812"/>
            <ac:graphicFrameMk id="15" creationId="{5B49AD0F-C3C9-144C-9790-8AD4FCB75322}"/>
          </ac:graphicFrameMkLst>
        </pc:graphicFrameChg>
      </pc:sldChg>
      <pc:sldChg chg="addSp delSp modSp mod">
        <pc:chgData name="Contact PIC-FORMATION" userId="1db30e0e-0262-400d-83b0-f34f1102b8c0" providerId="ADAL" clId="{D9EABE55-B5A4-4295-82E1-2414079A3E9B}" dt="2026-04-16T07:48:48.550" v="1019"/>
        <pc:sldMkLst>
          <pc:docMk/>
          <pc:sldMk cId="2635338137" sldId="813"/>
        </pc:sldMkLst>
        <pc:graphicFrameChg chg="add mod">
          <ac:chgData name="Contact PIC-FORMATION" userId="1db30e0e-0262-400d-83b0-f34f1102b8c0" providerId="ADAL" clId="{D9EABE55-B5A4-4295-82E1-2414079A3E9B}" dt="2026-04-16T07:48:48.550" v="1019"/>
          <ac:graphicFrameMkLst>
            <pc:docMk/>
            <pc:sldMk cId="2635338137" sldId="813"/>
            <ac:graphicFrameMk id="14" creationId="{6598E90E-815A-E033-6250-B24265E78A4C}"/>
          </ac:graphicFrameMkLst>
        </pc:graphicFrameChg>
        <pc:graphicFrameChg chg="del">
          <ac:chgData name="Contact PIC-FORMATION" userId="1db30e0e-0262-400d-83b0-f34f1102b8c0" providerId="ADAL" clId="{D9EABE55-B5A4-4295-82E1-2414079A3E9B}" dt="2026-04-16T07:48:47.754" v="1018" actId="478"/>
          <ac:graphicFrameMkLst>
            <pc:docMk/>
            <pc:sldMk cId="2635338137" sldId="813"/>
            <ac:graphicFrameMk id="15" creationId="{32C2B58D-15FA-C9F1-964C-3AD7056F2A17}"/>
          </ac:graphicFrameMkLst>
        </pc:graphicFrameChg>
      </pc:sldChg>
      <pc:sldChg chg="del">
        <pc:chgData name="Contact PIC-FORMATION" userId="1db30e0e-0262-400d-83b0-f34f1102b8c0" providerId="ADAL" clId="{D9EABE55-B5A4-4295-82E1-2414079A3E9B}" dt="2026-04-16T07:19:56.186" v="683" actId="47"/>
        <pc:sldMkLst>
          <pc:docMk/>
          <pc:sldMk cId="483741907" sldId="815"/>
        </pc:sldMkLst>
      </pc:sldChg>
      <pc:sldChg chg="del">
        <pc:chgData name="Contact PIC-FORMATION" userId="1db30e0e-0262-400d-83b0-f34f1102b8c0" providerId="ADAL" clId="{D9EABE55-B5A4-4295-82E1-2414079A3E9B}" dt="2026-04-16T07:19:56.186" v="683" actId="47"/>
        <pc:sldMkLst>
          <pc:docMk/>
          <pc:sldMk cId="683499769" sldId="816"/>
        </pc:sldMkLst>
      </pc:sldChg>
      <pc:sldChg chg="del">
        <pc:chgData name="Contact PIC-FORMATION" userId="1db30e0e-0262-400d-83b0-f34f1102b8c0" providerId="ADAL" clId="{D9EABE55-B5A4-4295-82E1-2414079A3E9B}" dt="2026-04-16T07:19:56.186" v="683" actId="47"/>
        <pc:sldMkLst>
          <pc:docMk/>
          <pc:sldMk cId="1206221699" sldId="817"/>
        </pc:sldMkLst>
      </pc:sldChg>
      <pc:sldChg chg="modSp mod">
        <pc:chgData name="Contact PIC-FORMATION" userId="1db30e0e-0262-400d-83b0-f34f1102b8c0" providerId="ADAL" clId="{D9EABE55-B5A4-4295-82E1-2414079A3E9B}" dt="2026-04-16T07:47:28.527" v="997" actId="20577"/>
        <pc:sldMkLst>
          <pc:docMk/>
          <pc:sldMk cId="454997337" sldId="827"/>
        </pc:sldMkLst>
        <pc:spChg chg="mod">
          <ac:chgData name="Contact PIC-FORMATION" userId="1db30e0e-0262-400d-83b0-f34f1102b8c0" providerId="ADAL" clId="{D9EABE55-B5A4-4295-82E1-2414079A3E9B}" dt="2026-04-16T07:47:06.438" v="956" actId="20577"/>
          <ac:spMkLst>
            <pc:docMk/>
            <pc:sldMk cId="454997337" sldId="827"/>
            <ac:spMk id="4" creationId="{7ECD1B34-E07E-5BB5-43DF-F6A2F6864639}"/>
          </ac:spMkLst>
        </pc:spChg>
        <pc:spChg chg="mod">
          <ac:chgData name="Contact PIC-FORMATION" userId="1db30e0e-0262-400d-83b0-f34f1102b8c0" providerId="ADAL" clId="{D9EABE55-B5A4-4295-82E1-2414079A3E9B}" dt="2026-04-16T07:47:28.527" v="997" actId="20577"/>
          <ac:spMkLst>
            <pc:docMk/>
            <pc:sldMk cId="454997337" sldId="827"/>
            <ac:spMk id="6" creationId="{ED09E395-9475-FB99-BA5E-3C53ED257480}"/>
          </ac:spMkLst>
        </pc:spChg>
        <pc:graphicFrameChg chg="mod">
          <ac:chgData name="Contact PIC-FORMATION" userId="1db30e0e-0262-400d-83b0-f34f1102b8c0" providerId="ADAL" clId="{D9EABE55-B5A4-4295-82E1-2414079A3E9B}" dt="2026-04-16T07:47:00.721" v="950"/>
          <ac:graphicFrameMkLst>
            <pc:docMk/>
            <pc:sldMk cId="454997337" sldId="827"/>
            <ac:graphicFrameMk id="2" creationId="{2CC1EACE-BB65-C27E-EA2C-80E6EA4CBA02}"/>
          </ac:graphicFrameMkLst>
        </pc:graphicFrameChg>
      </pc:sldChg>
      <pc:sldChg chg="modSp add mod">
        <pc:chgData name="Contact PIC-FORMATION" userId="1db30e0e-0262-400d-83b0-f34f1102b8c0" providerId="ADAL" clId="{D9EABE55-B5A4-4295-82E1-2414079A3E9B}" dt="2026-04-16T07:56:28.874" v="1236" actId="2710"/>
        <pc:sldMkLst>
          <pc:docMk/>
          <pc:sldMk cId="3987526620" sldId="828"/>
        </pc:sldMkLst>
        <pc:spChg chg="mod">
          <ac:chgData name="Contact PIC-FORMATION" userId="1db30e0e-0262-400d-83b0-f34f1102b8c0" providerId="ADAL" clId="{D9EABE55-B5A4-4295-82E1-2414079A3E9B}" dt="2026-04-16T07:56:28.874" v="1236" actId="2710"/>
          <ac:spMkLst>
            <pc:docMk/>
            <pc:sldMk cId="3987526620" sldId="828"/>
            <ac:spMk id="5" creationId="{521D920B-E99E-590E-ADB3-4B00E4BE7169}"/>
          </ac:spMkLst>
        </pc:spChg>
      </pc:sldChg>
      <pc:sldChg chg="add">
        <pc:chgData name="Contact PIC-FORMATION" userId="1db30e0e-0262-400d-83b0-f34f1102b8c0" providerId="ADAL" clId="{D9EABE55-B5A4-4295-82E1-2414079A3E9B}" dt="2026-04-16T07:41:03.292" v="883"/>
        <pc:sldMkLst>
          <pc:docMk/>
          <pc:sldMk cId="1030737550" sldId="955"/>
        </pc:sldMkLst>
      </pc:sldChg>
      <pc:sldChg chg="add">
        <pc:chgData name="Contact PIC-FORMATION" userId="1db30e0e-0262-400d-83b0-f34f1102b8c0" providerId="ADAL" clId="{D9EABE55-B5A4-4295-82E1-2414079A3E9B}" dt="2026-04-16T07:40:38.595" v="880"/>
        <pc:sldMkLst>
          <pc:docMk/>
          <pc:sldMk cId="1483946" sldId="956"/>
        </pc:sldMkLst>
      </pc:sldChg>
      <pc:sldMasterChg chg="del delSldLayout">
        <pc:chgData name="Contact PIC-FORMATION" userId="1db30e0e-0262-400d-83b0-f34f1102b8c0" providerId="ADAL" clId="{D9EABE55-B5A4-4295-82E1-2414079A3E9B}" dt="2026-04-16T07:19:56.186" v="683" actId="47"/>
        <pc:sldMasterMkLst>
          <pc:docMk/>
          <pc:sldMasterMk cId="2405284020" sldId="2147483733"/>
        </pc:sldMasterMkLst>
        <pc:sldLayoutChg chg="del">
          <pc:chgData name="Contact PIC-FORMATION" userId="1db30e0e-0262-400d-83b0-f34f1102b8c0" providerId="ADAL" clId="{D9EABE55-B5A4-4295-82E1-2414079A3E9B}" dt="2026-04-16T07:19:56.186" v="683" actId="47"/>
          <pc:sldLayoutMkLst>
            <pc:docMk/>
            <pc:sldMasterMk cId="2405284020" sldId="2147483733"/>
            <pc:sldLayoutMk cId="2303861138" sldId="2147483734"/>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1099134559" sldId="2147483735"/>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2270811141" sldId="2147483736"/>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93757631" sldId="2147483737"/>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1840155387" sldId="2147483738"/>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2100461411" sldId="2147483739"/>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3268173728" sldId="2147483740"/>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2897426472" sldId="2147483741"/>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2882269557" sldId="2147483742"/>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538991473" sldId="2147483743"/>
          </pc:sldLayoutMkLst>
        </pc:sldLayoutChg>
        <pc:sldLayoutChg chg="del">
          <pc:chgData name="Contact PIC-FORMATION" userId="1db30e0e-0262-400d-83b0-f34f1102b8c0" providerId="ADAL" clId="{D9EABE55-B5A4-4295-82E1-2414079A3E9B}" dt="2026-04-16T07:19:56.186" v="683" actId="47"/>
          <pc:sldLayoutMkLst>
            <pc:docMk/>
            <pc:sldMasterMk cId="2405284020" sldId="2147483733"/>
            <pc:sldLayoutMk cId="1323397957" sldId="214748374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48D4B2-6588-4E58-A1C6-9743645AC121}" type="datetimeFigureOut">
              <a:rPr lang="fr-FR" smtClean="0"/>
              <a:t>16/04/2026</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BE20D-2AE5-485A-A1D8-CD1C5103CFE0}" type="slidenum">
              <a:rPr lang="fr-FR" smtClean="0"/>
              <a:t>‹N°›</a:t>
            </a:fld>
            <a:endParaRPr lang="fr-FR"/>
          </a:p>
        </p:txBody>
      </p:sp>
    </p:spTree>
    <p:extLst>
      <p:ext uri="{BB962C8B-B14F-4D97-AF65-F5344CB8AC3E}">
        <p14:creationId xmlns:p14="http://schemas.microsoft.com/office/powerpoint/2010/main" val="3413003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Espace réservé de l'image des diapositives 1"/>
          <p:cNvSpPr>
            <a:spLocks noGrp="1" noRot="1" noChangeAspect="1" noTextEdit="1"/>
          </p:cNvSpPr>
          <p:nvPr>
            <p:ph type="sldImg"/>
          </p:nvPr>
        </p:nvSpPr>
        <p:spPr>
          <a:ln/>
        </p:spPr>
        <p:txBody>
          <a:bodyPr/>
          <a:lstStyle/>
          <a:p>
            <a:endParaRPr lang="fr-FR"/>
          </a:p>
        </p:txBody>
      </p:sp>
      <p:sp>
        <p:nvSpPr>
          <p:cNvPr id="108547" name="Espace réservé des commentaires 2"/>
          <p:cNvSpPr>
            <a:spLocks noGrp="1"/>
          </p:cNvSpPr>
          <p:nvPr>
            <p:ph type="body" idx="1"/>
          </p:nvPr>
        </p:nvSpPr>
        <p:spPr>
          <a:noFill/>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DC88-4753-401A-9B19-13B363E1CB76}" type="slidenum">
              <a:rPr kumimoji="0" lang="fr-FR"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465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653" indent="-285636" eaLnBrk="0" hangingPunct="0">
              <a:defRPr sz="2800">
                <a:solidFill>
                  <a:schemeClr val="tx1"/>
                </a:solidFill>
                <a:latin typeface="Arial" panose="020B0604020202020204" pitchFamily="34" charset="0"/>
              </a:defRPr>
            </a:lvl2pPr>
            <a:lvl3pPr marL="1142543" indent="-228509" eaLnBrk="0" hangingPunct="0">
              <a:defRPr sz="2800">
                <a:solidFill>
                  <a:schemeClr val="tx1"/>
                </a:solidFill>
                <a:latin typeface="Arial" panose="020B0604020202020204" pitchFamily="34" charset="0"/>
              </a:defRPr>
            </a:lvl3pPr>
            <a:lvl4pPr marL="1599560" indent="-228509" eaLnBrk="0" hangingPunct="0">
              <a:defRPr sz="2800">
                <a:solidFill>
                  <a:schemeClr val="tx1"/>
                </a:solidFill>
                <a:latin typeface="Arial" panose="020B0604020202020204" pitchFamily="34" charset="0"/>
              </a:defRPr>
            </a:lvl4pPr>
            <a:lvl5pPr marL="2056577" indent="-228509" eaLnBrk="0" hangingPunct="0">
              <a:defRPr sz="2800">
                <a:solidFill>
                  <a:schemeClr val="tx1"/>
                </a:solidFill>
                <a:latin typeface="Arial" panose="020B0604020202020204" pitchFamily="34" charset="0"/>
              </a:defRPr>
            </a:lvl5pPr>
            <a:lvl6pPr marL="2513594" indent="-228509" algn="ctr" eaLnBrk="0" fontAlgn="base" hangingPunct="0">
              <a:spcBef>
                <a:spcPct val="0"/>
              </a:spcBef>
              <a:spcAft>
                <a:spcPct val="0"/>
              </a:spcAft>
              <a:defRPr sz="2800">
                <a:solidFill>
                  <a:schemeClr val="tx1"/>
                </a:solidFill>
                <a:latin typeface="Arial" panose="020B0604020202020204" pitchFamily="34" charset="0"/>
              </a:defRPr>
            </a:lvl6pPr>
            <a:lvl7pPr marL="2970611" indent="-228509" algn="ctr" eaLnBrk="0" fontAlgn="base" hangingPunct="0">
              <a:spcBef>
                <a:spcPct val="0"/>
              </a:spcBef>
              <a:spcAft>
                <a:spcPct val="0"/>
              </a:spcAft>
              <a:defRPr sz="2800">
                <a:solidFill>
                  <a:schemeClr val="tx1"/>
                </a:solidFill>
                <a:latin typeface="Arial" panose="020B0604020202020204" pitchFamily="34" charset="0"/>
              </a:defRPr>
            </a:lvl7pPr>
            <a:lvl8pPr marL="3427628" indent="-228509" algn="ctr" eaLnBrk="0" fontAlgn="base" hangingPunct="0">
              <a:spcBef>
                <a:spcPct val="0"/>
              </a:spcBef>
              <a:spcAft>
                <a:spcPct val="0"/>
              </a:spcAft>
              <a:defRPr sz="2800">
                <a:solidFill>
                  <a:schemeClr val="tx1"/>
                </a:solidFill>
                <a:latin typeface="Arial" panose="020B0604020202020204" pitchFamily="34" charset="0"/>
              </a:defRPr>
            </a:lvl8pPr>
            <a:lvl9pPr marL="3884646" indent="-228509" algn="ctr" eaLnBrk="0" fontAlgn="base" hangingPunct="0">
              <a:spcBef>
                <a:spcPct val="0"/>
              </a:spcBef>
              <a:spcAft>
                <a:spcPct val="0"/>
              </a:spcAft>
              <a:defRPr sz="2800">
                <a:solidFill>
                  <a:schemeClr val="tx1"/>
                </a:solidFill>
                <a:latin typeface="Arial" panose="020B0604020202020204" pitchFamily="34" charset="0"/>
              </a:defRPr>
            </a:lvl9pPr>
          </a:lstStyle>
          <a:p>
            <a:pPr marL="0" marR="0" lvl="0" indent="0" algn="r" defTabSz="955293" rtl="0" eaLnBrk="1" fontAlgn="auto" latinLnBrk="0" hangingPunct="1">
              <a:lnSpc>
                <a:spcPct val="100000"/>
              </a:lnSpc>
              <a:spcBef>
                <a:spcPts val="0"/>
              </a:spcBef>
              <a:spcAft>
                <a:spcPts val="0"/>
              </a:spcAft>
              <a:buClrTx/>
              <a:buSzTx/>
              <a:buFontTx/>
              <a:buNone/>
              <a:tabLst/>
              <a:defRPr/>
            </a:pPr>
            <a:fld id="{0D54A604-CD02-4CFB-85FD-EFA8DE2D5B9D}" type="slidenum">
              <a:rPr kumimoji="0" lang="fr-FR" altLang="fr-FR"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55293" rtl="0" eaLnBrk="1" fontAlgn="auto" latinLnBrk="0" hangingPunct="1">
                <a:lnSpc>
                  <a:spcPct val="100000"/>
                </a:lnSpc>
                <a:spcBef>
                  <a:spcPts val="0"/>
                </a:spcBef>
                <a:spcAft>
                  <a:spcPts val="0"/>
                </a:spcAft>
                <a:buClrTx/>
                <a:buSzTx/>
                <a:buFontTx/>
                <a:buNone/>
                <a:tabLst/>
                <a:defRPr/>
              </a:pPr>
              <a:t>34</a:t>
            </a:fld>
            <a:endParaRPr kumimoji="0" lang="fr-FR" altLang="fr-FR"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1747" name="Rectangle 2"/>
          <p:cNvSpPr>
            <a:spLocks noGrp="1" noRot="1" noChangeAspect="1" noChangeArrowheads="1" noTextEdit="1"/>
          </p:cNvSpPr>
          <p:nvPr>
            <p:ph type="sldImg"/>
          </p:nvPr>
        </p:nvSpPr>
        <p:spPr>
          <a:ln/>
        </p:spPr>
        <p:txBody>
          <a:bodyPr/>
          <a:lstStyle/>
          <a:p>
            <a:endParaRPr lang="fr-FR"/>
          </a:p>
        </p:txBody>
      </p:sp>
      <p:sp>
        <p:nvSpPr>
          <p:cNvPr id="317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fr-FR" altLang="fr-FR">
              <a:latin typeface="Arial" panose="020B0604020202020204" pitchFamily="34" charset="0"/>
            </a:endParaRPr>
          </a:p>
        </p:txBody>
      </p:sp>
    </p:spTree>
    <p:extLst>
      <p:ext uri="{BB962C8B-B14F-4D97-AF65-F5344CB8AC3E}">
        <p14:creationId xmlns:p14="http://schemas.microsoft.com/office/powerpoint/2010/main" val="30620996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Rot="1" noChangeAspect="1" noChangeArrowheads="1" noTextEdit="1"/>
          </p:cNvSpPr>
          <p:nvPr>
            <p:ph type="sldImg"/>
          </p:nvPr>
        </p:nvSpPr>
        <p:spPr>
          <a:ln/>
        </p:spPr>
        <p:txBody>
          <a:bodyPr/>
          <a:lstStyle/>
          <a:p>
            <a:endParaRPr lang="fr-FR"/>
          </a:p>
        </p:txBody>
      </p:sp>
      <p:sp>
        <p:nvSpPr>
          <p:cNvPr id="317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fr-FR" altLang="fr-FR">
              <a:latin typeface="Arial" panose="020B0604020202020204" pitchFamily="34" charset="0"/>
            </a:endParaRPr>
          </a:p>
        </p:txBody>
      </p:sp>
    </p:spTree>
    <p:extLst>
      <p:ext uri="{BB962C8B-B14F-4D97-AF65-F5344CB8AC3E}">
        <p14:creationId xmlns:p14="http://schemas.microsoft.com/office/powerpoint/2010/main" val="33199411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defTabSz="911258" eaLnBrk="0" hangingPunct="0">
              <a:defRPr>
                <a:solidFill>
                  <a:schemeClr val="tx1"/>
                </a:solidFill>
                <a:latin typeface="Arial" charset="0"/>
                <a:cs typeface="Arial" charset="0"/>
              </a:defRPr>
            </a:lvl1pPr>
            <a:lvl2pPr marL="710781" indent="-273377" defTabSz="911258" eaLnBrk="0" hangingPunct="0">
              <a:defRPr>
                <a:solidFill>
                  <a:schemeClr val="tx1"/>
                </a:solidFill>
                <a:latin typeface="Arial" charset="0"/>
                <a:cs typeface="Arial" charset="0"/>
              </a:defRPr>
            </a:lvl2pPr>
            <a:lvl3pPr marL="1093509" indent="-218702" defTabSz="911258" eaLnBrk="0" hangingPunct="0">
              <a:defRPr>
                <a:solidFill>
                  <a:schemeClr val="tx1"/>
                </a:solidFill>
                <a:latin typeface="Arial" charset="0"/>
                <a:cs typeface="Arial" charset="0"/>
              </a:defRPr>
            </a:lvl3pPr>
            <a:lvl4pPr marL="1530912" indent="-218702" defTabSz="911258" eaLnBrk="0" hangingPunct="0">
              <a:defRPr>
                <a:solidFill>
                  <a:schemeClr val="tx1"/>
                </a:solidFill>
                <a:latin typeface="Arial" charset="0"/>
                <a:cs typeface="Arial" charset="0"/>
              </a:defRPr>
            </a:lvl4pPr>
            <a:lvl5pPr marL="1968316" indent="-218702" defTabSz="911258" eaLnBrk="0" hangingPunct="0">
              <a:defRPr>
                <a:solidFill>
                  <a:schemeClr val="tx1"/>
                </a:solidFill>
                <a:latin typeface="Arial" charset="0"/>
                <a:cs typeface="Arial" charset="0"/>
              </a:defRPr>
            </a:lvl5pPr>
            <a:lvl6pPr marL="2405720" indent="-218702" defTabSz="911258" eaLnBrk="0" fontAlgn="base" hangingPunct="0">
              <a:spcBef>
                <a:spcPct val="0"/>
              </a:spcBef>
              <a:spcAft>
                <a:spcPct val="0"/>
              </a:spcAft>
              <a:defRPr>
                <a:solidFill>
                  <a:schemeClr val="tx1"/>
                </a:solidFill>
                <a:latin typeface="Arial" charset="0"/>
                <a:cs typeface="Arial" charset="0"/>
              </a:defRPr>
            </a:lvl6pPr>
            <a:lvl7pPr marL="2843124" indent="-218702" defTabSz="911258" eaLnBrk="0" fontAlgn="base" hangingPunct="0">
              <a:spcBef>
                <a:spcPct val="0"/>
              </a:spcBef>
              <a:spcAft>
                <a:spcPct val="0"/>
              </a:spcAft>
              <a:defRPr>
                <a:solidFill>
                  <a:schemeClr val="tx1"/>
                </a:solidFill>
                <a:latin typeface="Arial" charset="0"/>
                <a:cs typeface="Arial" charset="0"/>
              </a:defRPr>
            </a:lvl7pPr>
            <a:lvl8pPr marL="3280528" indent="-218702" defTabSz="911258" eaLnBrk="0" fontAlgn="base" hangingPunct="0">
              <a:spcBef>
                <a:spcPct val="0"/>
              </a:spcBef>
              <a:spcAft>
                <a:spcPct val="0"/>
              </a:spcAft>
              <a:defRPr>
                <a:solidFill>
                  <a:schemeClr val="tx1"/>
                </a:solidFill>
                <a:latin typeface="Arial" charset="0"/>
                <a:cs typeface="Arial" charset="0"/>
              </a:defRPr>
            </a:lvl8pPr>
            <a:lvl9pPr marL="3717931" indent="-218702" defTabSz="911258" eaLnBrk="0" fontAlgn="base" hangingPunct="0">
              <a:spcBef>
                <a:spcPct val="0"/>
              </a:spcBef>
              <a:spcAft>
                <a:spcPct val="0"/>
              </a:spcAft>
              <a:defRPr>
                <a:solidFill>
                  <a:schemeClr val="tx1"/>
                </a:solidFill>
                <a:latin typeface="Arial" charset="0"/>
                <a:cs typeface="Arial" charset="0"/>
              </a:defRPr>
            </a:lvl9pPr>
          </a:lstStyle>
          <a:p>
            <a:pPr marL="0" marR="0" lvl="0" indent="0" algn="r" defTabSz="911258" rtl="0" eaLnBrk="1" fontAlgn="base" latinLnBrk="0" hangingPunct="1">
              <a:lnSpc>
                <a:spcPct val="100000"/>
              </a:lnSpc>
              <a:spcBef>
                <a:spcPct val="0"/>
              </a:spcBef>
              <a:spcAft>
                <a:spcPct val="0"/>
              </a:spcAft>
              <a:buClrTx/>
              <a:buSzTx/>
              <a:buFontTx/>
              <a:buNone/>
              <a:tabLst/>
              <a:defRPr/>
            </a:pPr>
            <a:fld id="{1B68D83B-F012-414C-B9D1-B8AEC6A19245}" type="slidenum">
              <a:rPr kumimoji="0" lang="fr-FR" sz="13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1258" rtl="0" eaLnBrk="1" fontAlgn="base" latinLnBrk="0" hangingPunct="1">
                <a:lnSpc>
                  <a:spcPct val="100000"/>
                </a:lnSpc>
                <a:spcBef>
                  <a:spcPct val="0"/>
                </a:spcBef>
                <a:spcAft>
                  <a:spcPct val="0"/>
                </a:spcAft>
                <a:buClrTx/>
                <a:buSzTx/>
                <a:buFontTx/>
                <a:buNone/>
                <a:tabLst/>
                <a:defRPr/>
              </a:pPr>
              <a:t>37</a:t>
            </a:fld>
            <a:endParaRPr kumimoji="0" lang="fr-FR" sz="13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3795" name="Rectangle 2"/>
          <p:cNvSpPr>
            <a:spLocks noGrp="1" noRot="1" noChangeAspect="1" noChangeArrowheads="1" noTextEdit="1"/>
          </p:cNvSpPr>
          <p:nvPr>
            <p:ph type="sldImg"/>
          </p:nvPr>
        </p:nvSpPr>
        <p:spPr>
          <a:xfrm>
            <a:off x="425450" y="709613"/>
            <a:ext cx="6043613" cy="3400425"/>
          </a:xfrm>
          <a:ln/>
        </p:spPr>
        <p:txBody>
          <a:bodyPr/>
          <a:lstStyle/>
          <a:p>
            <a:endParaRPr lang="fr-FR"/>
          </a:p>
        </p:txBody>
      </p:sp>
      <p:sp>
        <p:nvSpPr>
          <p:cNvPr id="33796" name="Rectangle 3"/>
          <p:cNvSpPr>
            <a:spLocks noGrp="1" noChangeArrowheads="1"/>
          </p:cNvSpPr>
          <p:nvPr>
            <p:ph type="body" idx="1"/>
          </p:nvPr>
        </p:nvSpPr>
        <p:spPr>
          <a:xfrm>
            <a:off x="941737" y="4322671"/>
            <a:ext cx="5019377" cy="4107708"/>
          </a:xfrm>
          <a:noFill/>
        </p:spPr>
        <p:txBody>
          <a:bodyPr lIns="92112" tIns="46056" rIns="92112" bIns="46056"/>
          <a:lstStyle/>
          <a:p>
            <a:pPr eaLnBrk="1" hangingPunct="1"/>
            <a:endParaRPr lang="fr-FR">
              <a:latin typeface="Arial" charset="0"/>
              <a:cs typeface="Arial" charset="0"/>
            </a:endParaRPr>
          </a:p>
        </p:txBody>
      </p:sp>
    </p:spTree>
    <p:extLst>
      <p:ext uri="{BB962C8B-B14F-4D97-AF65-F5344CB8AC3E}">
        <p14:creationId xmlns:p14="http://schemas.microsoft.com/office/powerpoint/2010/main" val="9789310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defTabSz="911258" eaLnBrk="0" hangingPunct="0">
              <a:defRPr>
                <a:solidFill>
                  <a:schemeClr val="tx1"/>
                </a:solidFill>
                <a:latin typeface="Arial" charset="0"/>
                <a:cs typeface="Arial" charset="0"/>
              </a:defRPr>
            </a:lvl1pPr>
            <a:lvl2pPr marL="710781" indent="-273377" defTabSz="911258" eaLnBrk="0" hangingPunct="0">
              <a:defRPr>
                <a:solidFill>
                  <a:schemeClr val="tx1"/>
                </a:solidFill>
                <a:latin typeface="Arial" charset="0"/>
                <a:cs typeface="Arial" charset="0"/>
              </a:defRPr>
            </a:lvl2pPr>
            <a:lvl3pPr marL="1093509" indent="-218702" defTabSz="911258" eaLnBrk="0" hangingPunct="0">
              <a:defRPr>
                <a:solidFill>
                  <a:schemeClr val="tx1"/>
                </a:solidFill>
                <a:latin typeface="Arial" charset="0"/>
                <a:cs typeface="Arial" charset="0"/>
              </a:defRPr>
            </a:lvl3pPr>
            <a:lvl4pPr marL="1530912" indent="-218702" defTabSz="911258" eaLnBrk="0" hangingPunct="0">
              <a:defRPr>
                <a:solidFill>
                  <a:schemeClr val="tx1"/>
                </a:solidFill>
                <a:latin typeface="Arial" charset="0"/>
                <a:cs typeface="Arial" charset="0"/>
              </a:defRPr>
            </a:lvl4pPr>
            <a:lvl5pPr marL="1968316" indent="-218702" defTabSz="911258" eaLnBrk="0" hangingPunct="0">
              <a:defRPr>
                <a:solidFill>
                  <a:schemeClr val="tx1"/>
                </a:solidFill>
                <a:latin typeface="Arial" charset="0"/>
                <a:cs typeface="Arial" charset="0"/>
              </a:defRPr>
            </a:lvl5pPr>
            <a:lvl6pPr marL="2405720" indent="-218702" defTabSz="911258" eaLnBrk="0" fontAlgn="base" hangingPunct="0">
              <a:spcBef>
                <a:spcPct val="0"/>
              </a:spcBef>
              <a:spcAft>
                <a:spcPct val="0"/>
              </a:spcAft>
              <a:defRPr>
                <a:solidFill>
                  <a:schemeClr val="tx1"/>
                </a:solidFill>
                <a:latin typeface="Arial" charset="0"/>
                <a:cs typeface="Arial" charset="0"/>
              </a:defRPr>
            </a:lvl6pPr>
            <a:lvl7pPr marL="2843124" indent="-218702" defTabSz="911258" eaLnBrk="0" fontAlgn="base" hangingPunct="0">
              <a:spcBef>
                <a:spcPct val="0"/>
              </a:spcBef>
              <a:spcAft>
                <a:spcPct val="0"/>
              </a:spcAft>
              <a:defRPr>
                <a:solidFill>
                  <a:schemeClr val="tx1"/>
                </a:solidFill>
                <a:latin typeface="Arial" charset="0"/>
                <a:cs typeface="Arial" charset="0"/>
              </a:defRPr>
            </a:lvl7pPr>
            <a:lvl8pPr marL="3280528" indent="-218702" defTabSz="911258" eaLnBrk="0" fontAlgn="base" hangingPunct="0">
              <a:spcBef>
                <a:spcPct val="0"/>
              </a:spcBef>
              <a:spcAft>
                <a:spcPct val="0"/>
              </a:spcAft>
              <a:defRPr>
                <a:solidFill>
                  <a:schemeClr val="tx1"/>
                </a:solidFill>
                <a:latin typeface="Arial" charset="0"/>
                <a:cs typeface="Arial" charset="0"/>
              </a:defRPr>
            </a:lvl8pPr>
            <a:lvl9pPr marL="3717931" indent="-218702" defTabSz="911258" eaLnBrk="0" fontAlgn="base" hangingPunct="0">
              <a:spcBef>
                <a:spcPct val="0"/>
              </a:spcBef>
              <a:spcAft>
                <a:spcPct val="0"/>
              </a:spcAft>
              <a:defRPr>
                <a:solidFill>
                  <a:schemeClr val="tx1"/>
                </a:solidFill>
                <a:latin typeface="Arial" charset="0"/>
                <a:cs typeface="Arial" charset="0"/>
              </a:defRPr>
            </a:lvl9pPr>
          </a:lstStyle>
          <a:p>
            <a:pPr marL="0" marR="0" lvl="0" indent="0" algn="r" defTabSz="911258" rtl="0" eaLnBrk="1" fontAlgn="base" latinLnBrk="0" hangingPunct="1">
              <a:lnSpc>
                <a:spcPct val="100000"/>
              </a:lnSpc>
              <a:spcBef>
                <a:spcPct val="0"/>
              </a:spcBef>
              <a:spcAft>
                <a:spcPct val="0"/>
              </a:spcAft>
              <a:buClrTx/>
              <a:buSzTx/>
              <a:buFontTx/>
              <a:buNone/>
              <a:tabLst/>
              <a:defRPr/>
            </a:pPr>
            <a:fld id="{1B68D83B-F012-414C-B9D1-B8AEC6A19245}" type="slidenum">
              <a:rPr kumimoji="0" lang="fr-FR" sz="13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1258" rtl="0" eaLnBrk="1" fontAlgn="base" latinLnBrk="0" hangingPunct="1">
                <a:lnSpc>
                  <a:spcPct val="100000"/>
                </a:lnSpc>
                <a:spcBef>
                  <a:spcPct val="0"/>
                </a:spcBef>
                <a:spcAft>
                  <a:spcPct val="0"/>
                </a:spcAft>
                <a:buClrTx/>
                <a:buSzTx/>
                <a:buFontTx/>
                <a:buNone/>
                <a:tabLst/>
                <a:defRPr/>
              </a:pPr>
              <a:t>38</a:t>
            </a:fld>
            <a:endParaRPr kumimoji="0" lang="fr-FR" sz="13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3795" name="Rectangle 2"/>
          <p:cNvSpPr>
            <a:spLocks noGrp="1" noRot="1" noChangeAspect="1" noChangeArrowheads="1" noTextEdit="1"/>
          </p:cNvSpPr>
          <p:nvPr>
            <p:ph type="sldImg"/>
          </p:nvPr>
        </p:nvSpPr>
        <p:spPr>
          <a:xfrm>
            <a:off x="134938" y="769938"/>
            <a:ext cx="6564312" cy="3692525"/>
          </a:xfrm>
          <a:ln/>
        </p:spPr>
        <p:txBody>
          <a:bodyPr/>
          <a:lstStyle/>
          <a:p>
            <a:endParaRPr lang="fr-FR"/>
          </a:p>
        </p:txBody>
      </p:sp>
      <p:sp>
        <p:nvSpPr>
          <p:cNvPr id="33796" name="Rectangle 3"/>
          <p:cNvSpPr>
            <a:spLocks noGrp="1" noChangeArrowheads="1"/>
          </p:cNvSpPr>
          <p:nvPr>
            <p:ph type="body" idx="1"/>
          </p:nvPr>
        </p:nvSpPr>
        <p:spPr>
          <a:xfrm>
            <a:off x="933454" y="4692650"/>
            <a:ext cx="4975225" cy="4459288"/>
          </a:xfrm>
          <a:noFill/>
        </p:spPr>
        <p:txBody>
          <a:bodyPr lIns="92112" tIns="46056" rIns="92112" bIns="46056"/>
          <a:lstStyle/>
          <a:p>
            <a:pPr eaLnBrk="1" hangingPunct="1"/>
            <a:endParaRPr lang="fr-FR">
              <a:latin typeface="Arial" charset="0"/>
              <a:cs typeface="Arial" charset="0"/>
            </a:endParaRPr>
          </a:p>
        </p:txBody>
      </p:sp>
    </p:spTree>
    <p:extLst>
      <p:ext uri="{BB962C8B-B14F-4D97-AF65-F5344CB8AC3E}">
        <p14:creationId xmlns:p14="http://schemas.microsoft.com/office/powerpoint/2010/main" val="978931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2253237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2746220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2081762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2553150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3314107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4234890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293098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1864868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4260600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2420560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39"/>
            <a:ext cx="27432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09600" y="274639"/>
            <a:ext cx="80264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8592F83-7405-4D71-BE15-BA2C0774FD69}" type="slidenum">
              <a:rPr lang="fr-FR" smtClean="0"/>
              <a:t>‹N°›</a:t>
            </a:fld>
            <a:endParaRPr lang="fr-FR"/>
          </a:p>
        </p:txBody>
      </p:sp>
    </p:spTree>
    <p:extLst>
      <p:ext uri="{BB962C8B-B14F-4D97-AF65-F5344CB8AC3E}">
        <p14:creationId xmlns:p14="http://schemas.microsoft.com/office/powerpoint/2010/main" val="596560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7EB53B2-E985-478F-A5E3-11C7A6F942E7}" type="slidenum">
              <a:rPr lang="fr-FR"/>
              <a:pPr>
                <a:defRPr/>
              </a:pPr>
              <a:t>‹N°›</a:t>
            </a:fld>
            <a:endParaRPr lang="fr-FR"/>
          </a:p>
        </p:txBody>
      </p:sp>
    </p:spTree>
    <p:extLst>
      <p:ext uri="{BB962C8B-B14F-4D97-AF65-F5344CB8AC3E}">
        <p14:creationId xmlns:p14="http://schemas.microsoft.com/office/powerpoint/2010/main" val="3969123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95423" y="1"/>
            <a:ext cx="10919884" cy="668337"/>
          </a:xfrm>
        </p:spPr>
        <p:txBody>
          <a:bodyPr/>
          <a:lstStyle>
            <a:lvl1pPr>
              <a:defRPr sz="2400" b="1">
                <a:solidFill>
                  <a:schemeClr val="tx1"/>
                </a:solidFill>
                <a:effectLst/>
              </a:defRPr>
            </a:lvl1pPr>
          </a:lstStyle>
          <a:p>
            <a:r>
              <a:rPr lang="fr-FR"/>
              <a:t>Modifiez le style du titre</a:t>
            </a:r>
          </a:p>
        </p:txBody>
      </p:sp>
      <p:sp>
        <p:nvSpPr>
          <p:cNvPr id="3" name="Espace réservé du contenu 2"/>
          <p:cNvSpPr>
            <a:spLocks noGrp="1"/>
          </p:cNvSpPr>
          <p:nvPr>
            <p:ph idx="1"/>
          </p:nvPr>
        </p:nvSpPr>
        <p:spPr>
          <a:xfrm>
            <a:off x="566136" y="1082306"/>
            <a:ext cx="10972800" cy="4530725"/>
          </a:xfrm>
        </p:spPr>
        <p:txBody>
          <a:bodyPr/>
          <a:lstStyle>
            <a:lvl1pPr marL="342900" indent="-342900">
              <a:buClr>
                <a:srgbClr val="0070C0"/>
              </a:buClr>
              <a:buFont typeface="Wingdings" pitchFamily="2" charset="2"/>
              <a:buChar char="q"/>
              <a:defRPr/>
            </a:lvl1pPr>
            <a:lvl2pPr marL="742950" indent="-285750">
              <a:buClr>
                <a:srgbClr val="0070C0"/>
              </a:buClr>
              <a:buFont typeface="Wingdings" pitchFamily="2" charset="2"/>
              <a:buChar char="q"/>
              <a:defRPr/>
            </a:lvl2pPr>
            <a:lvl3pPr marL="1143000" indent="-228600">
              <a:buClr>
                <a:srgbClr val="0070C0"/>
              </a:buClr>
              <a:buFont typeface="Wingdings" pitchFamily="2" charset="2"/>
              <a:buChar char="q"/>
              <a:defRPr/>
            </a:lvl3pPr>
            <a:lvl4pPr marL="1600200" indent="-228600">
              <a:buClr>
                <a:srgbClr val="0070C0"/>
              </a:buClr>
              <a:buFont typeface="Wingdings" pitchFamily="2" charset="2"/>
              <a:buChar char="q"/>
              <a:defRPr/>
            </a:lvl4pPr>
            <a:lvl5pPr marL="2057400" indent="-228600">
              <a:buClr>
                <a:srgbClr val="0070C0"/>
              </a:buClr>
              <a:buFont typeface="Wingdings" pitchFamily="2" charset="2"/>
              <a:buChar char="q"/>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9CB9D0F4-6BFF-4C0E-96D4-B15CA75DCB76}" type="slidenum">
              <a:rPr lang="fr-FR"/>
              <a:pPr>
                <a:defRPr/>
              </a:pPr>
              <a:t>‹N°›</a:t>
            </a:fld>
            <a:endParaRPr lang="fr-FR"/>
          </a:p>
        </p:txBody>
      </p:sp>
    </p:spTree>
    <p:extLst>
      <p:ext uri="{BB962C8B-B14F-4D97-AF65-F5344CB8AC3E}">
        <p14:creationId xmlns:p14="http://schemas.microsoft.com/office/powerpoint/2010/main" val="3933244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282A9BAC-E403-4D97-87A2-DFCB9D5D089B}" type="slidenum">
              <a:rPr lang="fr-FR"/>
              <a:pPr>
                <a:defRPr/>
              </a:pPr>
              <a:t>‹N°›</a:t>
            </a:fld>
            <a:endParaRPr lang="fr-FR"/>
          </a:p>
        </p:txBody>
      </p:sp>
    </p:spTree>
    <p:extLst>
      <p:ext uri="{BB962C8B-B14F-4D97-AF65-F5344CB8AC3E}">
        <p14:creationId xmlns:p14="http://schemas.microsoft.com/office/powerpoint/2010/main" val="1201135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353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941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a:xfrm>
            <a:off x="8737600" y="6261100"/>
            <a:ext cx="2844800" cy="457200"/>
          </a:xfrm>
        </p:spPr>
        <p:txBody>
          <a:bodyPr/>
          <a:lstStyle>
            <a:lvl1pPr>
              <a:defRPr>
                <a:cs typeface="Arial" charset="0"/>
              </a:defRPr>
            </a:lvl1pPr>
          </a:lstStyle>
          <a:p>
            <a:pPr>
              <a:defRPr/>
            </a:pPr>
            <a:fld id="{B2E4B0E4-6C80-4028-8872-7EABB0265BF2}" type="slidenum">
              <a:rPr lang="fr-FR"/>
              <a:pPr>
                <a:defRPr/>
              </a:pPr>
              <a:t>‹N°›</a:t>
            </a:fld>
            <a:endParaRPr lang="fr-FR"/>
          </a:p>
        </p:txBody>
      </p:sp>
    </p:spTree>
    <p:extLst>
      <p:ext uri="{BB962C8B-B14F-4D97-AF65-F5344CB8AC3E}">
        <p14:creationId xmlns:p14="http://schemas.microsoft.com/office/powerpoint/2010/main" val="180290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cs typeface="Arial" charset="0"/>
              </a:defRPr>
            </a:lvl1pPr>
          </a:lstStyle>
          <a:p>
            <a:pPr>
              <a:defRPr/>
            </a:pPr>
            <a:endParaRPr lang="fr-FR"/>
          </a:p>
        </p:txBody>
      </p:sp>
      <p:sp>
        <p:nvSpPr>
          <p:cNvPr id="8" name="Espace réservé du pied de page 7"/>
          <p:cNvSpPr>
            <a:spLocks noGrp="1"/>
          </p:cNvSpPr>
          <p:nvPr>
            <p:ph type="ftr" sz="quarter" idx="11"/>
          </p:nvPr>
        </p:nvSpPr>
        <p:spPr/>
        <p:txBody>
          <a:bodyPr/>
          <a:lstStyle>
            <a:lvl1pPr>
              <a:defRPr>
                <a:cs typeface="Arial" charset="0"/>
              </a:defRPr>
            </a:lvl1pPr>
          </a:lstStyle>
          <a:p>
            <a:pPr>
              <a:defRPr/>
            </a:pPr>
            <a:endParaRPr lang="fr-FR"/>
          </a:p>
        </p:txBody>
      </p:sp>
      <p:sp>
        <p:nvSpPr>
          <p:cNvPr id="9" name="Espace réservé du numéro de diapositive 8"/>
          <p:cNvSpPr>
            <a:spLocks noGrp="1"/>
          </p:cNvSpPr>
          <p:nvPr>
            <p:ph type="sldNum" sz="quarter" idx="12"/>
          </p:nvPr>
        </p:nvSpPr>
        <p:spPr/>
        <p:txBody>
          <a:bodyPr/>
          <a:lstStyle>
            <a:lvl1pPr>
              <a:defRPr>
                <a:cs typeface="Arial" charset="0"/>
              </a:defRPr>
            </a:lvl1pPr>
          </a:lstStyle>
          <a:p>
            <a:pPr>
              <a:defRPr/>
            </a:pPr>
            <a:fld id="{8161FE28-AEC1-49F9-9838-4547D22C4355}" type="slidenum">
              <a:rPr lang="fr-FR"/>
              <a:pPr>
                <a:defRPr/>
              </a:pPr>
              <a:t>‹N°›</a:t>
            </a:fld>
            <a:endParaRPr lang="fr-FR"/>
          </a:p>
        </p:txBody>
      </p:sp>
    </p:spTree>
    <p:extLst>
      <p:ext uri="{BB962C8B-B14F-4D97-AF65-F5344CB8AC3E}">
        <p14:creationId xmlns:p14="http://schemas.microsoft.com/office/powerpoint/2010/main" val="515736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lvl1pPr>
              <a:defRPr>
                <a:cs typeface="Arial" charset="0"/>
              </a:defRPr>
            </a:lvl1pPr>
          </a:lstStyle>
          <a:p>
            <a:pPr>
              <a:defRPr/>
            </a:pPr>
            <a:endParaRPr lang="fr-FR"/>
          </a:p>
        </p:txBody>
      </p:sp>
      <p:sp>
        <p:nvSpPr>
          <p:cNvPr id="4" name="Espace réservé du pied de page 3"/>
          <p:cNvSpPr>
            <a:spLocks noGrp="1"/>
          </p:cNvSpPr>
          <p:nvPr>
            <p:ph type="ftr" sz="quarter" idx="11"/>
          </p:nvPr>
        </p:nvSpPr>
        <p:spPr/>
        <p:txBody>
          <a:bodyPr/>
          <a:lstStyle>
            <a:lvl1pPr>
              <a:defRPr>
                <a:cs typeface="Arial" charset="0"/>
              </a:defRPr>
            </a:lvl1pPr>
          </a:lstStyle>
          <a:p>
            <a:pPr>
              <a:defRPr/>
            </a:pPr>
            <a:endParaRPr lang="fr-FR"/>
          </a:p>
        </p:txBody>
      </p:sp>
      <p:sp>
        <p:nvSpPr>
          <p:cNvPr id="5" name="Espace réservé du numéro de diapositive 4"/>
          <p:cNvSpPr>
            <a:spLocks noGrp="1"/>
          </p:cNvSpPr>
          <p:nvPr>
            <p:ph type="sldNum" sz="quarter" idx="12"/>
          </p:nvPr>
        </p:nvSpPr>
        <p:spPr/>
        <p:txBody>
          <a:bodyPr/>
          <a:lstStyle>
            <a:lvl1pPr>
              <a:defRPr>
                <a:cs typeface="Arial" charset="0"/>
              </a:defRPr>
            </a:lvl1pPr>
          </a:lstStyle>
          <a:p>
            <a:pPr>
              <a:defRPr/>
            </a:pPr>
            <a:fld id="{9C294879-6D49-4512-B836-ABB933BDC842}" type="slidenum">
              <a:rPr lang="fr-FR"/>
              <a:pPr>
                <a:defRPr/>
              </a:pPr>
              <a:t>‹N°›</a:t>
            </a:fld>
            <a:endParaRPr lang="fr-FR"/>
          </a:p>
        </p:txBody>
      </p:sp>
    </p:spTree>
    <p:extLst>
      <p:ext uri="{BB962C8B-B14F-4D97-AF65-F5344CB8AC3E}">
        <p14:creationId xmlns:p14="http://schemas.microsoft.com/office/powerpoint/2010/main" val="2772837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cs typeface="Arial" charset="0"/>
              </a:defRPr>
            </a:lvl1pPr>
          </a:lstStyle>
          <a:p>
            <a:pPr>
              <a:defRPr/>
            </a:pPr>
            <a:endParaRPr lang="fr-FR"/>
          </a:p>
        </p:txBody>
      </p:sp>
      <p:sp>
        <p:nvSpPr>
          <p:cNvPr id="3" name="Espace réservé du pied de page 2"/>
          <p:cNvSpPr>
            <a:spLocks noGrp="1"/>
          </p:cNvSpPr>
          <p:nvPr>
            <p:ph type="ftr" sz="quarter" idx="11"/>
          </p:nvPr>
        </p:nvSpPr>
        <p:spPr/>
        <p:txBody>
          <a:bodyPr/>
          <a:lstStyle>
            <a:lvl1pPr>
              <a:defRPr>
                <a:cs typeface="Arial" charset="0"/>
              </a:defRPr>
            </a:lvl1pPr>
          </a:lstStyle>
          <a:p>
            <a:pPr>
              <a:defRPr/>
            </a:pPr>
            <a:endParaRPr lang="fr-FR"/>
          </a:p>
        </p:txBody>
      </p:sp>
      <p:sp>
        <p:nvSpPr>
          <p:cNvPr id="4" name="Espace réservé du numéro de diapositive 3"/>
          <p:cNvSpPr>
            <a:spLocks noGrp="1"/>
          </p:cNvSpPr>
          <p:nvPr>
            <p:ph type="sldNum" sz="quarter" idx="12"/>
          </p:nvPr>
        </p:nvSpPr>
        <p:spPr/>
        <p:txBody>
          <a:bodyPr/>
          <a:lstStyle>
            <a:lvl1pPr>
              <a:defRPr>
                <a:cs typeface="Arial" charset="0"/>
              </a:defRPr>
            </a:lvl1pPr>
          </a:lstStyle>
          <a:p>
            <a:pPr>
              <a:defRPr/>
            </a:pPr>
            <a:fld id="{614F1B46-0AC9-4135-8EE5-190755A43C16}" type="slidenum">
              <a:rPr lang="fr-FR"/>
              <a:pPr>
                <a:defRPr/>
              </a:pPr>
              <a:t>‹N°›</a:t>
            </a:fld>
            <a:endParaRPr lang="fr-FR"/>
          </a:p>
        </p:txBody>
      </p:sp>
    </p:spTree>
    <p:extLst>
      <p:ext uri="{BB962C8B-B14F-4D97-AF65-F5344CB8AC3E}">
        <p14:creationId xmlns:p14="http://schemas.microsoft.com/office/powerpoint/2010/main" val="411714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754E0D6F-7A97-4D6E-82CC-70FFAD2E1269}" type="slidenum">
              <a:rPr lang="fr-FR"/>
              <a:pPr>
                <a:defRPr/>
              </a:pPr>
              <a:t>‹N°›</a:t>
            </a:fld>
            <a:endParaRPr lang="fr-FR"/>
          </a:p>
        </p:txBody>
      </p:sp>
    </p:spTree>
    <p:extLst>
      <p:ext uri="{BB962C8B-B14F-4D97-AF65-F5344CB8AC3E}">
        <p14:creationId xmlns:p14="http://schemas.microsoft.com/office/powerpoint/2010/main" val="34075849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8B3B15DB-8568-40DE-84C3-7B9D0850B38D}" type="slidenum">
              <a:rPr lang="fr-FR"/>
              <a:pPr>
                <a:defRPr/>
              </a:pPr>
              <a:t>‹N°›</a:t>
            </a:fld>
            <a:endParaRPr lang="fr-FR"/>
          </a:p>
        </p:txBody>
      </p:sp>
    </p:spTree>
    <p:extLst>
      <p:ext uri="{BB962C8B-B14F-4D97-AF65-F5344CB8AC3E}">
        <p14:creationId xmlns:p14="http://schemas.microsoft.com/office/powerpoint/2010/main" val="20201611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CA57477B-2F79-4628-BB76-DEC0260D797B}" type="slidenum">
              <a:rPr lang="fr-FR"/>
              <a:pPr>
                <a:defRPr/>
              </a:pPr>
              <a:t>‹N°›</a:t>
            </a:fld>
            <a:endParaRPr lang="fr-FR"/>
          </a:p>
        </p:txBody>
      </p:sp>
    </p:spTree>
    <p:extLst>
      <p:ext uri="{BB962C8B-B14F-4D97-AF65-F5344CB8AC3E}">
        <p14:creationId xmlns:p14="http://schemas.microsoft.com/office/powerpoint/2010/main" val="198709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5484" y="277813"/>
            <a:ext cx="2794000" cy="5643562"/>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53484" y="277813"/>
            <a:ext cx="8178800" cy="564356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E219003-BA4A-4291-B907-CA522A62CCB7}" type="slidenum">
              <a:rPr lang="fr-FR"/>
              <a:pPr>
                <a:defRPr/>
              </a:pPr>
              <a:t>‹N°›</a:t>
            </a:fld>
            <a:endParaRPr lang="fr-FR"/>
          </a:p>
        </p:txBody>
      </p:sp>
    </p:spTree>
    <p:extLst>
      <p:ext uri="{BB962C8B-B14F-4D97-AF65-F5344CB8AC3E}">
        <p14:creationId xmlns:p14="http://schemas.microsoft.com/office/powerpoint/2010/main" val="31388856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64640EB4-A8BF-4EBC-B774-6EE7128DEEC1}" type="slidenum">
              <a:rPr lang="fr-FR"/>
              <a:pPr>
                <a:defRPr/>
              </a:pPr>
              <a:t>‹N°›</a:t>
            </a:fld>
            <a:endParaRPr lang="fr-FR"/>
          </a:p>
        </p:txBody>
      </p:sp>
    </p:spTree>
    <p:extLst>
      <p:ext uri="{BB962C8B-B14F-4D97-AF65-F5344CB8AC3E}">
        <p14:creationId xmlns:p14="http://schemas.microsoft.com/office/powerpoint/2010/main" val="9898804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156ABF86-EFC2-454D-AD05-896C81F76FA1}" type="slidenum">
              <a:rPr lang="fr-FR"/>
              <a:pPr>
                <a:defRPr/>
              </a:pPr>
              <a:t>‹N°›</a:t>
            </a:fld>
            <a:endParaRPr lang="fr-FR"/>
          </a:p>
        </p:txBody>
      </p:sp>
    </p:spTree>
    <p:extLst>
      <p:ext uri="{BB962C8B-B14F-4D97-AF65-F5344CB8AC3E}">
        <p14:creationId xmlns:p14="http://schemas.microsoft.com/office/powerpoint/2010/main" val="297224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58FC7ECB-76A1-4DC9-A595-49093BF4F892}" type="slidenum">
              <a:rPr lang="fr-FR"/>
              <a:pPr>
                <a:defRPr/>
              </a:pPr>
              <a:t>‹N°›</a:t>
            </a:fld>
            <a:endParaRPr lang="fr-FR"/>
          </a:p>
        </p:txBody>
      </p:sp>
    </p:spTree>
    <p:extLst>
      <p:ext uri="{BB962C8B-B14F-4D97-AF65-F5344CB8AC3E}">
        <p14:creationId xmlns:p14="http://schemas.microsoft.com/office/powerpoint/2010/main" val="1314275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353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941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99A47FD4-52D3-45E5-8683-7184E3186221}" type="slidenum">
              <a:rPr lang="fr-FR"/>
              <a:pPr>
                <a:defRPr/>
              </a:pPr>
              <a:t>‹N°›</a:t>
            </a:fld>
            <a:endParaRPr lang="fr-FR"/>
          </a:p>
        </p:txBody>
      </p:sp>
    </p:spTree>
    <p:extLst>
      <p:ext uri="{BB962C8B-B14F-4D97-AF65-F5344CB8AC3E}">
        <p14:creationId xmlns:p14="http://schemas.microsoft.com/office/powerpoint/2010/main" val="4820476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p:cNvSpPr>
            <a:spLocks noGrp="1" noChangeArrowheads="1"/>
          </p:cNvSpPr>
          <p:nvPr>
            <p:ph type="dt" sz="half" idx="10"/>
          </p:nvPr>
        </p:nvSpPr>
        <p:spPr>
          <a:ln/>
        </p:spPr>
        <p:txBody>
          <a:bodyPr/>
          <a:lstStyle>
            <a:lvl1pPr>
              <a:defRPr/>
            </a:lvl1pPr>
          </a:lstStyle>
          <a:p>
            <a:pPr>
              <a:defRPr/>
            </a:pPr>
            <a:endParaRPr lang="fr-FR"/>
          </a:p>
        </p:txBody>
      </p:sp>
      <p:sp>
        <p:nvSpPr>
          <p:cNvPr id="8" name="Rectangle 5"/>
          <p:cNvSpPr>
            <a:spLocks noGrp="1" noChangeArrowheads="1"/>
          </p:cNvSpPr>
          <p:nvPr>
            <p:ph type="ftr" sz="quarter" idx="11"/>
          </p:nvPr>
        </p:nvSpPr>
        <p:spPr>
          <a:ln/>
        </p:spPr>
        <p:txBody>
          <a:bodyPr/>
          <a:lstStyle>
            <a:lvl1pPr>
              <a:defRPr/>
            </a:lvl1pPr>
          </a:lstStyle>
          <a:p>
            <a:pPr>
              <a:defRPr/>
            </a:pPr>
            <a:endParaRPr lang="fr-FR"/>
          </a:p>
        </p:txBody>
      </p:sp>
      <p:sp>
        <p:nvSpPr>
          <p:cNvPr id="9" name="Rectangle 6"/>
          <p:cNvSpPr>
            <a:spLocks noGrp="1" noChangeArrowheads="1"/>
          </p:cNvSpPr>
          <p:nvPr>
            <p:ph type="sldNum" sz="quarter" idx="12"/>
          </p:nvPr>
        </p:nvSpPr>
        <p:spPr>
          <a:ln/>
        </p:spPr>
        <p:txBody>
          <a:bodyPr/>
          <a:lstStyle>
            <a:lvl1pPr>
              <a:defRPr/>
            </a:lvl1pPr>
          </a:lstStyle>
          <a:p>
            <a:pPr>
              <a:defRPr/>
            </a:pPr>
            <a:fld id="{D4C0D9E0-2032-4D65-ADAB-3F8253D14AC3}" type="slidenum">
              <a:rPr lang="fr-FR"/>
              <a:pPr>
                <a:defRPr/>
              </a:pPr>
              <a:t>‹N°›</a:t>
            </a:fld>
            <a:endParaRPr lang="fr-FR"/>
          </a:p>
        </p:txBody>
      </p:sp>
    </p:spTree>
    <p:extLst>
      <p:ext uri="{BB962C8B-B14F-4D97-AF65-F5344CB8AC3E}">
        <p14:creationId xmlns:p14="http://schemas.microsoft.com/office/powerpoint/2010/main" val="18893831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Rectangle 4"/>
          <p:cNvSpPr>
            <a:spLocks noGrp="1" noChangeArrowheads="1"/>
          </p:cNvSpPr>
          <p:nvPr>
            <p:ph type="dt" sz="half" idx="10"/>
          </p:nvPr>
        </p:nvSpPr>
        <p:spPr>
          <a:ln/>
        </p:spPr>
        <p:txBody>
          <a:bodyPr/>
          <a:lstStyle>
            <a:lvl1pPr>
              <a:defRPr/>
            </a:lvl1pPr>
          </a:lstStyle>
          <a:p>
            <a:pPr>
              <a:defRPr/>
            </a:pPr>
            <a:endParaRPr lang="fr-FR"/>
          </a:p>
        </p:txBody>
      </p:sp>
      <p:sp>
        <p:nvSpPr>
          <p:cNvPr id="4" name="Rectangle 5"/>
          <p:cNvSpPr>
            <a:spLocks noGrp="1" noChangeArrowheads="1"/>
          </p:cNvSpPr>
          <p:nvPr>
            <p:ph type="ftr" sz="quarter" idx="11"/>
          </p:nvPr>
        </p:nvSpPr>
        <p:spPr>
          <a:ln/>
        </p:spPr>
        <p:txBody>
          <a:bodyPr/>
          <a:lstStyle>
            <a:lvl1pPr>
              <a:defRPr/>
            </a:lvl1pPr>
          </a:lstStyle>
          <a:p>
            <a:pPr>
              <a:defRPr/>
            </a:pPr>
            <a:endParaRPr lang="fr-FR"/>
          </a:p>
        </p:txBody>
      </p:sp>
      <p:sp>
        <p:nvSpPr>
          <p:cNvPr id="5" name="Rectangle 6"/>
          <p:cNvSpPr>
            <a:spLocks noGrp="1" noChangeArrowheads="1"/>
          </p:cNvSpPr>
          <p:nvPr>
            <p:ph type="sldNum" sz="quarter" idx="12"/>
          </p:nvPr>
        </p:nvSpPr>
        <p:spPr>
          <a:ln/>
        </p:spPr>
        <p:txBody>
          <a:bodyPr/>
          <a:lstStyle>
            <a:lvl1pPr>
              <a:defRPr/>
            </a:lvl1pPr>
          </a:lstStyle>
          <a:p>
            <a:pPr>
              <a:defRPr/>
            </a:pPr>
            <a:fld id="{978C9DE4-95A5-4976-AD54-F60376D271E6}" type="slidenum">
              <a:rPr lang="fr-FR"/>
              <a:pPr>
                <a:defRPr/>
              </a:pPr>
              <a:t>‹N°›</a:t>
            </a:fld>
            <a:endParaRPr lang="fr-FR"/>
          </a:p>
        </p:txBody>
      </p:sp>
    </p:spTree>
    <p:extLst>
      <p:ext uri="{BB962C8B-B14F-4D97-AF65-F5344CB8AC3E}">
        <p14:creationId xmlns:p14="http://schemas.microsoft.com/office/powerpoint/2010/main" val="4949697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fr-FR"/>
          </a:p>
        </p:txBody>
      </p:sp>
      <p:sp>
        <p:nvSpPr>
          <p:cNvPr id="3" name="Rectangle 5"/>
          <p:cNvSpPr>
            <a:spLocks noGrp="1" noChangeArrowheads="1"/>
          </p:cNvSpPr>
          <p:nvPr>
            <p:ph type="ftr" sz="quarter" idx="11"/>
          </p:nvPr>
        </p:nvSpPr>
        <p:spPr/>
        <p:txBody>
          <a:bodyPr/>
          <a:lstStyle>
            <a:lvl1pPr>
              <a:defRPr/>
            </a:lvl1pPr>
          </a:lstStyle>
          <a:p>
            <a:pPr>
              <a:defRPr/>
            </a:pPr>
            <a:endParaRPr lang="fr-FR"/>
          </a:p>
        </p:txBody>
      </p:sp>
      <p:sp>
        <p:nvSpPr>
          <p:cNvPr id="4" name="Rectangle 6"/>
          <p:cNvSpPr>
            <a:spLocks noGrp="1" noChangeArrowheads="1"/>
          </p:cNvSpPr>
          <p:nvPr>
            <p:ph type="sldNum" sz="quarter" idx="12"/>
          </p:nvPr>
        </p:nvSpPr>
        <p:spPr>
          <a:xfrm>
            <a:off x="9271000" y="6143625"/>
            <a:ext cx="2844800" cy="457200"/>
          </a:xfrm>
        </p:spPr>
        <p:txBody>
          <a:bodyPr/>
          <a:lstStyle>
            <a:lvl1pPr>
              <a:defRPr/>
            </a:lvl1pPr>
          </a:lstStyle>
          <a:p>
            <a:pPr>
              <a:defRPr/>
            </a:pPr>
            <a:fld id="{4CD1EA84-7D06-47D0-91EA-C2B4E56378D3}" type="slidenum">
              <a:rPr lang="fr-FR"/>
              <a:pPr>
                <a:defRPr/>
              </a:pPr>
              <a:t>‹N°›</a:t>
            </a:fld>
            <a:endParaRPr lang="fr-FR"/>
          </a:p>
        </p:txBody>
      </p:sp>
    </p:spTree>
    <p:extLst>
      <p:ext uri="{BB962C8B-B14F-4D97-AF65-F5344CB8AC3E}">
        <p14:creationId xmlns:p14="http://schemas.microsoft.com/office/powerpoint/2010/main" val="1909750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85391CA0-AC88-4A18-9B8B-481BAA40EFF4}" type="slidenum">
              <a:rPr lang="fr-FR"/>
              <a:pPr>
                <a:defRPr/>
              </a:pPr>
              <a:t>‹N°›</a:t>
            </a:fld>
            <a:endParaRPr lang="fr-FR"/>
          </a:p>
        </p:txBody>
      </p:sp>
    </p:spTree>
    <p:extLst>
      <p:ext uri="{BB962C8B-B14F-4D97-AF65-F5344CB8AC3E}">
        <p14:creationId xmlns:p14="http://schemas.microsoft.com/office/powerpoint/2010/main" val="20185856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61196ED9-6912-4F09-8355-73C9EA411D2C}" type="slidenum">
              <a:rPr lang="fr-FR"/>
              <a:pPr>
                <a:defRPr/>
              </a:pPr>
              <a:t>‹N°›</a:t>
            </a:fld>
            <a:endParaRPr lang="fr-FR"/>
          </a:p>
        </p:txBody>
      </p:sp>
    </p:spTree>
    <p:extLst>
      <p:ext uri="{BB962C8B-B14F-4D97-AF65-F5344CB8AC3E}">
        <p14:creationId xmlns:p14="http://schemas.microsoft.com/office/powerpoint/2010/main" val="73359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3E3C876C-4E7B-4B8B-90AD-ACC17E61A1D6}" type="slidenum">
              <a:rPr lang="fr-FR"/>
              <a:pPr>
                <a:defRPr/>
              </a:pPr>
              <a:t>‹N°›</a:t>
            </a:fld>
            <a:endParaRPr lang="fr-FR"/>
          </a:p>
        </p:txBody>
      </p:sp>
    </p:spTree>
    <p:extLst>
      <p:ext uri="{BB962C8B-B14F-4D97-AF65-F5344CB8AC3E}">
        <p14:creationId xmlns:p14="http://schemas.microsoft.com/office/powerpoint/2010/main" val="23258904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5484" y="277813"/>
            <a:ext cx="2794000" cy="5643562"/>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53484" y="277813"/>
            <a:ext cx="8178800" cy="564356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404D6E33-D709-4624-9DDE-899421A0F823}" type="slidenum">
              <a:rPr lang="fr-FR"/>
              <a:pPr>
                <a:defRPr/>
              </a:pPr>
              <a:t>‹N°›</a:t>
            </a:fld>
            <a:endParaRPr lang="fr-FR"/>
          </a:p>
        </p:txBody>
      </p:sp>
    </p:spTree>
    <p:extLst>
      <p:ext uri="{BB962C8B-B14F-4D97-AF65-F5344CB8AC3E}">
        <p14:creationId xmlns:p14="http://schemas.microsoft.com/office/powerpoint/2010/main" val="34376216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bl" preserve="1">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09601" y="277814"/>
            <a:ext cx="10919884" cy="668337"/>
          </a:xfrm>
        </p:spPr>
        <p:txBody>
          <a:bodyPr/>
          <a:lstStyle/>
          <a:p>
            <a:r>
              <a:rPr lang="fr-FR"/>
              <a:t>Modifiez le style du titre</a:t>
            </a:r>
          </a:p>
        </p:txBody>
      </p:sp>
      <p:sp>
        <p:nvSpPr>
          <p:cNvPr id="3" name="Espace réservé du tableau 2"/>
          <p:cNvSpPr>
            <a:spLocks noGrp="1"/>
          </p:cNvSpPr>
          <p:nvPr>
            <p:ph type="tbl" idx="1"/>
          </p:nvPr>
        </p:nvSpPr>
        <p:spPr>
          <a:xfrm>
            <a:off x="353484" y="1390651"/>
            <a:ext cx="10972800" cy="4530725"/>
          </a:xfrm>
        </p:spPr>
        <p:txBody>
          <a:bodyPr/>
          <a:lstStyle/>
          <a:p>
            <a:pPr lvl="0"/>
            <a:endParaRPr lang="fr-FR" noProof="0"/>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FD3D7511-AF88-45D3-B2DD-B29ACB6691EE}" type="slidenum">
              <a:rPr lang="fr-FR"/>
              <a:pPr>
                <a:defRPr/>
              </a:pPr>
              <a:t>‹N°›</a:t>
            </a:fld>
            <a:endParaRPr lang="fr-FR"/>
          </a:p>
        </p:txBody>
      </p:sp>
    </p:spTree>
    <p:extLst>
      <p:ext uri="{BB962C8B-B14F-4D97-AF65-F5344CB8AC3E}">
        <p14:creationId xmlns:p14="http://schemas.microsoft.com/office/powerpoint/2010/main" val="25626428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51D93EFE-FA1A-45C3-A227-2EFF1F740CEC}" type="slidenum">
              <a:rPr lang="fr-FR"/>
              <a:pPr>
                <a:defRPr/>
              </a:pPr>
              <a:t>‹N°›</a:t>
            </a:fld>
            <a:endParaRPr lang="fr-FR"/>
          </a:p>
        </p:txBody>
      </p:sp>
    </p:spTree>
    <p:extLst>
      <p:ext uri="{BB962C8B-B14F-4D97-AF65-F5344CB8AC3E}">
        <p14:creationId xmlns:p14="http://schemas.microsoft.com/office/powerpoint/2010/main" val="30084162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95423" y="1"/>
            <a:ext cx="10919884" cy="668337"/>
          </a:xfrm>
        </p:spPr>
        <p:txBody>
          <a:bodyPr/>
          <a:lstStyle>
            <a:lvl1pPr>
              <a:defRPr sz="2400" b="1">
                <a:solidFill>
                  <a:schemeClr val="tx1"/>
                </a:solidFill>
                <a:effectLst/>
              </a:defRPr>
            </a:lvl1pPr>
          </a:lstStyle>
          <a:p>
            <a:r>
              <a:rPr lang="fr-FR"/>
              <a:t>Modifiez le style du titre</a:t>
            </a:r>
          </a:p>
        </p:txBody>
      </p:sp>
      <p:sp>
        <p:nvSpPr>
          <p:cNvPr id="3" name="Espace réservé du contenu 2"/>
          <p:cNvSpPr>
            <a:spLocks noGrp="1"/>
          </p:cNvSpPr>
          <p:nvPr>
            <p:ph idx="1"/>
          </p:nvPr>
        </p:nvSpPr>
        <p:spPr>
          <a:xfrm>
            <a:off x="566136" y="1082306"/>
            <a:ext cx="10972800" cy="4530725"/>
          </a:xfrm>
        </p:spPr>
        <p:txBody>
          <a:bodyPr/>
          <a:lstStyle>
            <a:lvl1pPr marL="342900" indent="-342900">
              <a:buClr>
                <a:srgbClr val="0070C0"/>
              </a:buClr>
              <a:buFont typeface="Wingdings" pitchFamily="2" charset="2"/>
              <a:buChar char="q"/>
              <a:defRPr/>
            </a:lvl1pPr>
            <a:lvl2pPr marL="742950" indent="-285750">
              <a:buClr>
                <a:srgbClr val="0070C0"/>
              </a:buClr>
              <a:buFont typeface="Wingdings" pitchFamily="2" charset="2"/>
              <a:buChar char="q"/>
              <a:defRPr/>
            </a:lvl2pPr>
            <a:lvl3pPr marL="1143000" indent="-228600">
              <a:buClr>
                <a:srgbClr val="0070C0"/>
              </a:buClr>
              <a:buFont typeface="Wingdings" pitchFamily="2" charset="2"/>
              <a:buChar char="q"/>
              <a:defRPr/>
            </a:lvl3pPr>
            <a:lvl4pPr marL="1600200" indent="-228600">
              <a:buClr>
                <a:srgbClr val="0070C0"/>
              </a:buClr>
              <a:buFont typeface="Wingdings" pitchFamily="2" charset="2"/>
              <a:buChar char="q"/>
              <a:defRPr/>
            </a:lvl4pPr>
            <a:lvl5pPr marL="2057400" indent="-228600">
              <a:buClr>
                <a:srgbClr val="0070C0"/>
              </a:buClr>
              <a:buFont typeface="Wingdings" pitchFamily="2" charset="2"/>
              <a:buChar char="q"/>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C16EBFAD-7D7E-4EEE-8122-1782B4EC52E1}" type="slidenum">
              <a:rPr lang="fr-FR"/>
              <a:pPr>
                <a:defRPr/>
              </a:pPr>
              <a:t>‹N°›</a:t>
            </a:fld>
            <a:endParaRPr lang="fr-FR"/>
          </a:p>
        </p:txBody>
      </p:sp>
    </p:spTree>
    <p:extLst>
      <p:ext uri="{BB962C8B-B14F-4D97-AF65-F5344CB8AC3E}">
        <p14:creationId xmlns:p14="http://schemas.microsoft.com/office/powerpoint/2010/main" val="35260452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56FF5A99-2504-4C20-9EEB-6AE796D29E6C}" type="slidenum">
              <a:rPr lang="fr-FR"/>
              <a:pPr>
                <a:defRPr/>
              </a:pPr>
              <a:t>‹N°›</a:t>
            </a:fld>
            <a:endParaRPr lang="fr-FR"/>
          </a:p>
        </p:txBody>
      </p:sp>
    </p:spTree>
    <p:extLst>
      <p:ext uri="{BB962C8B-B14F-4D97-AF65-F5344CB8AC3E}">
        <p14:creationId xmlns:p14="http://schemas.microsoft.com/office/powerpoint/2010/main" val="32658862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353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941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a:xfrm>
            <a:off x="8737600" y="6261100"/>
            <a:ext cx="2844800" cy="457200"/>
          </a:xfrm>
        </p:spPr>
        <p:txBody>
          <a:bodyPr/>
          <a:lstStyle>
            <a:lvl1pPr>
              <a:defRPr>
                <a:cs typeface="Arial" charset="0"/>
              </a:defRPr>
            </a:lvl1pPr>
          </a:lstStyle>
          <a:p>
            <a:pPr>
              <a:defRPr/>
            </a:pPr>
            <a:fld id="{FD8BD287-F18D-43B9-8029-2BB5D35D7F8D}" type="slidenum">
              <a:rPr lang="fr-FR"/>
              <a:pPr>
                <a:defRPr/>
              </a:pPr>
              <a:t>‹N°›</a:t>
            </a:fld>
            <a:endParaRPr lang="fr-FR"/>
          </a:p>
        </p:txBody>
      </p:sp>
    </p:spTree>
    <p:extLst>
      <p:ext uri="{BB962C8B-B14F-4D97-AF65-F5344CB8AC3E}">
        <p14:creationId xmlns:p14="http://schemas.microsoft.com/office/powerpoint/2010/main" val="6061005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cs typeface="Arial" charset="0"/>
              </a:defRPr>
            </a:lvl1pPr>
          </a:lstStyle>
          <a:p>
            <a:pPr>
              <a:defRPr/>
            </a:pPr>
            <a:endParaRPr lang="fr-FR"/>
          </a:p>
        </p:txBody>
      </p:sp>
      <p:sp>
        <p:nvSpPr>
          <p:cNvPr id="8" name="Espace réservé du pied de page 7"/>
          <p:cNvSpPr>
            <a:spLocks noGrp="1"/>
          </p:cNvSpPr>
          <p:nvPr>
            <p:ph type="ftr" sz="quarter" idx="11"/>
          </p:nvPr>
        </p:nvSpPr>
        <p:spPr/>
        <p:txBody>
          <a:bodyPr/>
          <a:lstStyle>
            <a:lvl1pPr>
              <a:defRPr>
                <a:cs typeface="Arial" charset="0"/>
              </a:defRPr>
            </a:lvl1pPr>
          </a:lstStyle>
          <a:p>
            <a:pPr>
              <a:defRPr/>
            </a:pPr>
            <a:endParaRPr lang="fr-FR"/>
          </a:p>
        </p:txBody>
      </p:sp>
      <p:sp>
        <p:nvSpPr>
          <p:cNvPr id="9" name="Espace réservé du numéro de diapositive 8"/>
          <p:cNvSpPr>
            <a:spLocks noGrp="1"/>
          </p:cNvSpPr>
          <p:nvPr>
            <p:ph type="sldNum" sz="quarter" idx="12"/>
          </p:nvPr>
        </p:nvSpPr>
        <p:spPr/>
        <p:txBody>
          <a:bodyPr/>
          <a:lstStyle>
            <a:lvl1pPr>
              <a:defRPr>
                <a:cs typeface="Arial" charset="0"/>
              </a:defRPr>
            </a:lvl1pPr>
          </a:lstStyle>
          <a:p>
            <a:pPr>
              <a:defRPr/>
            </a:pPr>
            <a:fld id="{C59A3E84-0694-4A80-A0A2-D6C07B4D5FD1}" type="slidenum">
              <a:rPr lang="fr-FR"/>
              <a:pPr>
                <a:defRPr/>
              </a:pPr>
              <a:t>‹N°›</a:t>
            </a:fld>
            <a:endParaRPr lang="fr-FR"/>
          </a:p>
        </p:txBody>
      </p:sp>
    </p:spTree>
    <p:extLst>
      <p:ext uri="{BB962C8B-B14F-4D97-AF65-F5344CB8AC3E}">
        <p14:creationId xmlns:p14="http://schemas.microsoft.com/office/powerpoint/2010/main" val="4570508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lvl1pPr>
              <a:defRPr>
                <a:cs typeface="Arial" charset="0"/>
              </a:defRPr>
            </a:lvl1pPr>
          </a:lstStyle>
          <a:p>
            <a:pPr>
              <a:defRPr/>
            </a:pPr>
            <a:endParaRPr lang="fr-FR"/>
          </a:p>
        </p:txBody>
      </p:sp>
      <p:sp>
        <p:nvSpPr>
          <p:cNvPr id="4" name="Espace réservé du pied de page 3"/>
          <p:cNvSpPr>
            <a:spLocks noGrp="1"/>
          </p:cNvSpPr>
          <p:nvPr>
            <p:ph type="ftr" sz="quarter" idx="11"/>
          </p:nvPr>
        </p:nvSpPr>
        <p:spPr/>
        <p:txBody>
          <a:bodyPr/>
          <a:lstStyle>
            <a:lvl1pPr>
              <a:defRPr>
                <a:cs typeface="Arial" charset="0"/>
              </a:defRPr>
            </a:lvl1pPr>
          </a:lstStyle>
          <a:p>
            <a:pPr>
              <a:defRPr/>
            </a:pPr>
            <a:endParaRPr lang="fr-FR"/>
          </a:p>
        </p:txBody>
      </p:sp>
      <p:sp>
        <p:nvSpPr>
          <p:cNvPr id="5" name="Espace réservé du numéro de diapositive 4"/>
          <p:cNvSpPr>
            <a:spLocks noGrp="1"/>
          </p:cNvSpPr>
          <p:nvPr>
            <p:ph type="sldNum" sz="quarter" idx="12"/>
          </p:nvPr>
        </p:nvSpPr>
        <p:spPr/>
        <p:txBody>
          <a:bodyPr/>
          <a:lstStyle>
            <a:lvl1pPr>
              <a:defRPr>
                <a:cs typeface="Arial" charset="0"/>
              </a:defRPr>
            </a:lvl1pPr>
          </a:lstStyle>
          <a:p>
            <a:pPr>
              <a:defRPr/>
            </a:pPr>
            <a:fld id="{D5951CBE-D9AA-43B0-8681-24BCF7F76340}" type="slidenum">
              <a:rPr lang="fr-FR"/>
              <a:pPr>
                <a:defRPr/>
              </a:pPr>
              <a:t>‹N°›</a:t>
            </a:fld>
            <a:endParaRPr lang="fr-FR"/>
          </a:p>
        </p:txBody>
      </p:sp>
    </p:spTree>
    <p:extLst>
      <p:ext uri="{BB962C8B-B14F-4D97-AF65-F5344CB8AC3E}">
        <p14:creationId xmlns:p14="http://schemas.microsoft.com/office/powerpoint/2010/main" val="38250618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cs typeface="Arial" charset="0"/>
              </a:defRPr>
            </a:lvl1pPr>
          </a:lstStyle>
          <a:p>
            <a:pPr>
              <a:defRPr/>
            </a:pPr>
            <a:endParaRPr lang="fr-FR"/>
          </a:p>
        </p:txBody>
      </p:sp>
      <p:sp>
        <p:nvSpPr>
          <p:cNvPr id="3" name="Espace réservé du pied de page 2"/>
          <p:cNvSpPr>
            <a:spLocks noGrp="1"/>
          </p:cNvSpPr>
          <p:nvPr>
            <p:ph type="ftr" sz="quarter" idx="11"/>
          </p:nvPr>
        </p:nvSpPr>
        <p:spPr/>
        <p:txBody>
          <a:bodyPr/>
          <a:lstStyle>
            <a:lvl1pPr>
              <a:defRPr>
                <a:cs typeface="Arial" charset="0"/>
              </a:defRPr>
            </a:lvl1pPr>
          </a:lstStyle>
          <a:p>
            <a:pPr>
              <a:defRPr/>
            </a:pPr>
            <a:endParaRPr lang="fr-FR"/>
          </a:p>
        </p:txBody>
      </p:sp>
      <p:sp>
        <p:nvSpPr>
          <p:cNvPr id="4" name="Espace réservé du numéro de diapositive 3"/>
          <p:cNvSpPr>
            <a:spLocks noGrp="1"/>
          </p:cNvSpPr>
          <p:nvPr>
            <p:ph type="sldNum" sz="quarter" idx="12"/>
          </p:nvPr>
        </p:nvSpPr>
        <p:spPr/>
        <p:txBody>
          <a:bodyPr/>
          <a:lstStyle>
            <a:lvl1pPr>
              <a:defRPr>
                <a:cs typeface="Arial" charset="0"/>
              </a:defRPr>
            </a:lvl1pPr>
          </a:lstStyle>
          <a:p>
            <a:pPr>
              <a:defRPr/>
            </a:pPr>
            <a:fld id="{27277C56-4702-4C9D-9C14-B0A506CA0B65}" type="slidenum">
              <a:rPr lang="fr-FR"/>
              <a:pPr>
                <a:defRPr/>
              </a:pPr>
              <a:t>‹N°›</a:t>
            </a:fld>
            <a:endParaRPr lang="fr-FR"/>
          </a:p>
        </p:txBody>
      </p:sp>
    </p:spTree>
    <p:extLst>
      <p:ext uri="{BB962C8B-B14F-4D97-AF65-F5344CB8AC3E}">
        <p14:creationId xmlns:p14="http://schemas.microsoft.com/office/powerpoint/2010/main" val="20844449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8686A897-A6BD-4F9E-A949-150399EC367D}" type="slidenum">
              <a:rPr lang="fr-FR"/>
              <a:pPr>
                <a:defRPr/>
              </a:pPr>
              <a:t>‹N°›</a:t>
            </a:fld>
            <a:endParaRPr lang="fr-FR"/>
          </a:p>
        </p:txBody>
      </p:sp>
    </p:spTree>
    <p:extLst>
      <p:ext uri="{BB962C8B-B14F-4D97-AF65-F5344CB8AC3E}">
        <p14:creationId xmlns:p14="http://schemas.microsoft.com/office/powerpoint/2010/main" val="8550779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B324F8E4-EF78-40BE-8768-3FD72F0BEE29}" type="slidenum">
              <a:rPr lang="fr-FR"/>
              <a:pPr>
                <a:defRPr/>
              </a:pPr>
              <a:t>‹N°›</a:t>
            </a:fld>
            <a:endParaRPr lang="fr-FR"/>
          </a:p>
        </p:txBody>
      </p:sp>
    </p:spTree>
    <p:extLst>
      <p:ext uri="{BB962C8B-B14F-4D97-AF65-F5344CB8AC3E}">
        <p14:creationId xmlns:p14="http://schemas.microsoft.com/office/powerpoint/2010/main" val="14054176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E8B19302-469D-4238-9B60-4DB8CF84F0D1}" type="slidenum">
              <a:rPr lang="fr-FR"/>
              <a:pPr>
                <a:defRPr/>
              </a:pPr>
              <a:t>‹N°›</a:t>
            </a:fld>
            <a:endParaRPr lang="fr-FR"/>
          </a:p>
        </p:txBody>
      </p:sp>
    </p:spTree>
    <p:extLst>
      <p:ext uri="{BB962C8B-B14F-4D97-AF65-F5344CB8AC3E}">
        <p14:creationId xmlns:p14="http://schemas.microsoft.com/office/powerpoint/2010/main" val="31135298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5484" y="277813"/>
            <a:ext cx="2794000" cy="5643562"/>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53484" y="277813"/>
            <a:ext cx="8178800" cy="564356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8E19979-6883-4C6D-9B2F-E1A9BB9ED3E2}" type="slidenum">
              <a:rPr lang="fr-FR"/>
              <a:pPr>
                <a:defRPr/>
              </a:pPr>
              <a:t>‹N°›</a:t>
            </a:fld>
            <a:endParaRPr lang="fr-FR"/>
          </a:p>
        </p:txBody>
      </p:sp>
    </p:spTree>
    <p:extLst>
      <p:ext uri="{BB962C8B-B14F-4D97-AF65-F5344CB8AC3E}">
        <p14:creationId xmlns:p14="http://schemas.microsoft.com/office/powerpoint/2010/main" val="24826539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51D93EFE-FA1A-45C3-A227-2EFF1F740CEC}" type="slidenum">
              <a:rPr lang="fr-FR"/>
              <a:pPr>
                <a:defRPr/>
              </a:pPr>
              <a:t>‹N°›</a:t>
            </a:fld>
            <a:endParaRPr lang="fr-FR"/>
          </a:p>
        </p:txBody>
      </p:sp>
    </p:spTree>
    <p:extLst>
      <p:ext uri="{BB962C8B-B14F-4D97-AF65-F5344CB8AC3E}">
        <p14:creationId xmlns:p14="http://schemas.microsoft.com/office/powerpoint/2010/main" val="15640441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95423" y="1"/>
            <a:ext cx="10919884" cy="668337"/>
          </a:xfrm>
        </p:spPr>
        <p:txBody>
          <a:bodyPr/>
          <a:lstStyle>
            <a:lvl1pPr>
              <a:defRPr sz="2400" b="1">
                <a:solidFill>
                  <a:srgbClr val="FF6600"/>
                </a:solidFill>
                <a:effectLst>
                  <a:outerShdw blurRad="38100" dist="38100" dir="2700000" algn="tl">
                    <a:srgbClr val="000000">
                      <a:alpha val="43137"/>
                    </a:srgbClr>
                  </a:outerShdw>
                </a:effectLst>
              </a:defRPr>
            </a:lvl1pPr>
          </a:lstStyle>
          <a:p>
            <a:r>
              <a:rPr lang="fr-FR"/>
              <a:t>Modifiez le style du titre</a:t>
            </a:r>
          </a:p>
        </p:txBody>
      </p:sp>
      <p:sp>
        <p:nvSpPr>
          <p:cNvPr id="3" name="Espace réservé du contenu 2"/>
          <p:cNvSpPr>
            <a:spLocks noGrp="1"/>
          </p:cNvSpPr>
          <p:nvPr>
            <p:ph idx="1"/>
          </p:nvPr>
        </p:nvSpPr>
        <p:spPr>
          <a:xfrm>
            <a:off x="566136" y="1082306"/>
            <a:ext cx="10972800" cy="4530725"/>
          </a:xfrm>
        </p:spPr>
        <p:txBody>
          <a:bodyPr/>
          <a:lstStyle>
            <a:lvl1pPr marL="342900" indent="-342900">
              <a:buClr>
                <a:srgbClr val="99CC00"/>
              </a:buClr>
              <a:buFont typeface="Wingdings" pitchFamily="2" charset="2"/>
              <a:buChar char="q"/>
              <a:defRPr/>
            </a:lvl1pPr>
            <a:lvl2pPr marL="742950" indent="-285750">
              <a:buClr>
                <a:srgbClr val="99CC00"/>
              </a:buClr>
              <a:buFont typeface="Wingdings" pitchFamily="2" charset="2"/>
              <a:buChar char="q"/>
              <a:defRPr/>
            </a:lvl2pPr>
            <a:lvl3pPr marL="1143000" indent="-228600">
              <a:buClr>
                <a:srgbClr val="99CC00"/>
              </a:buClr>
              <a:buFont typeface="Wingdings" pitchFamily="2" charset="2"/>
              <a:buChar char="q"/>
              <a:defRPr/>
            </a:lvl3pPr>
            <a:lvl4pPr marL="1600200" indent="-228600">
              <a:buClr>
                <a:srgbClr val="99CC00"/>
              </a:buClr>
              <a:buFont typeface="Wingdings" pitchFamily="2" charset="2"/>
              <a:buChar char="q"/>
              <a:defRPr/>
            </a:lvl4pPr>
            <a:lvl5pPr marL="2057400" indent="-228600">
              <a:buClr>
                <a:srgbClr val="99CC00"/>
              </a:buClr>
              <a:buFont typeface="Wingdings" pitchFamily="2" charset="2"/>
              <a:buChar char="q"/>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C16EBFAD-7D7E-4EEE-8122-1782B4EC52E1}" type="slidenum">
              <a:rPr lang="fr-FR"/>
              <a:pPr>
                <a:defRPr/>
              </a:pPr>
              <a:t>‹N°›</a:t>
            </a:fld>
            <a:endParaRPr lang="fr-FR"/>
          </a:p>
        </p:txBody>
      </p:sp>
    </p:spTree>
    <p:extLst>
      <p:ext uri="{BB962C8B-B14F-4D97-AF65-F5344CB8AC3E}">
        <p14:creationId xmlns:p14="http://schemas.microsoft.com/office/powerpoint/2010/main" val="90172025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56FF5A99-2504-4C20-9EEB-6AE796D29E6C}" type="slidenum">
              <a:rPr lang="fr-FR"/>
              <a:pPr>
                <a:defRPr/>
              </a:pPr>
              <a:t>‹N°›</a:t>
            </a:fld>
            <a:endParaRPr lang="fr-FR"/>
          </a:p>
        </p:txBody>
      </p:sp>
    </p:spTree>
    <p:extLst>
      <p:ext uri="{BB962C8B-B14F-4D97-AF65-F5344CB8AC3E}">
        <p14:creationId xmlns:p14="http://schemas.microsoft.com/office/powerpoint/2010/main" val="2543350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353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941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a:xfrm>
            <a:off x="8737600" y="6261100"/>
            <a:ext cx="2844800" cy="457200"/>
          </a:xfrm>
        </p:spPr>
        <p:txBody>
          <a:bodyPr/>
          <a:lstStyle>
            <a:lvl1pPr>
              <a:defRPr>
                <a:cs typeface="Arial" charset="0"/>
              </a:defRPr>
            </a:lvl1pPr>
          </a:lstStyle>
          <a:p>
            <a:pPr>
              <a:defRPr/>
            </a:pPr>
            <a:fld id="{FD8BD287-F18D-43B9-8029-2BB5D35D7F8D}" type="slidenum">
              <a:rPr lang="fr-FR"/>
              <a:pPr>
                <a:defRPr/>
              </a:pPr>
              <a:t>‹N°›</a:t>
            </a:fld>
            <a:endParaRPr lang="fr-FR"/>
          </a:p>
        </p:txBody>
      </p:sp>
    </p:spTree>
    <p:extLst>
      <p:ext uri="{BB962C8B-B14F-4D97-AF65-F5344CB8AC3E}">
        <p14:creationId xmlns:p14="http://schemas.microsoft.com/office/powerpoint/2010/main" val="13979513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cs typeface="Arial" charset="0"/>
              </a:defRPr>
            </a:lvl1pPr>
          </a:lstStyle>
          <a:p>
            <a:pPr>
              <a:defRPr/>
            </a:pPr>
            <a:endParaRPr lang="fr-FR"/>
          </a:p>
        </p:txBody>
      </p:sp>
      <p:sp>
        <p:nvSpPr>
          <p:cNvPr id="8" name="Espace réservé du pied de page 7"/>
          <p:cNvSpPr>
            <a:spLocks noGrp="1"/>
          </p:cNvSpPr>
          <p:nvPr>
            <p:ph type="ftr" sz="quarter" idx="11"/>
          </p:nvPr>
        </p:nvSpPr>
        <p:spPr/>
        <p:txBody>
          <a:bodyPr/>
          <a:lstStyle>
            <a:lvl1pPr>
              <a:defRPr>
                <a:cs typeface="Arial" charset="0"/>
              </a:defRPr>
            </a:lvl1pPr>
          </a:lstStyle>
          <a:p>
            <a:pPr>
              <a:defRPr/>
            </a:pPr>
            <a:endParaRPr lang="fr-FR"/>
          </a:p>
        </p:txBody>
      </p:sp>
      <p:sp>
        <p:nvSpPr>
          <p:cNvPr id="9" name="Espace réservé du numéro de diapositive 8"/>
          <p:cNvSpPr>
            <a:spLocks noGrp="1"/>
          </p:cNvSpPr>
          <p:nvPr>
            <p:ph type="sldNum" sz="quarter" idx="12"/>
          </p:nvPr>
        </p:nvSpPr>
        <p:spPr/>
        <p:txBody>
          <a:bodyPr/>
          <a:lstStyle>
            <a:lvl1pPr>
              <a:defRPr>
                <a:cs typeface="Arial" charset="0"/>
              </a:defRPr>
            </a:lvl1pPr>
          </a:lstStyle>
          <a:p>
            <a:pPr>
              <a:defRPr/>
            </a:pPr>
            <a:fld id="{C59A3E84-0694-4A80-A0A2-D6C07B4D5FD1}" type="slidenum">
              <a:rPr lang="fr-FR"/>
              <a:pPr>
                <a:defRPr/>
              </a:pPr>
              <a:t>‹N°›</a:t>
            </a:fld>
            <a:endParaRPr lang="fr-FR"/>
          </a:p>
        </p:txBody>
      </p:sp>
    </p:spTree>
    <p:extLst>
      <p:ext uri="{BB962C8B-B14F-4D97-AF65-F5344CB8AC3E}">
        <p14:creationId xmlns:p14="http://schemas.microsoft.com/office/powerpoint/2010/main" val="7267620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lvl1pPr>
              <a:defRPr>
                <a:cs typeface="Arial" charset="0"/>
              </a:defRPr>
            </a:lvl1pPr>
          </a:lstStyle>
          <a:p>
            <a:pPr>
              <a:defRPr/>
            </a:pPr>
            <a:endParaRPr lang="fr-FR"/>
          </a:p>
        </p:txBody>
      </p:sp>
      <p:sp>
        <p:nvSpPr>
          <p:cNvPr id="4" name="Espace réservé du pied de page 3"/>
          <p:cNvSpPr>
            <a:spLocks noGrp="1"/>
          </p:cNvSpPr>
          <p:nvPr>
            <p:ph type="ftr" sz="quarter" idx="11"/>
          </p:nvPr>
        </p:nvSpPr>
        <p:spPr/>
        <p:txBody>
          <a:bodyPr/>
          <a:lstStyle>
            <a:lvl1pPr>
              <a:defRPr>
                <a:cs typeface="Arial" charset="0"/>
              </a:defRPr>
            </a:lvl1pPr>
          </a:lstStyle>
          <a:p>
            <a:pPr>
              <a:defRPr/>
            </a:pPr>
            <a:endParaRPr lang="fr-FR"/>
          </a:p>
        </p:txBody>
      </p:sp>
      <p:sp>
        <p:nvSpPr>
          <p:cNvPr id="5" name="Espace réservé du numéro de diapositive 4"/>
          <p:cNvSpPr>
            <a:spLocks noGrp="1"/>
          </p:cNvSpPr>
          <p:nvPr>
            <p:ph type="sldNum" sz="quarter" idx="12"/>
          </p:nvPr>
        </p:nvSpPr>
        <p:spPr/>
        <p:txBody>
          <a:bodyPr/>
          <a:lstStyle>
            <a:lvl1pPr>
              <a:defRPr>
                <a:cs typeface="Arial" charset="0"/>
              </a:defRPr>
            </a:lvl1pPr>
          </a:lstStyle>
          <a:p>
            <a:pPr>
              <a:defRPr/>
            </a:pPr>
            <a:fld id="{D5951CBE-D9AA-43B0-8681-24BCF7F76340}" type="slidenum">
              <a:rPr lang="fr-FR"/>
              <a:pPr>
                <a:defRPr/>
              </a:pPr>
              <a:t>‹N°›</a:t>
            </a:fld>
            <a:endParaRPr lang="fr-FR"/>
          </a:p>
        </p:txBody>
      </p:sp>
    </p:spTree>
    <p:extLst>
      <p:ext uri="{BB962C8B-B14F-4D97-AF65-F5344CB8AC3E}">
        <p14:creationId xmlns:p14="http://schemas.microsoft.com/office/powerpoint/2010/main" val="2874997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cs typeface="Arial" charset="0"/>
              </a:defRPr>
            </a:lvl1pPr>
          </a:lstStyle>
          <a:p>
            <a:pPr>
              <a:defRPr/>
            </a:pPr>
            <a:endParaRPr lang="fr-FR"/>
          </a:p>
        </p:txBody>
      </p:sp>
      <p:sp>
        <p:nvSpPr>
          <p:cNvPr id="3" name="Espace réservé du pied de page 2"/>
          <p:cNvSpPr>
            <a:spLocks noGrp="1"/>
          </p:cNvSpPr>
          <p:nvPr>
            <p:ph type="ftr" sz="quarter" idx="11"/>
          </p:nvPr>
        </p:nvSpPr>
        <p:spPr/>
        <p:txBody>
          <a:bodyPr/>
          <a:lstStyle>
            <a:lvl1pPr>
              <a:defRPr>
                <a:cs typeface="Arial" charset="0"/>
              </a:defRPr>
            </a:lvl1pPr>
          </a:lstStyle>
          <a:p>
            <a:pPr>
              <a:defRPr/>
            </a:pPr>
            <a:endParaRPr lang="fr-FR"/>
          </a:p>
        </p:txBody>
      </p:sp>
      <p:sp>
        <p:nvSpPr>
          <p:cNvPr id="4" name="Espace réservé du numéro de diapositive 3"/>
          <p:cNvSpPr>
            <a:spLocks noGrp="1"/>
          </p:cNvSpPr>
          <p:nvPr>
            <p:ph type="sldNum" sz="quarter" idx="12"/>
          </p:nvPr>
        </p:nvSpPr>
        <p:spPr/>
        <p:txBody>
          <a:bodyPr/>
          <a:lstStyle>
            <a:lvl1pPr>
              <a:defRPr>
                <a:cs typeface="Arial" charset="0"/>
              </a:defRPr>
            </a:lvl1pPr>
          </a:lstStyle>
          <a:p>
            <a:pPr>
              <a:defRPr/>
            </a:pPr>
            <a:fld id="{27277C56-4702-4C9D-9C14-B0A506CA0B65}" type="slidenum">
              <a:rPr lang="fr-FR"/>
              <a:pPr>
                <a:defRPr/>
              </a:pPr>
              <a:t>‹N°›</a:t>
            </a:fld>
            <a:endParaRPr lang="fr-FR"/>
          </a:p>
        </p:txBody>
      </p:sp>
    </p:spTree>
    <p:extLst>
      <p:ext uri="{BB962C8B-B14F-4D97-AF65-F5344CB8AC3E}">
        <p14:creationId xmlns:p14="http://schemas.microsoft.com/office/powerpoint/2010/main" val="33475723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8686A897-A6BD-4F9E-A949-150399EC367D}" type="slidenum">
              <a:rPr lang="fr-FR"/>
              <a:pPr>
                <a:defRPr/>
              </a:pPr>
              <a:t>‹N°›</a:t>
            </a:fld>
            <a:endParaRPr lang="fr-FR"/>
          </a:p>
        </p:txBody>
      </p:sp>
    </p:spTree>
    <p:extLst>
      <p:ext uri="{BB962C8B-B14F-4D97-AF65-F5344CB8AC3E}">
        <p14:creationId xmlns:p14="http://schemas.microsoft.com/office/powerpoint/2010/main" val="261878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B324F8E4-EF78-40BE-8768-3FD72F0BEE29}" type="slidenum">
              <a:rPr lang="fr-FR"/>
              <a:pPr>
                <a:defRPr/>
              </a:pPr>
              <a:t>‹N°›</a:t>
            </a:fld>
            <a:endParaRPr lang="fr-FR"/>
          </a:p>
        </p:txBody>
      </p:sp>
    </p:spTree>
    <p:extLst>
      <p:ext uri="{BB962C8B-B14F-4D97-AF65-F5344CB8AC3E}">
        <p14:creationId xmlns:p14="http://schemas.microsoft.com/office/powerpoint/2010/main" val="11561243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E8B19302-469D-4238-9B60-4DB8CF84F0D1}" type="slidenum">
              <a:rPr lang="fr-FR"/>
              <a:pPr>
                <a:defRPr/>
              </a:pPr>
              <a:t>‹N°›</a:t>
            </a:fld>
            <a:endParaRPr lang="fr-FR"/>
          </a:p>
        </p:txBody>
      </p:sp>
    </p:spTree>
    <p:extLst>
      <p:ext uri="{BB962C8B-B14F-4D97-AF65-F5344CB8AC3E}">
        <p14:creationId xmlns:p14="http://schemas.microsoft.com/office/powerpoint/2010/main" val="16370863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5484" y="277813"/>
            <a:ext cx="2794000" cy="5643562"/>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53484" y="277813"/>
            <a:ext cx="8178800" cy="564356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8E19979-6883-4C6D-9B2F-E1A9BB9ED3E2}" type="slidenum">
              <a:rPr lang="fr-FR"/>
              <a:pPr>
                <a:defRPr/>
              </a:pPr>
              <a:t>‹N°›</a:t>
            </a:fld>
            <a:endParaRPr lang="fr-FR"/>
          </a:p>
        </p:txBody>
      </p:sp>
    </p:spTree>
    <p:extLst>
      <p:ext uri="{BB962C8B-B14F-4D97-AF65-F5344CB8AC3E}">
        <p14:creationId xmlns:p14="http://schemas.microsoft.com/office/powerpoint/2010/main" val="18550939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Rectangle 4"/>
          <p:cNvSpPr>
            <a:spLocks noGrp="1" noChangeArrowheads="1"/>
          </p:cNvSpPr>
          <p:nvPr>
            <p:ph type="dt" sz="half" idx="10"/>
          </p:nvPr>
        </p:nvSpPr>
        <p:spPr/>
        <p:txBody>
          <a:bodyPr/>
          <a:lstStyle>
            <a:lvl1pPr>
              <a:defRPr b="1"/>
            </a:lvl1pPr>
          </a:lstStyle>
          <a:p>
            <a:pPr>
              <a:defRPr/>
            </a:pPr>
            <a:endParaRPr lang="fr-FR"/>
          </a:p>
        </p:txBody>
      </p:sp>
      <p:sp>
        <p:nvSpPr>
          <p:cNvPr id="5" name="Rectangle 5"/>
          <p:cNvSpPr>
            <a:spLocks noGrp="1" noChangeArrowheads="1"/>
          </p:cNvSpPr>
          <p:nvPr>
            <p:ph type="ftr" sz="quarter" idx="11"/>
          </p:nvPr>
        </p:nvSpPr>
        <p:spPr/>
        <p:txBody>
          <a:bodyPr/>
          <a:lstStyle>
            <a:lvl1pPr>
              <a:defRPr b="1"/>
            </a:lvl1pPr>
          </a:lstStyle>
          <a:p>
            <a:pPr>
              <a:defRPr/>
            </a:pPr>
            <a:endParaRPr lang="fr-FR"/>
          </a:p>
        </p:txBody>
      </p:sp>
      <p:sp>
        <p:nvSpPr>
          <p:cNvPr id="6" name="Rectangle 6"/>
          <p:cNvSpPr>
            <a:spLocks noGrp="1" noChangeArrowheads="1"/>
          </p:cNvSpPr>
          <p:nvPr>
            <p:ph type="sldNum" sz="quarter" idx="12"/>
          </p:nvPr>
        </p:nvSpPr>
        <p:spPr/>
        <p:txBody>
          <a:bodyPr/>
          <a:lstStyle>
            <a:lvl1pPr>
              <a:defRPr b="1"/>
            </a:lvl1pPr>
          </a:lstStyle>
          <a:p>
            <a:pPr>
              <a:defRPr/>
            </a:pPr>
            <a:fld id="{DA7A2517-50FF-48FD-8285-83A922AD4B35}" type="slidenum">
              <a:rPr lang="fr-FR"/>
              <a:pPr>
                <a:defRPr/>
              </a:pPr>
              <a:t>‹N°›</a:t>
            </a:fld>
            <a:endParaRPr lang="fr-FR"/>
          </a:p>
        </p:txBody>
      </p:sp>
    </p:spTree>
    <p:extLst>
      <p:ext uri="{BB962C8B-B14F-4D97-AF65-F5344CB8AC3E}">
        <p14:creationId xmlns:p14="http://schemas.microsoft.com/office/powerpoint/2010/main" val="27044304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p:txBody>
          <a:bodyPr/>
          <a:lstStyle>
            <a:lvl1pPr>
              <a:defRPr b="1"/>
            </a:lvl1pPr>
          </a:lstStyle>
          <a:p>
            <a:pPr>
              <a:defRPr/>
            </a:pPr>
            <a:endParaRPr lang="fr-FR"/>
          </a:p>
        </p:txBody>
      </p:sp>
      <p:sp>
        <p:nvSpPr>
          <p:cNvPr id="5" name="Rectangle 5"/>
          <p:cNvSpPr>
            <a:spLocks noGrp="1" noChangeArrowheads="1"/>
          </p:cNvSpPr>
          <p:nvPr>
            <p:ph type="ftr" sz="quarter" idx="11"/>
          </p:nvPr>
        </p:nvSpPr>
        <p:spPr/>
        <p:txBody>
          <a:bodyPr/>
          <a:lstStyle>
            <a:lvl1pPr>
              <a:defRPr b="1"/>
            </a:lvl1pPr>
          </a:lstStyle>
          <a:p>
            <a:pPr>
              <a:defRPr/>
            </a:pPr>
            <a:endParaRPr lang="fr-FR"/>
          </a:p>
        </p:txBody>
      </p:sp>
      <p:sp>
        <p:nvSpPr>
          <p:cNvPr id="6" name="Rectangle 6"/>
          <p:cNvSpPr>
            <a:spLocks noGrp="1" noChangeArrowheads="1"/>
          </p:cNvSpPr>
          <p:nvPr>
            <p:ph type="sldNum" sz="quarter" idx="12"/>
          </p:nvPr>
        </p:nvSpPr>
        <p:spPr/>
        <p:txBody>
          <a:bodyPr/>
          <a:lstStyle>
            <a:lvl1pPr>
              <a:defRPr b="1"/>
            </a:lvl1pPr>
          </a:lstStyle>
          <a:p>
            <a:pPr>
              <a:defRPr/>
            </a:pPr>
            <a:fld id="{F934AA8B-F284-4969-A995-87361A600EA4}" type="slidenum">
              <a:rPr lang="fr-FR"/>
              <a:pPr>
                <a:defRPr/>
              </a:pPr>
              <a:t>‹N°›</a:t>
            </a:fld>
            <a:endParaRPr lang="fr-FR"/>
          </a:p>
        </p:txBody>
      </p:sp>
    </p:spTree>
    <p:extLst>
      <p:ext uri="{BB962C8B-B14F-4D97-AF65-F5344CB8AC3E}">
        <p14:creationId xmlns:p14="http://schemas.microsoft.com/office/powerpoint/2010/main" val="10837668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4"/>
          <p:cNvSpPr>
            <a:spLocks noGrp="1" noChangeArrowheads="1"/>
          </p:cNvSpPr>
          <p:nvPr>
            <p:ph type="dt" sz="half" idx="10"/>
          </p:nvPr>
        </p:nvSpPr>
        <p:spPr/>
        <p:txBody>
          <a:bodyPr/>
          <a:lstStyle>
            <a:lvl1pPr>
              <a:defRPr b="1"/>
            </a:lvl1pPr>
          </a:lstStyle>
          <a:p>
            <a:pPr>
              <a:defRPr/>
            </a:pPr>
            <a:endParaRPr lang="fr-FR"/>
          </a:p>
        </p:txBody>
      </p:sp>
      <p:sp>
        <p:nvSpPr>
          <p:cNvPr id="5" name="Rectangle 5"/>
          <p:cNvSpPr>
            <a:spLocks noGrp="1" noChangeArrowheads="1"/>
          </p:cNvSpPr>
          <p:nvPr>
            <p:ph type="ftr" sz="quarter" idx="11"/>
          </p:nvPr>
        </p:nvSpPr>
        <p:spPr/>
        <p:txBody>
          <a:bodyPr/>
          <a:lstStyle>
            <a:lvl1pPr>
              <a:defRPr b="1"/>
            </a:lvl1pPr>
          </a:lstStyle>
          <a:p>
            <a:pPr>
              <a:defRPr/>
            </a:pPr>
            <a:endParaRPr lang="fr-FR"/>
          </a:p>
        </p:txBody>
      </p:sp>
      <p:sp>
        <p:nvSpPr>
          <p:cNvPr id="6" name="Rectangle 6"/>
          <p:cNvSpPr>
            <a:spLocks noGrp="1" noChangeArrowheads="1"/>
          </p:cNvSpPr>
          <p:nvPr>
            <p:ph type="sldNum" sz="quarter" idx="12"/>
          </p:nvPr>
        </p:nvSpPr>
        <p:spPr/>
        <p:txBody>
          <a:bodyPr/>
          <a:lstStyle>
            <a:lvl1pPr>
              <a:defRPr b="1"/>
            </a:lvl1pPr>
          </a:lstStyle>
          <a:p>
            <a:pPr>
              <a:defRPr/>
            </a:pPr>
            <a:fld id="{2029415A-1B15-4B89-A5B8-903213C7B10E}" type="slidenum">
              <a:rPr lang="fr-FR"/>
              <a:pPr>
                <a:defRPr/>
              </a:pPr>
              <a:t>‹N°›</a:t>
            </a:fld>
            <a:endParaRPr lang="fr-FR"/>
          </a:p>
        </p:txBody>
      </p:sp>
    </p:spTree>
    <p:extLst>
      <p:ext uri="{BB962C8B-B14F-4D97-AF65-F5344CB8AC3E}">
        <p14:creationId xmlns:p14="http://schemas.microsoft.com/office/powerpoint/2010/main" val="266106235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24417" y="162877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212417" y="162877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p:cNvSpPr>
            <a:spLocks noGrp="1" noChangeArrowheads="1"/>
          </p:cNvSpPr>
          <p:nvPr>
            <p:ph type="dt" sz="half" idx="10"/>
          </p:nvPr>
        </p:nvSpPr>
        <p:spPr/>
        <p:txBody>
          <a:bodyPr/>
          <a:lstStyle>
            <a:lvl1pPr>
              <a:defRPr b="1"/>
            </a:lvl1pPr>
          </a:lstStyle>
          <a:p>
            <a:pPr>
              <a:defRPr/>
            </a:pPr>
            <a:endParaRPr lang="fr-FR"/>
          </a:p>
        </p:txBody>
      </p:sp>
      <p:sp>
        <p:nvSpPr>
          <p:cNvPr id="6" name="Rectangle 5"/>
          <p:cNvSpPr>
            <a:spLocks noGrp="1" noChangeArrowheads="1"/>
          </p:cNvSpPr>
          <p:nvPr>
            <p:ph type="ftr" sz="quarter" idx="11"/>
          </p:nvPr>
        </p:nvSpPr>
        <p:spPr/>
        <p:txBody>
          <a:bodyPr/>
          <a:lstStyle>
            <a:lvl1pPr>
              <a:defRPr b="1"/>
            </a:lvl1pPr>
          </a:lstStyle>
          <a:p>
            <a:pPr>
              <a:defRPr/>
            </a:pPr>
            <a:endParaRPr lang="fr-FR"/>
          </a:p>
        </p:txBody>
      </p:sp>
      <p:sp>
        <p:nvSpPr>
          <p:cNvPr id="7" name="Rectangle 6"/>
          <p:cNvSpPr>
            <a:spLocks noGrp="1" noChangeArrowheads="1"/>
          </p:cNvSpPr>
          <p:nvPr>
            <p:ph type="sldNum" sz="quarter" idx="12"/>
          </p:nvPr>
        </p:nvSpPr>
        <p:spPr/>
        <p:txBody>
          <a:bodyPr/>
          <a:lstStyle>
            <a:lvl1pPr>
              <a:defRPr b="1"/>
            </a:lvl1pPr>
          </a:lstStyle>
          <a:p>
            <a:pPr>
              <a:defRPr/>
            </a:pPr>
            <a:fld id="{7C315ECE-DDED-4743-A6C7-93086EF8809C}" type="slidenum">
              <a:rPr lang="fr-FR"/>
              <a:pPr>
                <a:defRPr/>
              </a:pPr>
              <a:t>‹N°›</a:t>
            </a:fld>
            <a:endParaRPr lang="fr-FR"/>
          </a:p>
        </p:txBody>
      </p:sp>
    </p:spTree>
    <p:extLst>
      <p:ext uri="{BB962C8B-B14F-4D97-AF65-F5344CB8AC3E}">
        <p14:creationId xmlns:p14="http://schemas.microsoft.com/office/powerpoint/2010/main" val="42568922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p:cNvSpPr>
            <a:spLocks noGrp="1" noChangeArrowheads="1"/>
          </p:cNvSpPr>
          <p:nvPr>
            <p:ph type="dt" sz="half" idx="10"/>
          </p:nvPr>
        </p:nvSpPr>
        <p:spPr/>
        <p:txBody>
          <a:bodyPr/>
          <a:lstStyle>
            <a:lvl1pPr>
              <a:defRPr b="1"/>
            </a:lvl1pPr>
          </a:lstStyle>
          <a:p>
            <a:pPr>
              <a:defRPr/>
            </a:pPr>
            <a:endParaRPr lang="fr-FR"/>
          </a:p>
        </p:txBody>
      </p:sp>
      <p:sp>
        <p:nvSpPr>
          <p:cNvPr id="8" name="Rectangle 5"/>
          <p:cNvSpPr>
            <a:spLocks noGrp="1" noChangeArrowheads="1"/>
          </p:cNvSpPr>
          <p:nvPr>
            <p:ph type="ftr" sz="quarter" idx="11"/>
          </p:nvPr>
        </p:nvSpPr>
        <p:spPr/>
        <p:txBody>
          <a:bodyPr/>
          <a:lstStyle>
            <a:lvl1pPr>
              <a:defRPr b="1"/>
            </a:lvl1pPr>
          </a:lstStyle>
          <a:p>
            <a:pPr>
              <a:defRPr/>
            </a:pPr>
            <a:endParaRPr lang="fr-FR"/>
          </a:p>
        </p:txBody>
      </p:sp>
      <p:sp>
        <p:nvSpPr>
          <p:cNvPr id="9" name="Rectangle 6"/>
          <p:cNvSpPr>
            <a:spLocks noGrp="1" noChangeArrowheads="1"/>
          </p:cNvSpPr>
          <p:nvPr>
            <p:ph type="sldNum" sz="quarter" idx="12"/>
          </p:nvPr>
        </p:nvSpPr>
        <p:spPr/>
        <p:txBody>
          <a:bodyPr/>
          <a:lstStyle>
            <a:lvl1pPr>
              <a:defRPr b="1"/>
            </a:lvl1pPr>
          </a:lstStyle>
          <a:p>
            <a:pPr>
              <a:defRPr/>
            </a:pPr>
            <a:fld id="{83E334DF-7989-4530-9C84-C3571690E9A0}" type="slidenum">
              <a:rPr lang="fr-FR"/>
              <a:pPr>
                <a:defRPr/>
              </a:pPr>
              <a:t>‹N°›</a:t>
            </a:fld>
            <a:endParaRPr lang="fr-FR"/>
          </a:p>
        </p:txBody>
      </p:sp>
    </p:spTree>
    <p:extLst>
      <p:ext uri="{BB962C8B-B14F-4D97-AF65-F5344CB8AC3E}">
        <p14:creationId xmlns:p14="http://schemas.microsoft.com/office/powerpoint/2010/main" val="34525372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Rectangle 4"/>
          <p:cNvSpPr>
            <a:spLocks noGrp="1" noChangeArrowheads="1"/>
          </p:cNvSpPr>
          <p:nvPr>
            <p:ph type="dt" sz="half" idx="10"/>
          </p:nvPr>
        </p:nvSpPr>
        <p:spPr/>
        <p:txBody>
          <a:bodyPr/>
          <a:lstStyle>
            <a:lvl1pPr>
              <a:defRPr b="1"/>
            </a:lvl1pPr>
          </a:lstStyle>
          <a:p>
            <a:pPr>
              <a:defRPr/>
            </a:pPr>
            <a:endParaRPr lang="fr-FR"/>
          </a:p>
        </p:txBody>
      </p:sp>
      <p:sp>
        <p:nvSpPr>
          <p:cNvPr id="4" name="Rectangle 5"/>
          <p:cNvSpPr>
            <a:spLocks noGrp="1" noChangeArrowheads="1"/>
          </p:cNvSpPr>
          <p:nvPr>
            <p:ph type="ftr" sz="quarter" idx="11"/>
          </p:nvPr>
        </p:nvSpPr>
        <p:spPr/>
        <p:txBody>
          <a:bodyPr/>
          <a:lstStyle>
            <a:lvl1pPr>
              <a:defRPr b="1"/>
            </a:lvl1pPr>
          </a:lstStyle>
          <a:p>
            <a:pPr>
              <a:defRPr/>
            </a:pPr>
            <a:endParaRPr lang="fr-FR"/>
          </a:p>
        </p:txBody>
      </p:sp>
      <p:sp>
        <p:nvSpPr>
          <p:cNvPr id="5" name="Rectangle 6"/>
          <p:cNvSpPr>
            <a:spLocks noGrp="1" noChangeArrowheads="1"/>
          </p:cNvSpPr>
          <p:nvPr>
            <p:ph type="sldNum" sz="quarter" idx="12"/>
          </p:nvPr>
        </p:nvSpPr>
        <p:spPr/>
        <p:txBody>
          <a:bodyPr/>
          <a:lstStyle>
            <a:lvl1pPr>
              <a:defRPr b="1"/>
            </a:lvl1pPr>
          </a:lstStyle>
          <a:p>
            <a:pPr>
              <a:defRPr/>
            </a:pPr>
            <a:fld id="{87904A2E-8EA2-4A1E-938F-CF49D7EEA20E}" type="slidenum">
              <a:rPr lang="fr-FR"/>
              <a:pPr>
                <a:defRPr/>
              </a:pPr>
              <a:t>‹N°›</a:t>
            </a:fld>
            <a:endParaRPr lang="fr-FR"/>
          </a:p>
        </p:txBody>
      </p:sp>
    </p:spTree>
    <p:extLst>
      <p:ext uri="{BB962C8B-B14F-4D97-AF65-F5344CB8AC3E}">
        <p14:creationId xmlns:p14="http://schemas.microsoft.com/office/powerpoint/2010/main" val="20713849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a:lvl1pPr>
          </a:lstStyle>
          <a:p>
            <a:pPr>
              <a:defRPr/>
            </a:pPr>
            <a:endParaRPr lang="fr-FR"/>
          </a:p>
        </p:txBody>
      </p:sp>
      <p:sp>
        <p:nvSpPr>
          <p:cNvPr id="3" name="Rectangle 5"/>
          <p:cNvSpPr>
            <a:spLocks noGrp="1" noChangeArrowheads="1"/>
          </p:cNvSpPr>
          <p:nvPr>
            <p:ph type="ftr" sz="quarter" idx="11"/>
          </p:nvPr>
        </p:nvSpPr>
        <p:spPr/>
        <p:txBody>
          <a:bodyPr/>
          <a:lstStyle>
            <a:lvl1pPr>
              <a:defRPr b="1"/>
            </a:lvl1pPr>
          </a:lstStyle>
          <a:p>
            <a:pPr>
              <a:defRPr/>
            </a:pPr>
            <a:endParaRPr lang="fr-FR"/>
          </a:p>
        </p:txBody>
      </p:sp>
      <p:sp>
        <p:nvSpPr>
          <p:cNvPr id="4" name="Rectangle 6"/>
          <p:cNvSpPr>
            <a:spLocks noGrp="1" noChangeArrowheads="1"/>
          </p:cNvSpPr>
          <p:nvPr>
            <p:ph type="sldNum" sz="quarter" idx="12"/>
          </p:nvPr>
        </p:nvSpPr>
        <p:spPr/>
        <p:txBody>
          <a:bodyPr/>
          <a:lstStyle>
            <a:lvl1pPr>
              <a:defRPr b="1"/>
            </a:lvl1pPr>
          </a:lstStyle>
          <a:p>
            <a:pPr>
              <a:defRPr/>
            </a:pPr>
            <a:fld id="{E48C1755-F295-4333-B69B-DCD29E8C3B5B}" type="slidenum">
              <a:rPr lang="fr-FR"/>
              <a:pPr>
                <a:defRPr/>
              </a:pPr>
              <a:t>‹N°›</a:t>
            </a:fld>
            <a:endParaRPr lang="fr-FR"/>
          </a:p>
        </p:txBody>
      </p:sp>
    </p:spTree>
    <p:extLst>
      <p:ext uri="{BB962C8B-B14F-4D97-AF65-F5344CB8AC3E}">
        <p14:creationId xmlns:p14="http://schemas.microsoft.com/office/powerpoint/2010/main" val="10442388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4"/>
          <p:cNvSpPr>
            <a:spLocks noGrp="1" noChangeArrowheads="1"/>
          </p:cNvSpPr>
          <p:nvPr>
            <p:ph type="dt" sz="half" idx="10"/>
          </p:nvPr>
        </p:nvSpPr>
        <p:spPr/>
        <p:txBody>
          <a:bodyPr/>
          <a:lstStyle>
            <a:lvl1pPr>
              <a:defRPr b="1"/>
            </a:lvl1pPr>
          </a:lstStyle>
          <a:p>
            <a:pPr>
              <a:defRPr/>
            </a:pPr>
            <a:endParaRPr lang="fr-FR"/>
          </a:p>
        </p:txBody>
      </p:sp>
      <p:sp>
        <p:nvSpPr>
          <p:cNvPr id="6" name="Rectangle 5"/>
          <p:cNvSpPr>
            <a:spLocks noGrp="1" noChangeArrowheads="1"/>
          </p:cNvSpPr>
          <p:nvPr>
            <p:ph type="ftr" sz="quarter" idx="11"/>
          </p:nvPr>
        </p:nvSpPr>
        <p:spPr/>
        <p:txBody>
          <a:bodyPr/>
          <a:lstStyle>
            <a:lvl1pPr>
              <a:defRPr b="1"/>
            </a:lvl1pPr>
          </a:lstStyle>
          <a:p>
            <a:pPr>
              <a:defRPr/>
            </a:pPr>
            <a:endParaRPr lang="fr-FR"/>
          </a:p>
        </p:txBody>
      </p:sp>
      <p:sp>
        <p:nvSpPr>
          <p:cNvPr id="7" name="Rectangle 6"/>
          <p:cNvSpPr>
            <a:spLocks noGrp="1" noChangeArrowheads="1"/>
          </p:cNvSpPr>
          <p:nvPr>
            <p:ph type="sldNum" sz="quarter" idx="12"/>
          </p:nvPr>
        </p:nvSpPr>
        <p:spPr/>
        <p:txBody>
          <a:bodyPr/>
          <a:lstStyle>
            <a:lvl1pPr>
              <a:defRPr b="1"/>
            </a:lvl1pPr>
          </a:lstStyle>
          <a:p>
            <a:pPr>
              <a:defRPr/>
            </a:pPr>
            <a:fld id="{1873B73C-7FF6-49CE-92FC-18323EAF068B}" type="slidenum">
              <a:rPr lang="fr-FR"/>
              <a:pPr>
                <a:defRPr/>
              </a:pPr>
              <a:t>‹N°›</a:t>
            </a:fld>
            <a:endParaRPr lang="fr-FR"/>
          </a:p>
        </p:txBody>
      </p:sp>
    </p:spTree>
    <p:extLst>
      <p:ext uri="{BB962C8B-B14F-4D97-AF65-F5344CB8AC3E}">
        <p14:creationId xmlns:p14="http://schemas.microsoft.com/office/powerpoint/2010/main" val="319698569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4"/>
          <p:cNvSpPr>
            <a:spLocks noGrp="1" noChangeArrowheads="1"/>
          </p:cNvSpPr>
          <p:nvPr>
            <p:ph type="dt" sz="half" idx="10"/>
          </p:nvPr>
        </p:nvSpPr>
        <p:spPr/>
        <p:txBody>
          <a:bodyPr/>
          <a:lstStyle>
            <a:lvl1pPr>
              <a:defRPr b="1"/>
            </a:lvl1pPr>
          </a:lstStyle>
          <a:p>
            <a:pPr>
              <a:defRPr/>
            </a:pPr>
            <a:endParaRPr lang="fr-FR"/>
          </a:p>
        </p:txBody>
      </p:sp>
      <p:sp>
        <p:nvSpPr>
          <p:cNvPr id="6" name="Rectangle 5"/>
          <p:cNvSpPr>
            <a:spLocks noGrp="1" noChangeArrowheads="1"/>
          </p:cNvSpPr>
          <p:nvPr>
            <p:ph type="ftr" sz="quarter" idx="11"/>
          </p:nvPr>
        </p:nvSpPr>
        <p:spPr/>
        <p:txBody>
          <a:bodyPr/>
          <a:lstStyle>
            <a:lvl1pPr>
              <a:defRPr b="1"/>
            </a:lvl1pPr>
          </a:lstStyle>
          <a:p>
            <a:pPr>
              <a:defRPr/>
            </a:pPr>
            <a:endParaRPr lang="fr-FR"/>
          </a:p>
        </p:txBody>
      </p:sp>
      <p:sp>
        <p:nvSpPr>
          <p:cNvPr id="7" name="Rectangle 6"/>
          <p:cNvSpPr>
            <a:spLocks noGrp="1" noChangeArrowheads="1"/>
          </p:cNvSpPr>
          <p:nvPr>
            <p:ph type="sldNum" sz="quarter" idx="12"/>
          </p:nvPr>
        </p:nvSpPr>
        <p:spPr/>
        <p:txBody>
          <a:bodyPr/>
          <a:lstStyle>
            <a:lvl1pPr>
              <a:defRPr b="1"/>
            </a:lvl1pPr>
          </a:lstStyle>
          <a:p>
            <a:pPr>
              <a:defRPr/>
            </a:pPr>
            <a:fld id="{C6987E73-DE5D-4C99-BA24-5BBCF7569498}" type="slidenum">
              <a:rPr lang="fr-FR"/>
              <a:pPr>
                <a:defRPr/>
              </a:pPr>
              <a:t>‹N°›</a:t>
            </a:fld>
            <a:endParaRPr lang="fr-FR"/>
          </a:p>
        </p:txBody>
      </p:sp>
    </p:spTree>
    <p:extLst>
      <p:ext uri="{BB962C8B-B14F-4D97-AF65-F5344CB8AC3E}">
        <p14:creationId xmlns:p14="http://schemas.microsoft.com/office/powerpoint/2010/main" val="3676107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p:txBody>
          <a:bodyPr/>
          <a:lstStyle>
            <a:lvl1pPr>
              <a:defRPr b="1"/>
            </a:lvl1pPr>
          </a:lstStyle>
          <a:p>
            <a:pPr>
              <a:defRPr/>
            </a:pPr>
            <a:endParaRPr lang="fr-FR"/>
          </a:p>
        </p:txBody>
      </p:sp>
      <p:sp>
        <p:nvSpPr>
          <p:cNvPr id="5" name="Rectangle 5"/>
          <p:cNvSpPr>
            <a:spLocks noGrp="1" noChangeArrowheads="1"/>
          </p:cNvSpPr>
          <p:nvPr>
            <p:ph type="ftr" sz="quarter" idx="11"/>
          </p:nvPr>
        </p:nvSpPr>
        <p:spPr/>
        <p:txBody>
          <a:bodyPr/>
          <a:lstStyle>
            <a:lvl1pPr>
              <a:defRPr b="1"/>
            </a:lvl1pPr>
          </a:lstStyle>
          <a:p>
            <a:pPr>
              <a:defRPr/>
            </a:pPr>
            <a:endParaRPr lang="fr-FR"/>
          </a:p>
        </p:txBody>
      </p:sp>
      <p:sp>
        <p:nvSpPr>
          <p:cNvPr id="6" name="Rectangle 6"/>
          <p:cNvSpPr>
            <a:spLocks noGrp="1" noChangeArrowheads="1"/>
          </p:cNvSpPr>
          <p:nvPr>
            <p:ph type="sldNum" sz="quarter" idx="12"/>
          </p:nvPr>
        </p:nvSpPr>
        <p:spPr/>
        <p:txBody>
          <a:bodyPr/>
          <a:lstStyle>
            <a:lvl1pPr>
              <a:defRPr b="1"/>
            </a:lvl1pPr>
          </a:lstStyle>
          <a:p>
            <a:pPr>
              <a:defRPr/>
            </a:pPr>
            <a:fld id="{57A95A3C-D119-451F-A486-E019CBE783E7}" type="slidenum">
              <a:rPr lang="fr-FR"/>
              <a:pPr>
                <a:defRPr/>
              </a:pPr>
              <a:t>‹N°›</a:t>
            </a:fld>
            <a:endParaRPr lang="fr-FR"/>
          </a:p>
        </p:txBody>
      </p:sp>
    </p:spTree>
    <p:extLst>
      <p:ext uri="{BB962C8B-B14F-4D97-AF65-F5344CB8AC3E}">
        <p14:creationId xmlns:p14="http://schemas.microsoft.com/office/powerpoint/2010/main" val="25740473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51900" y="274638"/>
            <a:ext cx="2745317" cy="5880100"/>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09601" y="274638"/>
            <a:ext cx="8039100" cy="58801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p:txBody>
          <a:bodyPr/>
          <a:lstStyle>
            <a:lvl1pPr>
              <a:defRPr b="1"/>
            </a:lvl1pPr>
          </a:lstStyle>
          <a:p>
            <a:pPr>
              <a:defRPr/>
            </a:pPr>
            <a:endParaRPr lang="fr-FR"/>
          </a:p>
        </p:txBody>
      </p:sp>
      <p:sp>
        <p:nvSpPr>
          <p:cNvPr id="5" name="Rectangle 5"/>
          <p:cNvSpPr>
            <a:spLocks noGrp="1" noChangeArrowheads="1"/>
          </p:cNvSpPr>
          <p:nvPr>
            <p:ph type="ftr" sz="quarter" idx="11"/>
          </p:nvPr>
        </p:nvSpPr>
        <p:spPr/>
        <p:txBody>
          <a:bodyPr/>
          <a:lstStyle>
            <a:lvl1pPr>
              <a:defRPr b="1"/>
            </a:lvl1pPr>
          </a:lstStyle>
          <a:p>
            <a:pPr>
              <a:defRPr/>
            </a:pPr>
            <a:endParaRPr lang="fr-FR"/>
          </a:p>
        </p:txBody>
      </p:sp>
      <p:sp>
        <p:nvSpPr>
          <p:cNvPr id="6" name="Rectangle 6"/>
          <p:cNvSpPr>
            <a:spLocks noGrp="1" noChangeArrowheads="1"/>
          </p:cNvSpPr>
          <p:nvPr>
            <p:ph type="sldNum" sz="quarter" idx="12"/>
          </p:nvPr>
        </p:nvSpPr>
        <p:spPr/>
        <p:txBody>
          <a:bodyPr/>
          <a:lstStyle>
            <a:lvl1pPr>
              <a:defRPr b="1"/>
            </a:lvl1pPr>
          </a:lstStyle>
          <a:p>
            <a:pPr>
              <a:defRPr/>
            </a:pPr>
            <a:fld id="{F0CAC864-3C5D-461B-A721-33CB75B7F2C9}" type="slidenum">
              <a:rPr lang="fr-FR"/>
              <a:pPr>
                <a:defRPr/>
              </a:pPr>
              <a:t>‹N°›</a:t>
            </a:fld>
            <a:endParaRPr lang="fr-FR"/>
          </a:p>
        </p:txBody>
      </p:sp>
    </p:spTree>
    <p:extLst>
      <p:ext uri="{BB962C8B-B14F-4D97-AF65-F5344CB8AC3E}">
        <p14:creationId xmlns:p14="http://schemas.microsoft.com/office/powerpoint/2010/main" val="168517845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7EB53B2-E985-478F-A5E3-11C7A6F942E7}" type="slidenum">
              <a:rPr lang="fr-FR"/>
              <a:pPr>
                <a:defRPr/>
              </a:pPr>
              <a:t>‹N°›</a:t>
            </a:fld>
            <a:endParaRPr lang="fr-FR"/>
          </a:p>
        </p:txBody>
      </p:sp>
    </p:spTree>
    <p:extLst>
      <p:ext uri="{BB962C8B-B14F-4D97-AF65-F5344CB8AC3E}">
        <p14:creationId xmlns:p14="http://schemas.microsoft.com/office/powerpoint/2010/main" val="17541896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95423" y="1"/>
            <a:ext cx="10919884" cy="668337"/>
          </a:xfrm>
        </p:spPr>
        <p:txBody>
          <a:bodyPr/>
          <a:lstStyle>
            <a:lvl1pPr>
              <a:defRPr sz="2400" b="1">
                <a:solidFill>
                  <a:schemeClr val="tx1"/>
                </a:solidFill>
                <a:effectLst/>
              </a:defRPr>
            </a:lvl1pPr>
          </a:lstStyle>
          <a:p>
            <a:r>
              <a:rPr lang="fr-FR"/>
              <a:t>Modifiez le style du titre</a:t>
            </a:r>
          </a:p>
        </p:txBody>
      </p:sp>
      <p:sp>
        <p:nvSpPr>
          <p:cNvPr id="3" name="Espace réservé du contenu 2"/>
          <p:cNvSpPr>
            <a:spLocks noGrp="1"/>
          </p:cNvSpPr>
          <p:nvPr>
            <p:ph idx="1"/>
          </p:nvPr>
        </p:nvSpPr>
        <p:spPr>
          <a:xfrm>
            <a:off x="566136" y="1082306"/>
            <a:ext cx="10972800" cy="4530725"/>
          </a:xfrm>
        </p:spPr>
        <p:txBody>
          <a:bodyPr/>
          <a:lstStyle>
            <a:lvl1pPr marL="342900" indent="-342900">
              <a:buClr>
                <a:srgbClr val="0070C0"/>
              </a:buClr>
              <a:buFont typeface="Wingdings" pitchFamily="2" charset="2"/>
              <a:buChar char="q"/>
              <a:defRPr/>
            </a:lvl1pPr>
            <a:lvl2pPr marL="742950" indent="-285750">
              <a:buClr>
                <a:srgbClr val="0070C0"/>
              </a:buClr>
              <a:buFont typeface="Wingdings" pitchFamily="2" charset="2"/>
              <a:buChar char="q"/>
              <a:defRPr/>
            </a:lvl2pPr>
            <a:lvl3pPr marL="1143000" indent="-228600">
              <a:buClr>
                <a:srgbClr val="0070C0"/>
              </a:buClr>
              <a:buFont typeface="Wingdings" pitchFamily="2" charset="2"/>
              <a:buChar char="q"/>
              <a:defRPr/>
            </a:lvl3pPr>
            <a:lvl4pPr marL="1600200" indent="-228600">
              <a:buClr>
                <a:srgbClr val="0070C0"/>
              </a:buClr>
              <a:buFont typeface="Wingdings" pitchFamily="2" charset="2"/>
              <a:buChar char="q"/>
              <a:defRPr/>
            </a:lvl4pPr>
            <a:lvl5pPr marL="2057400" indent="-228600">
              <a:buClr>
                <a:srgbClr val="0070C0"/>
              </a:buClr>
              <a:buFont typeface="Wingdings" pitchFamily="2" charset="2"/>
              <a:buChar char="q"/>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9CB9D0F4-6BFF-4C0E-96D4-B15CA75DCB76}" type="slidenum">
              <a:rPr lang="fr-FR"/>
              <a:pPr>
                <a:defRPr/>
              </a:pPr>
              <a:t>‹N°›</a:t>
            </a:fld>
            <a:endParaRPr lang="fr-FR"/>
          </a:p>
        </p:txBody>
      </p:sp>
    </p:spTree>
    <p:extLst>
      <p:ext uri="{BB962C8B-B14F-4D97-AF65-F5344CB8AC3E}">
        <p14:creationId xmlns:p14="http://schemas.microsoft.com/office/powerpoint/2010/main" val="1601199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282A9BAC-E403-4D97-87A2-DFCB9D5D089B}" type="slidenum">
              <a:rPr lang="fr-FR"/>
              <a:pPr>
                <a:defRPr/>
              </a:pPr>
              <a:t>‹N°›</a:t>
            </a:fld>
            <a:endParaRPr lang="fr-FR"/>
          </a:p>
        </p:txBody>
      </p:sp>
    </p:spTree>
    <p:extLst>
      <p:ext uri="{BB962C8B-B14F-4D97-AF65-F5344CB8AC3E}">
        <p14:creationId xmlns:p14="http://schemas.microsoft.com/office/powerpoint/2010/main" val="87163522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353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941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a:xfrm>
            <a:off x="8737600" y="6261100"/>
            <a:ext cx="2844800" cy="457200"/>
          </a:xfrm>
        </p:spPr>
        <p:txBody>
          <a:bodyPr/>
          <a:lstStyle>
            <a:lvl1pPr>
              <a:defRPr>
                <a:cs typeface="Arial" charset="0"/>
              </a:defRPr>
            </a:lvl1pPr>
          </a:lstStyle>
          <a:p>
            <a:pPr>
              <a:defRPr/>
            </a:pPr>
            <a:fld id="{B2E4B0E4-6C80-4028-8872-7EABB0265BF2}" type="slidenum">
              <a:rPr lang="fr-FR"/>
              <a:pPr>
                <a:defRPr/>
              </a:pPr>
              <a:t>‹N°›</a:t>
            </a:fld>
            <a:endParaRPr lang="fr-FR"/>
          </a:p>
        </p:txBody>
      </p:sp>
    </p:spTree>
    <p:extLst>
      <p:ext uri="{BB962C8B-B14F-4D97-AF65-F5344CB8AC3E}">
        <p14:creationId xmlns:p14="http://schemas.microsoft.com/office/powerpoint/2010/main" val="32395990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cs typeface="Arial" charset="0"/>
              </a:defRPr>
            </a:lvl1pPr>
          </a:lstStyle>
          <a:p>
            <a:pPr>
              <a:defRPr/>
            </a:pPr>
            <a:endParaRPr lang="fr-FR"/>
          </a:p>
        </p:txBody>
      </p:sp>
      <p:sp>
        <p:nvSpPr>
          <p:cNvPr id="8" name="Espace réservé du pied de page 7"/>
          <p:cNvSpPr>
            <a:spLocks noGrp="1"/>
          </p:cNvSpPr>
          <p:nvPr>
            <p:ph type="ftr" sz="quarter" idx="11"/>
          </p:nvPr>
        </p:nvSpPr>
        <p:spPr/>
        <p:txBody>
          <a:bodyPr/>
          <a:lstStyle>
            <a:lvl1pPr>
              <a:defRPr>
                <a:cs typeface="Arial" charset="0"/>
              </a:defRPr>
            </a:lvl1pPr>
          </a:lstStyle>
          <a:p>
            <a:pPr>
              <a:defRPr/>
            </a:pPr>
            <a:endParaRPr lang="fr-FR"/>
          </a:p>
        </p:txBody>
      </p:sp>
      <p:sp>
        <p:nvSpPr>
          <p:cNvPr id="9" name="Espace réservé du numéro de diapositive 8"/>
          <p:cNvSpPr>
            <a:spLocks noGrp="1"/>
          </p:cNvSpPr>
          <p:nvPr>
            <p:ph type="sldNum" sz="quarter" idx="12"/>
          </p:nvPr>
        </p:nvSpPr>
        <p:spPr/>
        <p:txBody>
          <a:bodyPr/>
          <a:lstStyle>
            <a:lvl1pPr>
              <a:defRPr>
                <a:cs typeface="Arial" charset="0"/>
              </a:defRPr>
            </a:lvl1pPr>
          </a:lstStyle>
          <a:p>
            <a:pPr>
              <a:defRPr/>
            </a:pPr>
            <a:fld id="{8161FE28-AEC1-49F9-9838-4547D22C4355}" type="slidenum">
              <a:rPr lang="fr-FR"/>
              <a:pPr>
                <a:defRPr/>
              </a:pPr>
              <a:t>‹N°›</a:t>
            </a:fld>
            <a:endParaRPr lang="fr-FR"/>
          </a:p>
        </p:txBody>
      </p:sp>
    </p:spTree>
    <p:extLst>
      <p:ext uri="{BB962C8B-B14F-4D97-AF65-F5344CB8AC3E}">
        <p14:creationId xmlns:p14="http://schemas.microsoft.com/office/powerpoint/2010/main" val="320043422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lvl1pPr>
              <a:defRPr>
                <a:cs typeface="Arial" charset="0"/>
              </a:defRPr>
            </a:lvl1pPr>
          </a:lstStyle>
          <a:p>
            <a:pPr>
              <a:defRPr/>
            </a:pPr>
            <a:endParaRPr lang="fr-FR"/>
          </a:p>
        </p:txBody>
      </p:sp>
      <p:sp>
        <p:nvSpPr>
          <p:cNvPr id="4" name="Espace réservé du pied de page 3"/>
          <p:cNvSpPr>
            <a:spLocks noGrp="1"/>
          </p:cNvSpPr>
          <p:nvPr>
            <p:ph type="ftr" sz="quarter" idx="11"/>
          </p:nvPr>
        </p:nvSpPr>
        <p:spPr/>
        <p:txBody>
          <a:bodyPr/>
          <a:lstStyle>
            <a:lvl1pPr>
              <a:defRPr>
                <a:cs typeface="Arial" charset="0"/>
              </a:defRPr>
            </a:lvl1pPr>
          </a:lstStyle>
          <a:p>
            <a:pPr>
              <a:defRPr/>
            </a:pPr>
            <a:endParaRPr lang="fr-FR"/>
          </a:p>
        </p:txBody>
      </p:sp>
      <p:sp>
        <p:nvSpPr>
          <p:cNvPr id="5" name="Espace réservé du numéro de diapositive 4"/>
          <p:cNvSpPr>
            <a:spLocks noGrp="1"/>
          </p:cNvSpPr>
          <p:nvPr>
            <p:ph type="sldNum" sz="quarter" idx="12"/>
          </p:nvPr>
        </p:nvSpPr>
        <p:spPr/>
        <p:txBody>
          <a:bodyPr/>
          <a:lstStyle>
            <a:lvl1pPr>
              <a:defRPr>
                <a:cs typeface="Arial" charset="0"/>
              </a:defRPr>
            </a:lvl1pPr>
          </a:lstStyle>
          <a:p>
            <a:pPr>
              <a:defRPr/>
            </a:pPr>
            <a:fld id="{9C294879-6D49-4512-B836-ABB933BDC842}" type="slidenum">
              <a:rPr lang="fr-FR"/>
              <a:pPr>
                <a:defRPr/>
              </a:pPr>
              <a:t>‹N°›</a:t>
            </a:fld>
            <a:endParaRPr lang="fr-FR"/>
          </a:p>
        </p:txBody>
      </p:sp>
    </p:spTree>
    <p:extLst>
      <p:ext uri="{BB962C8B-B14F-4D97-AF65-F5344CB8AC3E}">
        <p14:creationId xmlns:p14="http://schemas.microsoft.com/office/powerpoint/2010/main" val="41632807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cs typeface="Arial" charset="0"/>
              </a:defRPr>
            </a:lvl1pPr>
          </a:lstStyle>
          <a:p>
            <a:pPr>
              <a:defRPr/>
            </a:pPr>
            <a:endParaRPr lang="fr-FR"/>
          </a:p>
        </p:txBody>
      </p:sp>
      <p:sp>
        <p:nvSpPr>
          <p:cNvPr id="3" name="Espace réservé du pied de page 2"/>
          <p:cNvSpPr>
            <a:spLocks noGrp="1"/>
          </p:cNvSpPr>
          <p:nvPr>
            <p:ph type="ftr" sz="quarter" idx="11"/>
          </p:nvPr>
        </p:nvSpPr>
        <p:spPr/>
        <p:txBody>
          <a:bodyPr/>
          <a:lstStyle>
            <a:lvl1pPr>
              <a:defRPr>
                <a:cs typeface="Arial" charset="0"/>
              </a:defRPr>
            </a:lvl1pPr>
          </a:lstStyle>
          <a:p>
            <a:pPr>
              <a:defRPr/>
            </a:pPr>
            <a:endParaRPr lang="fr-FR"/>
          </a:p>
        </p:txBody>
      </p:sp>
      <p:sp>
        <p:nvSpPr>
          <p:cNvPr id="4" name="Espace réservé du numéro de diapositive 3"/>
          <p:cNvSpPr>
            <a:spLocks noGrp="1"/>
          </p:cNvSpPr>
          <p:nvPr>
            <p:ph type="sldNum" sz="quarter" idx="12"/>
          </p:nvPr>
        </p:nvSpPr>
        <p:spPr/>
        <p:txBody>
          <a:bodyPr/>
          <a:lstStyle>
            <a:lvl1pPr>
              <a:defRPr>
                <a:cs typeface="Arial" charset="0"/>
              </a:defRPr>
            </a:lvl1pPr>
          </a:lstStyle>
          <a:p>
            <a:pPr>
              <a:defRPr/>
            </a:pPr>
            <a:fld id="{614F1B46-0AC9-4135-8EE5-190755A43C16}" type="slidenum">
              <a:rPr lang="fr-FR"/>
              <a:pPr>
                <a:defRPr/>
              </a:pPr>
              <a:t>‹N°›</a:t>
            </a:fld>
            <a:endParaRPr lang="fr-FR"/>
          </a:p>
        </p:txBody>
      </p:sp>
    </p:spTree>
    <p:extLst>
      <p:ext uri="{BB962C8B-B14F-4D97-AF65-F5344CB8AC3E}">
        <p14:creationId xmlns:p14="http://schemas.microsoft.com/office/powerpoint/2010/main" val="2191027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754E0D6F-7A97-4D6E-82CC-70FFAD2E1269}" type="slidenum">
              <a:rPr lang="fr-FR"/>
              <a:pPr>
                <a:defRPr/>
              </a:pPr>
              <a:t>‹N°›</a:t>
            </a:fld>
            <a:endParaRPr lang="fr-FR"/>
          </a:p>
        </p:txBody>
      </p:sp>
    </p:spTree>
    <p:extLst>
      <p:ext uri="{BB962C8B-B14F-4D97-AF65-F5344CB8AC3E}">
        <p14:creationId xmlns:p14="http://schemas.microsoft.com/office/powerpoint/2010/main" val="361800308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8B3B15DB-8568-40DE-84C3-7B9D0850B38D}" type="slidenum">
              <a:rPr lang="fr-FR"/>
              <a:pPr>
                <a:defRPr/>
              </a:pPr>
              <a:t>‹N°›</a:t>
            </a:fld>
            <a:endParaRPr lang="fr-FR"/>
          </a:p>
        </p:txBody>
      </p:sp>
    </p:spTree>
    <p:extLst>
      <p:ext uri="{BB962C8B-B14F-4D97-AF65-F5344CB8AC3E}">
        <p14:creationId xmlns:p14="http://schemas.microsoft.com/office/powerpoint/2010/main" val="40024611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CA57477B-2F79-4628-BB76-DEC0260D797B}" type="slidenum">
              <a:rPr lang="fr-FR"/>
              <a:pPr>
                <a:defRPr/>
              </a:pPr>
              <a:t>‹N°›</a:t>
            </a:fld>
            <a:endParaRPr lang="fr-FR"/>
          </a:p>
        </p:txBody>
      </p:sp>
    </p:spTree>
    <p:extLst>
      <p:ext uri="{BB962C8B-B14F-4D97-AF65-F5344CB8AC3E}">
        <p14:creationId xmlns:p14="http://schemas.microsoft.com/office/powerpoint/2010/main" val="417628143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5484" y="277813"/>
            <a:ext cx="2794000" cy="5643562"/>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53484" y="277813"/>
            <a:ext cx="8178800" cy="564356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E219003-BA4A-4291-B907-CA522A62CCB7}" type="slidenum">
              <a:rPr lang="fr-FR"/>
              <a:pPr>
                <a:defRPr/>
              </a:pPr>
              <a:t>‹N°›</a:t>
            </a:fld>
            <a:endParaRPr lang="fr-FR"/>
          </a:p>
        </p:txBody>
      </p:sp>
    </p:spTree>
    <p:extLst>
      <p:ext uri="{BB962C8B-B14F-4D97-AF65-F5344CB8AC3E}">
        <p14:creationId xmlns:p14="http://schemas.microsoft.com/office/powerpoint/2010/main" val="376255029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51D93EFE-FA1A-45C3-A227-2EFF1F740CEC}" type="slidenum">
              <a:rPr lang="fr-FR"/>
              <a:pPr>
                <a:defRPr/>
              </a:pPr>
              <a:t>‹N°›</a:t>
            </a:fld>
            <a:endParaRPr lang="fr-FR"/>
          </a:p>
        </p:txBody>
      </p:sp>
    </p:spTree>
    <p:extLst>
      <p:ext uri="{BB962C8B-B14F-4D97-AF65-F5344CB8AC3E}">
        <p14:creationId xmlns:p14="http://schemas.microsoft.com/office/powerpoint/2010/main" val="9191960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95423" y="1"/>
            <a:ext cx="10919884" cy="668337"/>
          </a:xfrm>
        </p:spPr>
        <p:txBody>
          <a:bodyPr/>
          <a:lstStyle>
            <a:lvl1pPr>
              <a:defRPr sz="2400" b="1">
                <a:solidFill>
                  <a:schemeClr val="tx1"/>
                </a:solidFill>
                <a:effectLst/>
              </a:defRPr>
            </a:lvl1pPr>
          </a:lstStyle>
          <a:p>
            <a:r>
              <a:rPr lang="fr-FR"/>
              <a:t>Modifiez le style du titre</a:t>
            </a:r>
          </a:p>
        </p:txBody>
      </p:sp>
      <p:sp>
        <p:nvSpPr>
          <p:cNvPr id="3" name="Espace réservé du contenu 2"/>
          <p:cNvSpPr>
            <a:spLocks noGrp="1"/>
          </p:cNvSpPr>
          <p:nvPr>
            <p:ph idx="1"/>
          </p:nvPr>
        </p:nvSpPr>
        <p:spPr>
          <a:xfrm>
            <a:off x="566136" y="1082306"/>
            <a:ext cx="10972800" cy="4530725"/>
          </a:xfrm>
        </p:spPr>
        <p:txBody>
          <a:bodyPr/>
          <a:lstStyle>
            <a:lvl1pPr marL="342900" indent="-342900">
              <a:buClr>
                <a:srgbClr val="0070C0"/>
              </a:buClr>
              <a:buFont typeface="Wingdings" pitchFamily="2" charset="2"/>
              <a:buChar char="q"/>
              <a:defRPr/>
            </a:lvl1pPr>
            <a:lvl2pPr marL="742950" indent="-285750">
              <a:buClr>
                <a:srgbClr val="0070C0"/>
              </a:buClr>
              <a:buFont typeface="Wingdings" pitchFamily="2" charset="2"/>
              <a:buChar char="q"/>
              <a:defRPr/>
            </a:lvl2pPr>
            <a:lvl3pPr marL="1143000" indent="-228600">
              <a:buClr>
                <a:srgbClr val="0070C0"/>
              </a:buClr>
              <a:buFont typeface="Wingdings" pitchFamily="2" charset="2"/>
              <a:buChar char="q"/>
              <a:defRPr/>
            </a:lvl3pPr>
            <a:lvl4pPr marL="1600200" indent="-228600">
              <a:buClr>
                <a:srgbClr val="0070C0"/>
              </a:buClr>
              <a:buFont typeface="Wingdings" pitchFamily="2" charset="2"/>
              <a:buChar char="q"/>
              <a:defRPr/>
            </a:lvl4pPr>
            <a:lvl5pPr marL="2057400" indent="-228600">
              <a:buClr>
                <a:srgbClr val="0070C0"/>
              </a:buClr>
              <a:buFont typeface="Wingdings" pitchFamily="2" charset="2"/>
              <a:buChar char="q"/>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C16EBFAD-7D7E-4EEE-8122-1782B4EC52E1}" type="slidenum">
              <a:rPr lang="fr-FR"/>
              <a:pPr>
                <a:defRPr/>
              </a:pPr>
              <a:t>‹N°›</a:t>
            </a:fld>
            <a:endParaRPr lang="fr-FR"/>
          </a:p>
        </p:txBody>
      </p:sp>
    </p:spTree>
    <p:extLst>
      <p:ext uri="{BB962C8B-B14F-4D97-AF65-F5344CB8AC3E}">
        <p14:creationId xmlns:p14="http://schemas.microsoft.com/office/powerpoint/2010/main" val="172164193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56FF5A99-2504-4C20-9EEB-6AE796D29E6C}" type="slidenum">
              <a:rPr lang="fr-FR"/>
              <a:pPr>
                <a:defRPr/>
              </a:pPr>
              <a:t>‹N°›</a:t>
            </a:fld>
            <a:endParaRPr lang="fr-FR"/>
          </a:p>
        </p:txBody>
      </p:sp>
    </p:spTree>
    <p:extLst>
      <p:ext uri="{BB962C8B-B14F-4D97-AF65-F5344CB8AC3E}">
        <p14:creationId xmlns:p14="http://schemas.microsoft.com/office/powerpoint/2010/main" val="158525592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353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941484" y="139065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a:xfrm>
            <a:off x="8737600" y="6261100"/>
            <a:ext cx="2844800" cy="457200"/>
          </a:xfrm>
        </p:spPr>
        <p:txBody>
          <a:bodyPr/>
          <a:lstStyle>
            <a:lvl1pPr>
              <a:defRPr>
                <a:cs typeface="Arial" charset="0"/>
              </a:defRPr>
            </a:lvl1pPr>
          </a:lstStyle>
          <a:p>
            <a:pPr>
              <a:defRPr/>
            </a:pPr>
            <a:fld id="{FD8BD287-F18D-43B9-8029-2BB5D35D7F8D}" type="slidenum">
              <a:rPr lang="fr-FR"/>
              <a:pPr>
                <a:defRPr/>
              </a:pPr>
              <a:t>‹N°›</a:t>
            </a:fld>
            <a:endParaRPr lang="fr-FR"/>
          </a:p>
        </p:txBody>
      </p:sp>
    </p:spTree>
    <p:extLst>
      <p:ext uri="{BB962C8B-B14F-4D97-AF65-F5344CB8AC3E}">
        <p14:creationId xmlns:p14="http://schemas.microsoft.com/office/powerpoint/2010/main" val="37626203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109728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cs typeface="Arial" charset="0"/>
              </a:defRPr>
            </a:lvl1pPr>
          </a:lstStyle>
          <a:p>
            <a:pPr>
              <a:defRPr/>
            </a:pPr>
            <a:endParaRPr lang="fr-FR"/>
          </a:p>
        </p:txBody>
      </p:sp>
      <p:sp>
        <p:nvSpPr>
          <p:cNvPr id="8" name="Espace réservé du pied de page 7"/>
          <p:cNvSpPr>
            <a:spLocks noGrp="1"/>
          </p:cNvSpPr>
          <p:nvPr>
            <p:ph type="ftr" sz="quarter" idx="11"/>
          </p:nvPr>
        </p:nvSpPr>
        <p:spPr/>
        <p:txBody>
          <a:bodyPr/>
          <a:lstStyle>
            <a:lvl1pPr>
              <a:defRPr>
                <a:cs typeface="Arial" charset="0"/>
              </a:defRPr>
            </a:lvl1pPr>
          </a:lstStyle>
          <a:p>
            <a:pPr>
              <a:defRPr/>
            </a:pPr>
            <a:endParaRPr lang="fr-FR"/>
          </a:p>
        </p:txBody>
      </p:sp>
      <p:sp>
        <p:nvSpPr>
          <p:cNvPr id="9" name="Espace réservé du numéro de diapositive 8"/>
          <p:cNvSpPr>
            <a:spLocks noGrp="1"/>
          </p:cNvSpPr>
          <p:nvPr>
            <p:ph type="sldNum" sz="quarter" idx="12"/>
          </p:nvPr>
        </p:nvSpPr>
        <p:spPr/>
        <p:txBody>
          <a:bodyPr/>
          <a:lstStyle>
            <a:lvl1pPr>
              <a:defRPr>
                <a:cs typeface="Arial" charset="0"/>
              </a:defRPr>
            </a:lvl1pPr>
          </a:lstStyle>
          <a:p>
            <a:pPr>
              <a:defRPr/>
            </a:pPr>
            <a:fld id="{C59A3E84-0694-4A80-A0A2-D6C07B4D5FD1}" type="slidenum">
              <a:rPr lang="fr-FR"/>
              <a:pPr>
                <a:defRPr/>
              </a:pPr>
              <a:t>‹N°›</a:t>
            </a:fld>
            <a:endParaRPr lang="fr-FR"/>
          </a:p>
        </p:txBody>
      </p:sp>
    </p:spTree>
    <p:extLst>
      <p:ext uri="{BB962C8B-B14F-4D97-AF65-F5344CB8AC3E}">
        <p14:creationId xmlns:p14="http://schemas.microsoft.com/office/powerpoint/2010/main" val="3749826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lvl1pPr>
              <a:defRPr>
                <a:cs typeface="Arial" charset="0"/>
              </a:defRPr>
            </a:lvl1pPr>
          </a:lstStyle>
          <a:p>
            <a:pPr>
              <a:defRPr/>
            </a:pPr>
            <a:endParaRPr lang="fr-FR"/>
          </a:p>
        </p:txBody>
      </p:sp>
      <p:sp>
        <p:nvSpPr>
          <p:cNvPr id="4" name="Espace réservé du pied de page 3"/>
          <p:cNvSpPr>
            <a:spLocks noGrp="1"/>
          </p:cNvSpPr>
          <p:nvPr>
            <p:ph type="ftr" sz="quarter" idx="11"/>
          </p:nvPr>
        </p:nvSpPr>
        <p:spPr/>
        <p:txBody>
          <a:bodyPr/>
          <a:lstStyle>
            <a:lvl1pPr>
              <a:defRPr>
                <a:cs typeface="Arial" charset="0"/>
              </a:defRPr>
            </a:lvl1pPr>
          </a:lstStyle>
          <a:p>
            <a:pPr>
              <a:defRPr/>
            </a:pPr>
            <a:endParaRPr lang="fr-FR"/>
          </a:p>
        </p:txBody>
      </p:sp>
      <p:sp>
        <p:nvSpPr>
          <p:cNvPr id="5" name="Espace réservé du numéro de diapositive 4"/>
          <p:cNvSpPr>
            <a:spLocks noGrp="1"/>
          </p:cNvSpPr>
          <p:nvPr>
            <p:ph type="sldNum" sz="quarter" idx="12"/>
          </p:nvPr>
        </p:nvSpPr>
        <p:spPr/>
        <p:txBody>
          <a:bodyPr/>
          <a:lstStyle>
            <a:lvl1pPr>
              <a:defRPr>
                <a:cs typeface="Arial" charset="0"/>
              </a:defRPr>
            </a:lvl1pPr>
          </a:lstStyle>
          <a:p>
            <a:pPr>
              <a:defRPr/>
            </a:pPr>
            <a:fld id="{D5951CBE-D9AA-43B0-8681-24BCF7F76340}" type="slidenum">
              <a:rPr lang="fr-FR"/>
              <a:pPr>
                <a:defRPr/>
              </a:pPr>
              <a:t>‹N°›</a:t>
            </a:fld>
            <a:endParaRPr lang="fr-FR"/>
          </a:p>
        </p:txBody>
      </p:sp>
    </p:spTree>
    <p:extLst>
      <p:ext uri="{BB962C8B-B14F-4D97-AF65-F5344CB8AC3E}">
        <p14:creationId xmlns:p14="http://schemas.microsoft.com/office/powerpoint/2010/main" val="135280227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cs typeface="Arial" charset="0"/>
              </a:defRPr>
            </a:lvl1pPr>
          </a:lstStyle>
          <a:p>
            <a:pPr>
              <a:defRPr/>
            </a:pPr>
            <a:endParaRPr lang="fr-FR"/>
          </a:p>
        </p:txBody>
      </p:sp>
      <p:sp>
        <p:nvSpPr>
          <p:cNvPr id="3" name="Espace réservé du pied de page 2"/>
          <p:cNvSpPr>
            <a:spLocks noGrp="1"/>
          </p:cNvSpPr>
          <p:nvPr>
            <p:ph type="ftr" sz="quarter" idx="11"/>
          </p:nvPr>
        </p:nvSpPr>
        <p:spPr/>
        <p:txBody>
          <a:bodyPr/>
          <a:lstStyle>
            <a:lvl1pPr>
              <a:defRPr>
                <a:cs typeface="Arial" charset="0"/>
              </a:defRPr>
            </a:lvl1pPr>
          </a:lstStyle>
          <a:p>
            <a:pPr>
              <a:defRPr/>
            </a:pPr>
            <a:endParaRPr lang="fr-FR"/>
          </a:p>
        </p:txBody>
      </p:sp>
      <p:sp>
        <p:nvSpPr>
          <p:cNvPr id="4" name="Espace réservé du numéro de diapositive 3"/>
          <p:cNvSpPr>
            <a:spLocks noGrp="1"/>
          </p:cNvSpPr>
          <p:nvPr>
            <p:ph type="sldNum" sz="quarter" idx="12"/>
          </p:nvPr>
        </p:nvSpPr>
        <p:spPr/>
        <p:txBody>
          <a:bodyPr/>
          <a:lstStyle>
            <a:lvl1pPr>
              <a:defRPr>
                <a:cs typeface="Arial" charset="0"/>
              </a:defRPr>
            </a:lvl1pPr>
          </a:lstStyle>
          <a:p>
            <a:pPr>
              <a:defRPr/>
            </a:pPr>
            <a:fld id="{27277C56-4702-4C9D-9C14-B0A506CA0B65}" type="slidenum">
              <a:rPr lang="fr-FR"/>
              <a:pPr>
                <a:defRPr/>
              </a:pPr>
              <a:t>‹N°›</a:t>
            </a:fld>
            <a:endParaRPr lang="fr-FR"/>
          </a:p>
        </p:txBody>
      </p:sp>
    </p:spTree>
    <p:extLst>
      <p:ext uri="{BB962C8B-B14F-4D97-AF65-F5344CB8AC3E}">
        <p14:creationId xmlns:p14="http://schemas.microsoft.com/office/powerpoint/2010/main" val="255461280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lstStyle>
            <a:lvl1pPr algn="l">
              <a:defRPr sz="2000" b="1"/>
            </a:lvl1pPr>
          </a:lstStyle>
          <a:p>
            <a:r>
              <a:rPr lang="fr-FR"/>
              <a:t>Modifiez le style du titre</a:t>
            </a: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8686A897-A6BD-4F9E-A949-150399EC367D}" type="slidenum">
              <a:rPr lang="fr-FR"/>
              <a:pPr>
                <a:defRPr/>
              </a:pPr>
              <a:t>‹N°›</a:t>
            </a:fld>
            <a:endParaRPr lang="fr-FR"/>
          </a:p>
        </p:txBody>
      </p:sp>
    </p:spTree>
    <p:extLst>
      <p:ext uri="{BB962C8B-B14F-4D97-AF65-F5344CB8AC3E}">
        <p14:creationId xmlns:p14="http://schemas.microsoft.com/office/powerpoint/2010/main" val="74129363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lvl1pPr>
              <a:defRPr>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a:defRPr>
                <a:cs typeface="Arial" charset="0"/>
              </a:defRPr>
            </a:lvl1pPr>
          </a:lstStyle>
          <a:p>
            <a:pPr>
              <a:defRPr/>
            </a:pPr>
            <a:endParaRPr lang="fr-FR"/>
          </a:p>
        </p:txBody>
      </p:sp>
      <p:sp>
        <p:nvSpPr>
          <p:cNvPr id="7" name="Espace réservé du numéro de diapositive 6"/>
          <p:cNvSpPr>
            <a:spLocks noGrp="1"/>
          </p:cNvSpPr>
          <p:nvPr>
            <p:ph type="sldNum" sz="quarter" idx="12"/>
          </p:nvPr>
        </p:nvSpPr>
        <p:spPr/>
        <p:txBody>
          <a:bodyPr/>
          <a:lstStyle>
            <a:lvl1pPr>
              <a:defRPr>
                <a:cs typeface="Arial" charset="0"/>
              </a:defRPr>
            </a:lvl1pPr>
          </a:lstStyle>
          <a:p>
            <a:pPr>
              <a:defRPr/>
            </a:pPr>
            <a:fld id="{B324F8E4-EF78-40BE-8768-3FD72F0BEE29}" type="slidenum">
              <a:rPr lang="fr-FR"/>
              <a:pPr>
                <a:defRPr/>
              </a:pPr>
              <a:t>‹N°›</a:t>
            </a:fld>
            <a:endParaRPr lang="fr-FR"/>
          </a:p>
        </p:txBody>
      </p:sp>
    </p:spTree>
    <p:extLst>
      <p:ext uri="{BB962C8B-B14F-4D97-AF65-F5344CB8AC3E}">
        <p14:creationId xmlns:p14="http://schemas.microsoft.com/office/powerpoint/2010/main" val="14103893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E8B19302-469D-4238-9B60-4DB8CF84F0D1}" type="slidenum">
              <a:rPr lang="fr-FR"/>
              <a:pPr>
                <a:defRPr/>
              </a:pPr>
              <a:t>‹N°›</a:t>
            </a:fld>
            <a:endParaRPr lang="fr-FR"/>
          </a:p>
        </p:txBody>
      </p:sp>
    </p:spTree>
    <p:extLst>
      <p:ext uri="{BB962C8B-B14F-4D97-AF65-F5344CB8AC3E}">
        <p14:creationId xmlns:p14="http://schemas.microsoft.com/office/powerpoint/2010/main" val="388777554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5484" y="277813"/>
            <a:ext cx="2794000" cy="5643562"/>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53484" y="277813"/>
            <a:ext cx="8178800" cy="564356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a:defRPr>
                <a:cs typeface="Arial" charset="0"/>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cs typeface="Arial" charset="0"/>
              </a:defRPr>
            </a:lvl1pPr>
          </a:lstStyle>
          <a:p>
            <a:pPr>
              <a:defRPr/>
            </a:pPr>
            <a:fld id="{08E19979-6883-4C6D-9B2F-E1A9BB9ED3E2}" type="slidenum">
              <a:rPr lang="fr-FR"/>
              <a:pPr>
                <a:defRPr/>
              </a:pPr>
              <a:t>‹N°›</a:t>
            </a:fld>
            <a:endParaRPr lang="fr-FR"/>
          </a:p>
        </p:txBody>
      </p:sp>
    </p:spTree>
    <p:extLst>
      <p:ext uri="{BB962C8B-B14F-4D97-AF65-F5344CB8AC3E}">
        <p14:creationId xmlns:p14="http://schemas.microsoft.com/office/powerpoint/2010/main" val="3479344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theme" Target="../theme/theme3.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theme" Target="../theme/theme4.xml"/><Relationship Id="rId13"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theme" Target="../theme/theme5.xml"/><Relationship Id="rId13"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5" Type="http://schemas.openxmlformats.org/officeDocument/2006/relationships/slideLayout" Target="../slideLayouts/slideLayout72.xml"/><Relationship Id="rId6" Type="http://schemas.openxmlformats.org/officeDocument/2006/relationships/slideLayout" Target="../slideLayouts/slideLayout73.xml"/><Relationship Id="rId7" Type="http://schemas.openxmlformats.org/officeDocument/2006/relationships/slideLayout" Target="../slideLayouts/slideLayout74.xml"/><Relationship Id="rId8" Type="http://schemas.openxmlformats.org/officeDocument/2006/relationships/slideLayout" Target="../slideLayouts/slideLayout75.xml"/><Relationship Id="rId9" Type="http://schemas.openxmlformats.org/officeDocument/2006/relationships/slideLayout" Target="../slideLayouts/slideLayout76.xml"/><Relationship Id="rId10" Type="http://schemas.openxmlformats.org/officeDocument/2006/relationships/slideLayout" Target="../slideLayouts/slideLayout77.xml"/><Relationship Id="rId11" Type="http://schemas.openxmlformats.org/officeDocument/2006/relationships/slideLayout" Target="../slideLayouts/slideLayout78.xml"/><Relationship Id="rId12" Type="http://schemas.openxmlformats.org/officeDocument/2006/relationships/theme" Target="../theme/theme7.xml"/><Relationship Id="rId13"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slideLayout" Target="../slideLayouts/slideLayout80.xml"/><Relationship Id="rId3" Type="http://schemas.openxmlformats.org/officeDocument/2006/relationships/slideLayout" Target="../slideLayouts/slideLayout81.xml"/><Relationship Id="rId4" Type="http://schemas.openxmlformats.org/officeDocument/2006/relationships/slideLayout" Target="../slideLayouts/slideLayout82.xml"/><Relationship Id="rId5" Type="http://schemas.openxmlformats.org/officeDocument/2006/relationships/slideLayout" Target="../slideLayouts/slideLayout83.xml"/><Relationship Id="rId6" Type="http://schemas.openxmlformats.org/officeDocument/2006/relationships/slideLayout" Target="../slideLayouts/slideLayout84.xml"/><Relationship Id="rId7" Type="http://schemas.openxmlformats.org/officeDocument/2006/relationships/slideLayout" Target="../slideLayouts/slideLayout85.xml"/><Relationship Id="rId8" Type="http://schemas.openxmlformats.org/officeDocument/2006/relationships/slideLayout" Target="../slideLayouts/slideLayout86.xml"/><Relationship Id="rId9" Type="http://schemas.openxmlformats.org/officeDocument/2006/relationships/slideLayout" Target="../slideLayouts/slideLayout87.xml"/><Relationship Id="rId10" Type="http://schemas.openxmlformats.org/officeDocument/2006/relationships/slideLayout" Target="../slideLayouts/slideLayout88.xml"/><Relationship Id="rId11" Type="http://schemas.openxmlformats.org/officeDocument/2006/relationships/slideLayout" Target="../slideLayouts/slideLayout89.xml"/><Relationship Id="rId12" Type="http://schemas.openxmlformats.org/officeDocument/2006/relationships/theme" Target="../theme/theme8.xml"/><Relationship Id="rId13"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5" name="Espace réservé du pied de page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592F83-7405-4D71-BE15-BA2C0774FD69}" type="slidenum">
              <a:rPr lang="fr-FR" smtClean="0"/>
              <a:t>‹N°›</a:t>
            </a:fld>
            <a:endParaRPr lang="fr-FR"/>
          </a:p>
        </p:txBody>
      </p:sp>
      <p:grpSp>
        <p:nvGrpSpPr>
          <p:cNvPr id="10" name="Groupe 9">
            <a:extLst>
              <a:ext uri="{FF2B5EF4-FFF2-40B4-BE49-F238E27FC236}">
                <a16:creationId xmlns:a16="http://schemas.microsoft.com/office/drawing/2014/main" id="{16A2F942-BD23-D892-F25B-DA5CAE5F04E6}"/>
              </a:ext>
            </a:extLst>
          </p:cNvPr>
          <p:cNvGrpSpPr/>
          <p:nvPr userDrawn="1"/>
        </p:nvGrpSpPr>
        <p:grpSpPr>
          <a:xfrm>
            <a:off x="0" y="0"/>
            <a:ext cx="152400" cy="6858000"/>
            <a:chOff x="0" y="0"/>
            <a:chExt cx="152400" cy="6858000"/>
          </a:xfrm>
        </p:grpSpPr>
        <p:sp>
          <p:nvSpPr>
            <p:cNvPr id="7" name="Rectangle 7"/>
            <p:cNvSpPr>
              <a:spLocks noChangeArrowheads="1"/>
            </p:cNvSpPr>
            <p:nvPr userDrawn="1"/>
          </p:nvSpPr>
          <p:spPr bwMode="auto">
            <a:xfrm>
              <a:off x="0" y="4572000"/>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cs typeface="Arial" charset="0"/>
              </a:endParaRPr>
            </a:p>
          </p:txBody>
        </p:sp>
        <p:sp>
          <p:nvSpPr>
            <p:cNvPr id="8" name="Rectangle 9"/>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cs typeface="Arial" charset="0"/>
              </a:endParaRPr>
            </a:p>
          </p:txBody>
        </p:sp>
        <p:sp>
          <p:nvSpPr>
            <p:cNvPr id="9" name="Rectangle 10"/>
            <p:cNvSpPr>
              <a:spLocks noChangeArrowheads="1"/>
            </p:cNvSpPr>
            <p:nvPr userDrawn="1"/>
          </p:nvSpPr>
          <p:spPr bwMode="auto">
            <a:xfrm>
              <a:off x="0" y="0"/>
              <a:ext cx="152400" cy="2286000"/>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Times New Roman" pitchFamily="18" charset="0"/>
              </a:endParaRPr>
            </a:p>
          </p:txBody>
        </p:sp>
      </p:grpSp>
    </p:spTree>
    <p:extLst>
      <p:ext uri="{BB962C8B-B14F-4D97-AF65-F5344CB8AC3E}">
        <p14:creationId xmlns:p14="http://schemas.microsoft.com/office/powerpoint/2010/main" val="1455717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22301" y="0"/>
            <a:ext cx="10919884"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2051" name="Rectangle 3"/>
          <p:cNvSpPr>
            <a:spLocks noGrp="1" noChangeArrowheads="1"/>
          </p:cNvSpPr>
          <p:nvPr>
            <p:ph type="body" idx="1"/>
          </p:nvPr>
        </p:nvSpPr>
        <p:spPr bwMode="auto">
          <a:xfrm>
            <a:off x="622300" y="836614"/>
            <a:ext cx="109728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8852"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4" name="Rectangle 6"/>
          <p:cNvSpPr>
            <a:spLocks noGrp="1" noChangeArrowheads="1"/>
          </p:cNvSpPr>
          <p:nvPr>
            <p:ph type="sldNum" sz="quarter" idx="4"/>
          </p:nvPr>
        </p:nvSpPr>
        <p:spPr bwMode="auto">
          <a:xfrm>
            <a:off x="8737600" y="62182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0">
                <a:solidFill>
                  <a:srgbClr val="000000"/>
                </a:solidFill>
                <a:latin typeface="Verdana" pitchFamily="34" charset="0"/>
                <a:cs typeface="Arial"/>
              </a:defRPr>
            </a:lvl1pPr>
          </a:lstStyle>
          <a:p>
            <a:pPr fontAlgn="base">
              <a:spcBef>
                <a:spcPct val="0"/>
              </a:spcBef>
              <a:spcAft>
                <a:spcPct val="0"/>
              </a:spcAft>
              <a:defRPr/>
            </a:pPr>
            <a:fld id="{80418E13-F90D-4073-973C-40D860A95E76}" type="slidenum">
              <a:rPr lang="fr-FR"/>
              <a:pPr fontAlgn="base">
                <a:spcBef>
                  <a:spcPct val="0"/>
                </a:spcBef>
                <a:spcAft>
                  <a:spcPct val="0"/>
                </a:spcAft>
                <a:defRPr/>
              </a:pPr>
              <a:t>‹N°›</a:t>
            </a:fld>
            <a:endParaRPr lang="fr-FR"/>
          </a:p>
        </p:txBody>
      </p:sp>
      <p:sp>
        <p:nvSpPr>
          <p:cNvPr id="2055" name="Line 8"/>
          <p:cNvSpPr>
            <a:spLocks noChangeShapeType="1"/>
          </p:cNvSpPr>
          <p:nvPr/>
        </p:nvSpPr>
        <p:spPr bwMode="auto">
          <a:xfrm>
            <a:off x="622300" y="687388"/>
            <a:ext cx="10769600" cy="0"/>
          </a:xfrm>
          <a:prstGeom prst="line">
            <a:avLst/>
          </a:prstGeom>
          <a:noFill/>
          <a:ln w="190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fr-FR" sz="1800" b="1">
              <a:solidFill>
                <a:srgbClr val="000000"/>
              </a:solidFill>
            </a:endParaRPr>
          </a:p>
        </p:txBody>
      </p:sp>
      <p:sp>
        <p:nvSpPr>
          <p:cNvPr id="2057" name="Rectangle 7"/>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2058" name="Rectangle 9"/>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2059" name="Rectangle 10"/>
          <p:cNvSpPr>
            <a:spLocks noChangeArrowheads="1"/>
          </p:cNvSpPr>
          <p:nvPr userDrawn="1"/>
        </p:nvSpPr>
        <p:spPr bwMode="auto">
          <a:xfrm>
            <a:off x="0" y="-9128"/>
            <a:ext cx="152400" cy="229512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pic>
        <p:nvPicPr>
          <p:cNvPr id="3" name="Image 2" descr="Une image contenant oiseau, plume, colibri, texte&#10;&#10;Le contenu généré par l’IA peut être incorrect.">
            <a:extLst>
              <a:ext uri="{FF2B5EF4-FFF2-40B4-BE49-F238E27FC236}">
                <a16:creationId xmlns:a16="http://schemas.microsoft.com/office/drawing/2014/main" id="{A1A2F606-2FF5-BBDF-C78E-78FB5974DD1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470314" y="25933"/>
            <a:ext cx="721686" cy="720000"/>
          </a:xfrm>
          <a:prstGeom prst="rect">
            <a:avLst/>
          </a:prstGeom>
        </p:spPr>
      </p:pic>
    </p:spTree>
    <p:extLst>
      <p:ext uri="{BB962C8B-B14F-4D97-AF65-F5344CB8AC3E}">
        <p14:creationId xmlns:p14="http://schemas.microsoft.com/office/powerpoint/2010/main" val="5482241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0" fontAlgn="base" hangingPunct="0">
        <a:spcBef>
          <a:spcPct val="0"/>
        </a:spcBef>
        <a:spcAft>
          <a:spcPct val="0"/>
        </a:spcAft>
        <a:defRPr sz="2400" b="1">
          <a:solidFill>
            <a:schemeClr val="tx1"/>
          </a:solidFill>
          <a:effectLst/>
          <a:latin typeface="+mj-lt"/>
          <a:ea typeface="+mj-ea"/>
          <a:cs typeface="+mj-cs"/>
        </a:defRPr>
      </a:lvl1pPr>
      <a:lvl2pPr algn="l" rtl="0" eaLnBrk="0" fontAlgn="base" hangingPunct="0">
        <a:spcBef>
          <a:spcPct val="0"/>
        </a:spcBef>
        <a:spcAft>
          <a:spcPct val="0"/>
        </a:spcAft>
        <a:defRPr sz="2400" b="1">
          <a:solidFill>
            <a:schemeClr val="tx1"/>
          </a:solidFill>
          <a:latin typeface="Calibri" pitchFamily="34" charset="0"/>
          <a:cs typeface="Arial" charset="0"/>
        </a:defRPr>
      </a:lvl2pPr>
      <a:lvl3pPr algn="l" rtl="0" eaLnBrk="0" fontAlgn="base" hangingPunct="0">
        <a:spcBef>
          <a:spcPct val="0"/>
        </a:spcBef>
        <a:spcAft>
          <a:spcPct val="0"/>
        </a:spcAft>
        <a:defRPr sz="2400" b="1">
          <a:solidFill>
            <a:schemeClr val="tx1"/>
          </a:solidFill>
          <a:latin typeface="Calibri" pitchFamily="34" charset="0"/>
          <a:cs typeface="Arial" charset="0"/>
        </a:defRPr>
      </a:lvl3pPr>
      <a:lvl4pPr algn="l" rtl="0" eaLnBrk="0" fontAlgn="base" hangingPunct="0">
        <a:spcBef>
          <a:spcPct val="0"/>
        </a:spcBef>
        <a:spcAft>
          <a:spcPct val="0"/>
        </a:spcAft>
        <a:defRPr sz="2400" b="1">
          <a:solidFill>
            <a:schemeClr val="tx1"/>
          </a:solidFill>
          <a:latin typeface="Calibri" pitchFamily="34" charset="0"/>
          <a:cs typeface="Arial" charset="0"/>
        </a:defRPr>
      </a:lvl4pPr>
      <a:lvl5pPr algn="l" rtl="0" eaLnBrk="0" fontAlgn="base" hangingPunct="0">
        <a:spcBef>
          <a:spcPct val="0"/>
        </a:spcBef>
        <a:spcAft>
          <a:spcPct val="0"/>
        </a:spcAft>
        <a:defRPr sz="2400" b="1">
          <a:solidFill>
            <a:schemeClr val="tx1"/>
          </a:solidFill>
          <a:latin typeface="Calibri" pitchFamily="34" charset="0"/>
          <a:cs typeface="Arial" charset="0"/>
        </a:defRPr>
      </a:lvl5pPr>
      <a:lvl6pPr marL="457200" algn="l" rtl="0" fontAlgn="base">
        <a:spcBef>
          <a:spcPct val="0"/>
        </a:spcBef>
        <a:spcAft>
          <a:spcPct val="0"/>
        </a:spcAft>
        <a:defRPr sz="3200">
          <a:solidFill>
            <a:srgbClr val="FF6600"/>
          </a:solidFill>
          <a:latin typeface="Calibri" pitchFamily="34" charset="0"/>
          <a:cs typeface="Arial" charset="0"/>
        </a:defRPr>
      </a:lvl6pPr>
      <a:lvl7pPr marL="914400" algn="l" rtl="0" fontAlgn="base">
        <a:spcBef>
          <a:spcPct val="0"/>
        </a:spcBef>
        <a:spcAft>
          <a:spcPct val="0"/>
        </a:spcAft>
        <a:defRPr sz="3200">
          <a:solidFill>
            <a:srgbClr val="FF6600"/>
          </a:solidFill>
          <a:latin typeface="Calibri" pitchFamily="34" charset="0"/>
          <a:cs typeface="Arial" charset="0"/>
        </a:defRPr>
      </a:lvl7pPr>
      <a:lvl8pPr marL="1371600" algn="l" rtl="0" fontAlgn="base">
        <a:spcBef>
          <a:spcPct val="0"/>
        </a:spcBef>
        <a:spcAft>
          <a:spcPct val="0"/>
        </a:spcAft>
        <a:defRPr sz="3200">
          <a:solidFill>
            <a:srgbClr val="FF6600"/>
          </a:solidFill>
          <a:latin typeface="Calibri" pitchFamily="34" charset="0"/>
          <a:cs typeface="Arial" charset="0"/>
        </a:defRPr>
      </a:lvl8pPr>
      <a:lvl9pPr marL="1828800" algn="l" rtl="0" fontAlgn="base">
        <a:spcBef>
          <a:spcPct val="0"/>
        </a:spcBef>
        <a:spcAft>
          <a:spcPct val="0"/>
        </a:spcAft>
        <a:defRPr sz="3200">
          <a:solidFill>
            <a:srgbClr val="FF6600"/>
          </a:solidFill>
          <a:latin typeface="Calibri" pitchFamily="34" charset="0"/>
          <a:cs typeface="Arial" charset="0"/>
        </a:defRPr>
      </a:lvl9pPr>
    </p:titleStyle>
    <p:bodyStyle>
      <a:lvl1pPr marL="342900" indent="-342900" algn="l" rtl="0" eaLnBrk="0" fontAlgn="base" hangingPunct="0">
        <a:spcBef>
          <a:spcPct val="20000"/>
        </a:spcBef>
        <a:spcAft>
          <a:spcPct val="0"/>
        </a:spcAft>
        <a:buClr>
          <a:srgbClr val="0070C0"/>
        </a:buClr>
        <a:buSzPct val="75000"/>
        <a:buFont typeface="Wingdings" pitchFamily="2" charset="2"/>
        <a:buChar char="q"/>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70C0"/>
        </a:buClr>
        <a:buSzPct val="75000"/>
        <a:buFont typeface="Wingdings" pitchFamily="2" charset="2"/>
        <a:buChar char="q"/>
        <a:defRPr sz="1800">
          <a:solidFill>
            <a:schemeClr val="tx1"/>
          </a:solidFill>
          <a:latin typeface="+mn-lt"/>
          <a:cs typeface="+mn-cs"/>
        </a:defRPr>
      </a:lvl2pPr>
      <a:lvl3pPr marL="1143000" indent="-228600" algn="l" rtl="0" eaLnBrk="0" fontAlgn="base" hangingPunct="0">
        <a:spcBef>
          <a:spcPct val="20000"/>
        </a:spcBef>
        <a:spcAft>
          <a:spcPct val="0"/>
        </a:spcAft>
        <a:buClr>
          <a:srgbClr val="0070C0"/>
        </a:buClr>
        <a:buSzPct val="75000"/>
        <a:buFont typeface="Wingdings" pitchFamily="2" charset="2"/>
        <a:buChar char="q"/>
        <a:defRPr sz="1600">
          <a:solidFill>
            <a:schemeClr val="tx1"/>
          </a:solidFill>
          <a:latin typeface="+mn-lt"/>
          <a:cs typeface="+mn-cs"/>
        </a:defRPr>
      </a:lvl3pPr>
      <a:lvl4pPr marL="16002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4pPr>
      <a:lvl5pPr marL="20574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22301" y="0"/>
            <a:ext cx="10919884"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4099" name="Rectangle 3"/>
          <p:cNvSpPr>
            <a:spLocks noGrp="1" noChangeArrowheads="1"/>
          </p:cNvSpPr>
          <p:nvPr>
            <p:ph type="body" idx="1"/>
          </p:nvPr>
        </p:nvSpPr>
        <p:spPr bwMode="auto">
          <a:xfrm>
            <a:off x="655108" y="964523"/>
            <a:ext cx="10703984"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8852"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0">
                <a:solidFill>
                  <a:srgbClr val="000000"/>
                </a:solidFill>
                <a:latin typeface="Verdana" pitchFamily="34" charset="0"/>
                <a:cs typeface="+mn-cs"/>
              </a:defRPr>
            </a:lvl1pPr>
          </a:lstStyle>
          <a:p>
            <a:pPr fontAlgn="base">
              <a:spcBef>
                <a:spcPct val="0"/>
              </a:spcBef>
              <a:spcAft>
                <a:spcPct val="0"/>
              </a:spcAft>
              <a:defRPr/>
            </a:pPr>
            <a:endParaRPr lang="fr-FR"/>
          </a:p>
        </p:txBody>
      </p:sp>
      <p:sp>
        <p:nvSpPr>
          <p:cNvPr id="7885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b="0">
                <a:solidFill>
                  <a:srgbClr val="000000"/>
                </a:solidFill>
                <a:latin typeface="Verdana" pitchFamily="34" charset="0"/>
                <a:cs typeface="+mn-cs"/>
              </a:defRPr>
            </a:lvl1pPr>
          </a:lstStyle>
          <a:p>
            <a:pPr fontAlgn="base">
              <a:spcBef>
                <a:spcPct val="0"/>
              </a:spcBef>
              <a:spcAft>
                <a:spcPct val="0"/>
              </a:spcAft>
              <a:defRPr/>
            </a:pPr>
            <a:endParaRPr lang="fr-FR"/>
          </a:p>
        </p:txBody>
      </p:sp>
      <p:sp>
        <p:nvSpPr>
          <p:cNvPr id="78854" name="Rectangle 6"/>
          <p:cNvSpPr>
            <a:spLocks noGrp="1" noChangeArrowheads="1"/>
          </p:cNvSpPr>
          <p:nvPr>
            <p:ph type="sldNum" sz="quarter" idx="4"/>
          </p:nvPr>
        </p:nvSpPr>
        <p:spPr bwMode="auto">
          <a:xfrm>
            <a:off x="9271000" y="6207125"/>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0">
                <a:solidFill>
                  <a:srgbClr val="000000"/>
                </a:solidFill>
                <a:latin typeface="Verdana" pitchFamily="34" charset="0"/>
                <a:cs typeface="+mn-cs"/>
              </a:defRPr>
            </a:lvl1pPr>
          </a:lstStyle>
          <a:p>
            <a:pPr fontAlgn="base">
              <a:spcBef>
                <a:spcPct val="0"/>
              </a:spcBef>
              <a:spcAft>
                <a:spcPct val="0"/>
              </a:spcAft>
              <a:defRPr/>
            </a:pPr>
            <a:fld id="{F7DDE385-91C7-48CE-9175-CFD7D795D4AB}" type="slidenum">
              <a:rPr lang="fr-FR"/>
              <a:pPr fontAlgn="base">
                <a:spcBef>
                  <a:spcPct val="0"/>
                </a:spcBef>
                <a:spcAft>
                  <a:spcPct val="0"/>
                </a:spcAft>
                <a:defRPr/>
              </a:pPr>
              <a:t>‹N°›</a:t>
            </a:fld>
            <a:endParaRPr lang="fr-FR"/>
          </a:p>
        </p:txBody>
      </p:sp>
      <p:sp>
        <p:nvSpPr>
          <p:cNvPr id="4103" name="Line 8"/>
          <p:cNvSpPr>
            <a:spLocks noChangeShapeType="1"/>
          </p:cNvSpPr>
          <p:nvPr/>
        </p:nvSpPr>
        <p:spPr bwMode="auto">
          <a:xfrm>
            <a:off x="622300" y="687388"/>
            <a:ext cx="10769600" cy="0"/>
          </a:xfrm>
          <a:prstGeom prst="line">
            <a:avLst/>
          </a:prstGeom>
          <a:noFill/>
          <a:ln w="190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fr-FR" sz="1800" b="1">
              <a:solidFill>
                <a:srgbClr val="000000"/>
              </a:solidFill>
            </a:endParaRPr>
          </a:p>
        </p:txBody>
      </p:sp>
      <p:sp>
        <p:nvSpPr>
          <p:cNvPr id="3" name="Rectangle 7">
            <a:extLst>
              <a:ext uri="{FF2B5EF4-FFF2-40B4-BE49-F238E27FC236}">
                <a16:creationId xmlns:a16="http://schemas.microsoft.com/office/drawing/2014/main" id="{D7EF8DF1-394D-88A6-07C4-71C3970F3E8E}"/>
              </a:ext>
            </a:extLst>
          </p:cNvPr>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4" name="Rectangle 9">
            <a:extLst>
              <a:ext uri="{FF2B5EF4-FFF2-40B4-BE49-F238E27FC236}">
                <a16:creationId xmlns:a16="http://schemas.microsoft.com/office/drawing/2014/main" id="{9BA51E6E-01C5-FD14-EAFA-A493B490BD7F}"/>
              </a:ext>
            </a:extLst>
          </p:cNvPr>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5" name="Rectangle 10">
            <a:extLst>
              <a:ext uri="{FF2B5EF4-FFF2-40B4-BE49-F238E27FC236}">
                <a16:creationId xmlns:a16="http://schemas.microsoft.com/office/drawing/2014/main" id="{3C2D52B0-6A54-1AD9-EC09-B55699F66360}"/>
              </a:ext>
            </a:extLst>
          </p:cNvPr>
          <p:cNvSpPr>
            <a:spLocks noChangeArrowheads="1"/>
          </p:cNvSpPr>
          <p:nvPr userDrawn="1"/>
        </p:nvSpPr>
        <p:spPr bwMode="auto">
          <a:xfrm>
            <a:off x="0" y="-9128"/>
            <a:ext cx="152400" cy="229512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pic>
        <p:nvPicPr>
          <p:cNvPr id="6" name="Image 5" descr="Une image contenant oiseau, plume, colibri, texte&#10;&#10;Le contenu généré par l’IA peut être incorrect.">
            <a:extLst>
              <a:ext uri="{FF2B5EF4-FFF2-40B4-BE49-F238E27FC236}">
                <a16:creationId xmlns:a16="http://schemas.microsoft.com/office/drawing/2014/main" id="{A1A2F606-2FF5-BBDF-C78E-78FB5974DD1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470314" y="20203"/>
            <a:ext cx="721686" cy="720000"/>
          </a:xfrm>
          <a:prstGeom prst="rect">
            <a:avLst/>
          </a:prstGeom>
        </p:spPr>
      </p:pic>
    </p:spTree>
    <p:extLst>
      <p:ext uri="{BB962C8B-B14F-4D97-AF65-F5344CB8AC3E}">
        <p14:creationId xmlns:p14="http://schemas.microsoft.com/office/powerpoint/2010/main" val="15648211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hdr="0" ftr="0" dt="0"/>
  <p:txStyles>
    <p:titleStyle>
      <a:lvl1pPr algn="l" rtl="0" eaLnBrk="0" fontAlgn="base" hangingPunct="0">
        <a:spcBef>
          <a:spcPct val="0"/>
        </a:spcBef>
        <a:spcAft>
          <a:spcPct val="0"/>
        </a:spcAft>
        <a:defRPr sz="2400" b="1">
          <a:solidFill>
            <a:schemeClr val="tx1"/>
          </a:solidFill>
          <a:effectLst/>
          <a:latin typeface="+mj-lt"/>
          <a:ea typeface="+mj-ea"/>
          <a:cs typeface="+mj-cs"/>
        </a:defRPr>
      </a:lvl1pPr>
      <a:lvl2pPr algn="l" rtl="0" eaLnBrk="0" fontAlgn="base" hangingPunct="0">
        <a:spcBef>
          <a:spcPct val="0"/>
        </a:spcBef>
        <a:spcAft>
          <a:spcPct val="0"/>
        </a:spcAft>
        <a:defRPr sz="2400" b="1">
          <a:solidFill>
            <a:schemeClr val="tx1"/>
          </a:solidFill>
          <a:latin typeface="Calibri" pitchFamily="34" charset="0"/>
          <a:cs typeface="Arial" charset="0"/>
        </a:defRPr>
      </a:lvl2pPr>
      <a:lvl3pPr algn="l" rtl="0" eaLnBrk="0" fontAlgn="base" hangingPunct="0">
        <a:spcBef>
          <a:spcPct val="0"/>
        </a:spcBef>
        <a:spcAft>
          <a:spcPct val="0"/>
        </a:spcAft>
        <a:defRPr sz="2400" b="1">
          <a:solidFill>
            <a:schemeClr val="tx1"/>
          </a:solidFill>
          <a:latin typeface="Calibri" pitchFamily="34" charset="0"/>
          <a:cs typeface="Arial" charset="0"/>
        </a:defRPr>
      </a:lvl3pPr>
      <a:lvl4pPr algn="l" rtl="0" eaLnBrk="0" fontAlgn="base" hangingPunct="0">
        <a:spcBef>
          <a:spcPct val="0"/>
        </a:spcBef>
        <a:spcAft>
          <a:spcPct val="0"/>
        </a:spcAft>
        <a:defRPr sz="2400" b="1">
          <a:solidFill>
            <a:schemeClr val="tx1"/>
          </a:solidFill>
          <a:latin typeface="Calibri" pitchFamily="34" charset="0"/>
          <a:cs typeface="Arial" charset="0"/>
        </a:defRPr>
      </a:lvl4pPr>
      <a:lvl5pPr algn="l" rtl="0" eaLnBrk="0" fontAlgn="base" hangingPunct="0">
        <a:spcBef>
          <a:spcPct val="0"/>
        </a:spcBef>
        <a:spcAft>
          <a:spcPct val="0"/>
        </a:spcAft>
        <a:defRPr sz="2400" b="1">
          <a:solidFill>
            <a:schemeClr val="tx1"/>
          </a:solidFill>
          <a:latin typeface="Calibri" pitchFamily="34" charset="0"/>
          <a:cs typeface="Arial" charset="0"/>
        </a:defRPr>
      </a:lvl5pPr>
      <a:lvl6pPr marL="457200" algn="l" rtl="0" fontAlgn="base">
        <a:spcBef>
          <a:spcPct val="0"/>
        </a:spcBef>
        <a:spcAft>
          <a:spcPct val="0"/>
        </a:spcAft>
        <a:defRPr sz="3200">
          <a:solidFill>
            <a:srgbClr val="FF6600"/>
          </a:solidFill>
          <a:latin typeface="Calibri" pitchFamily="34" charset="0"/>
          <a:cs typeface="Arial" charset="0"/>
        </a:defRPr>
      </a:lvl6pPr>
      <a:lvl7pPr marL="914400" algn="l" rtl="0" fontAlgn="base">
        <a:spcBef>
          <a:spcPct val="0"/>
        </a:spcBef>
        <a:spcAft>
          <a:spcPct val="0"/>
        </a:spcAft>
        <a:defRPr sz="3200">
          <a:solidFill>
            <a:srgbClr val="FF6600"/>
          </a:solidFill>
          <a:latin typeface="Calibri" pitchFamily="34" charset="0"/>
          <a:cs typeface="Arial" charset="0"/>
        </a:defRPr>
      </a:lvl7pPr>
      <a:lvl8pPr marL="1371600" algn="l" rtl="0" fontAlgn="base">
        <a:spcBef>
          <a:spcPct val="0"/>
        </a:spcBef>
        <a:spcAft>
          <a:spcPct val="0"/>
        </a:spcAft>
        <a:defRPr sz="3200">
          <a:solidFill>
            <a:srgbClr val="FF6600"/>
          </a:solidFill>
          <a:latin typeface="Calibri" pitchFamily="34" charset="0"/>
          <a:cs typeface="Arial" charset="0"/>
        </a:defRPr>
      </a:lvl8pPr>
      <a:lvl9pPr marL="1828800" algn="l" rtl="0" fontAlgn="base">
        <a:spcBef>
          <a:spcPct val="0"/>
        </a:spcBef>
        <a:spcAft>
          <a:spcPct val="0"/>
        </a:spcAft>
        <a:defRPr sz="3200">
          <a:solidFill>
            <a:srgbClr val="FF6600"/>
          </a:solidFill>
          <a:latin typeface="Calibri" pitchFamily="34" charset="0"/>
          <a:cs typeface="Arial" charset="0"/>
        </a:defRPr>
      </a:lvl9pPr>
    </p:titleStyle>
    <p:bodyStyle>
      <a:lvl1pPr marL="342900" indent="-342900" algn="l" rtl="0" eaLnBrk="0" fontAlgn="base" hangingPunct="0">
        <a:spcBef>
          <a:spcPct val="20000"/>
        </a:spcBef>
        <a:spcAft>
          <a:spcPct val="0"/>
        </a:spcAft>
        <a:buClr>
          <a:srgbClr val="0070C0"/>
        </a:buClr>
        <a:buSzPct val="75000"/>
        <a:buFont typeface="Wingdings" pitchFamily="2" charset="2"/>
        <a:buChar char="q"/>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70C0"/>
        </a:buClr>
        <a:buSzPct val="75000"/>
        <a:buFont typeface="Wingdings" pitchFamily="2" charset="2"/>
        <a:buChar char="q"/>
        <a:defRPr sz="1800">
          <a:solidFill>
            <a:schemeClr val="tx1"/>
          </a:solidFill>
          <a:latin typeface="+mn-lt"/>
          <a:cs typeface="+mn-cs"/>
        </a:defRPr>
      </a:lvl2pPr>
      <a:lvl3pPr marL="1143000" indent="-228600" algn="l" rtl="0" eaLnBrk="0" fontAlgn="base" hangingPunct="0">
        <a:spcBef>
          <a:spcPct val="20000"/>
        </a:spcBef>
        <a:spcAft>
          <a:spcPct val="0"/>
        </a:spcAft>
        <a:buClr>
          <a:srgbClr val="0070C0"/>
        </a:buClr>
        <a:buSzPct val="75000"/>
        <a:buFont typeface="Wingdings" pitchFamily="2" charset="2"/>
        <a:buChar char="q"/>
        <a:defRPr sz="1600">
          <a:solidFill>
            <a:schemeClr val="tx1"/>
          </a:solidFill>
          <a:latin typeface="+mn-lt"/>
          <a:cs typeface="+mn-cs"/>
        </a:defRPr>
      </a:lvl3pPr>
      <a:lvl4pPr marL="16002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4pPr>
      <a:lvl5pPr marL="20574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5pPr>
      <a:lvl6pPr marL="2514600" indent="-228600" algn="l" rtl="0" fontAlgn="base">
        <a:spcBef>
          <a:spcPct val="20000"/>
        </a:spcBef>
        <a:spcAft>
          <a:spcPct val="0"/>
        </a:spcAft>
        <a:buClr>
          <a:schemeClr val="accent1"/>
        </a:buClr>
        <a:buSzPct val="75000"/>
        <a:buFont typeface="Wingdings" pitchFamily="2" charset="2"/>
        <a:buChar char="q"/>
        <a:defRPr>
          <a:solidFill>
            <a:schemeClr val="tx1"/>
          </a:solidFill>
          <a:latin typeface="+mn-lt"/>
          <a:cs typeface="+mn-cs"/>
        </a:defRPr>
      </a:lvl6pPr>
      <a:lvl7pPr marL="2971800" indent="-228600" algn="l" rtl="0" fontAlgn="base">
        <a:spcBef>
          <a:spcPct val="20000"/>
        </a:spcBef>
        <a:spcAft>
          <a:spcPct val="0"/>
        </a:spcAft>
        <a:buClr>
          <a:schemeClr val="accent1"/>
        </a:buClr>
        <a:buSzPct val="75000"/>
        <a:buFont typeface="Wingdings" pitchFamily="2" charset="2"/>
        <a:buChar char="q"/>
        <a:defRPr>
          <a:solidFill>
            <a:schemeClr val="tx1"/>
          </a:solidFill>
          <a:latin typeface="+mn-lt"/>
          <a:cs typeface="+mn-cs"/>
        </a:defRPr>
      </a:lvl7pPr>
      <a:lvl8pPr marL="3429000" indent="-228600" algn="l" rtl="0" fontAlgn="base">
        <a:spcBef>
          <a:spcPct val="20000"/>
        </a:spcBef>
        <a:spcAft>
          <a:spcPct val="0"/>
        </a:spcAft>
        <a:buClr>
          <a:schemeClr val="accent1"/>
        </a:buClr>
        <a:buSzPct val="75000"/>
        <a:buFont typeface="Wingdings" pitchFamily="2" charset="2"/>
        <a:buChar char="q"/>
        <a:defRPr>
          <a:solidFill>
            <a:schemeClr val="tx1"/>
          </a:solidFill>
          <a:latin typeface="+mn-lt"/>
          <a:cs typeface="+mn-cs"/>
        </a:defRPr>
      </a:lvl8pPr>
      <a:lvl9pPr marL="3886200" indent="-228600" algn="l" rtl="0" fontAlgn="base">
        <a:spcBef>
          <a:spcPct val="20000"/>
        </a:spcBef>
        <a:spcAft>
          <a:spcPct val="0"/>
        </a:spcAft>
        <a:buClr>
          <a:schemeClr val="accent1"/>
        </a:buClr>
        <a:buSzPct val="75000"/>
        <a:buFont typeface="Wingdings" pitchFamily="2" charset="2"/>
        <a:buChar char="q"/>
        <a:defRPr>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22301" y="0"/>
            <a:ext cx="10919884"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5123" name="Rectangle 3"/>
          <p:cNvSpPr>
            <a:spLocks noGrp="1" noChangeArrowheads="1"/>
          </p:cNvSpPr>
          <p:nvPr>
            <p:ph type="body" idx="1"/>
          </p:nvPr>
        </p:nvSpPr>
        <p:spPr bwMode="auto">
          <a:xfrm>
            <a:off x="622300" y="836614"/>
            <a:ext cx="109728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8852"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4" name="Rectangle 6"/>
          <p:cNvSpPr>
            <a:spLocks noGrp="1" noChangeArrowheads="1"/>
          </p:cNvSpPr>
          <p:nvPr>
            <p:ph type="sldNum" sz="quarter" idx="4"/>
          </p:nvPr>
        </p:nvSpPr>
        <p:spPr bwMode="auto">
          <a:xfrm>
            <a:off x="8737600" y="62182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0">
                <a:solidFill>
                  <a:srgbClr val="000000"/>
                </a:solidFill>
                <a:latin typeface="Verdana" pitchFamily="34" charset="0"/>
                <a:cs typeface="Arial"/>
              </a:defRPr>
            </a:lvl1pPr>
          </a:lstStyle>
          <a:p>
            <a:pPr fontAlgn="base">
              <a:spcBef>
                <a:spcPct val="0"/>
              </a:spcBef>
              <a:spcAft>
                <a:spcPct val="0"/>
              </a:spcAft>
              <a:defRPr/>
            </a:pPr>
            <a:fld id="{6911533A-F366-4931-B56A-5F9940D7E897}" type="slidenum">
              <a:rPr lang="fr-FR"/>
              <a:pPr fontAlgn="base">
                <a:spcBef>
                  <a:spcPct val="0"/>
                </a:spcBef>
                <a:spcAft>
                  <a:spcPct val="0"/>
                </a:spcAft>
                <a:defRPr/>
              </a:pPr>
              <a:t>‹N°›</a:t>
            </a:fld>
            <a:endParaRPr lang="fr-FR"/>
          </a:p>
        </p:txBody>
      </p:sp>
      <p:sp>
        <p:nvSpPr>
          <p:cNvPr id="3" name="Rectangle 7">
            <a:extLst>
              <a:ext uri="{FF2B5EF4-FFF2-40B4-BE49-F238E27FC236}">
                <a16:creationId xmlns:a16="http://schemas.microsoft.com/office/drawing/2014/main" id="{B8BF1605-FCA3-FC80-FCD2-4E5E05BA3BC4}"/>
              </a:ext>
            </a:extLst>
          </p:cNvPr>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4" name="Rectangle 9">
            <a:extLst>
              <a:ext uri="{FF2B5EF4-FFF2-40B4-BE49-F238E27FC236}">
                <a16:creationId xmlns:a16="http://schemas.microsoft.com/office/drawing/2014/main" id="{688C0A11-008E-D7C2-C3B2-DD262D388F05}"/>
              </a:ext>
            </a:extLst>
          </p:cNvPr>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5" name="Rectangle 10">
            <a:extLst>
              <a:ext uri="{FF2B5EF4-FFF2-40B4-BE49-F238E27FC236}">
                <a16:creationId xmlns:a16="http://schemas.microsoft.com/office/drawing/2014/main" id="{EE4CB4E5-B7B2-59E8-765F-9886B455F43E}"/>
              </a:ext>
            </a:extLst>
          </p:cNvPr>
          <p:cNvSpPr>
            <a:spLocks noChangeArrowheads="1"/>
          </p:cNvSpPr>
          <p:nvPr userDrawn="1"/>
        </p:nvSpPr>
        <p:spPr bwMode="auto">
          <a:xfrm>
            <a:off x="0" y="-9128"/>
            <a:ext cx="152400" cy="229512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pic>
        <p:nvPicPr>
          <p:cNvPr id="6" name="Image 5" descr="Une image contenant oiseau, plume, colibri, texte&#10;&#10;Le contenu généré par l’IA peut être incorrect.">
            <a:extLst>
              <a:ext uri="{FF2B5EF4-FFF2-40B4-BE49-F238E27FC236}">
                <a16:creationId xmlns:a16="http://schemas.microsoft.com/office/drawing/2014/main" id="{6C49959D-21E0-5E18-8F93-9F417DA544C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470314" y="20203"/>
            <a:ext cx="721686" cy="720000"/>
          </a:xfrm>
          <a:prstGeom prst="rect">
            <a:avLst/>
          </a:prstGeom>
        </p:spPr>
      </p:pic>
    </p:spTree>
    <p:extLst>
      <p:ext uri="{BB962C8B-B14F-4D97-AF65-F5344CB8AC3E}">
        <p14:creationId xmlns:p14="http://schemas.microsoft.com/office/powerpoint/2010/main" val="1929825069"/>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hdr="0" ftr="0" dt="0"/>
  <p:txStyles>
    <p:titleStyle>
      <a:lvl1pPr algn="l" rtl="0" eaLnBrk="0" fontAlgn="base" hangingPunct="0">
        <a:spcBef>
          <a:spcPct val="0"/>
        </a:spcBef>
        <a:spcAft>
          <a:spcPct val="0"/>
        </a:spcAft>
        <a:defRPr sz="2400" b="1">
          <a:solidFill>
            <a:schemeClr val="tx1"/>
          </a:solidFill>
          <a:effectLst/>
          <a:latin typeface="+mj-lt"/>
          <a:ea typeface="+mj-ea"/>
          <a:cs typeface="+mj-cs"/>
        </a:defRPr>
      </a:lvl1pPr>
      <a:lvl2pPr algn="l" rtl="0" eaLnBrk="0" fontAlgn="base" hangingPunct="0">
        <a:spcBef>
          <a:spcPct val="0"/>
        </a:spcBef>
        <a:spcAft>
          <a:spcPct val="0"/>
        </a:spcAft>
        <a:defRPr sz="2400" b="1">
          <a:solidFill>
            <a:schemeClr val="tx1"/>
          </a:solidFill>
          <a:latin typeface="Calibri" pitchFamily="34" charset="0"/>
          <a:cs typeface="Arial" charset="0"/>
        </a:defRPr>
      </a:lvl2pPr>
      <a:lvl3pPr algn="l" rtl="0" eaLnBrk="0" fontAlgn="base" hangingPunct="0">
        <a:spcBef>
          <a:spcPct val="0"/>
        </a:spcBef>
        <a:spcAft>
          <a:spcPct val="0"/>
        </a:spcAft>
        <a:defRPr sz="2400" b="1">
          <a:solidFill>
            <a:schemeClr val="tx1"/>
          </a:solidFill>
          <a:latin typeface="Calibri" pitchFamily="34" charset="0"/>
          <a:cs typeface="Arial" charset="0"/>
        </a:defRPr>
      </a:lvl3pPr>
      <a:lvl4pPr algn="l" rtl="0" eaLnBrk="0" fontAlgn="base" hangingPunct="0">
        <a:spcBef>
          <a:spcPct val="0"/>
        </a:spcBef>
        <a:spcAft>
          <a:spcPct val="0"/>
        </a:spcAft>
        <a:defRPr sz="2400" b="1">
          <a:solidFill>
            <a:schemeClr val="tx1"/>
          </a:solidFill>
          <a:latin typeface="Calibri" pitchFamily="34" charset="0"/>
          <a:cs typeface="Arial" charset="0"/>
        </a:defRPr>
      </a:lvl4pPr>
      <a:lvl5pPr algn="l" rtl="0" eaLnBrk="0" fontAlgn="base" hangingPunct="0">
        <a:spcBef>
          <a:spcPct val="0"/>
        </a:spcBef>
        <a:spcAft>
          <a:spcPct val="0"/>
        </a:spcAft>
        <a:defRPr sz="2400" b="1">
          <a:solidFill>
            <a:schemeClr val="tx1"/>
          </a:solidFill>
          <a:latin typeface="Calibri" pitchFamily="34" charset="0"/>
          <a:cs typeface="Arial" charset="0"/>
        </a:defRPr>
      </a:lvl5pPr>
      <a:lvl6pPr marL="457200" algn="l" rtl="0" fontAlgn="base">
        <a:spcBef>
          <a:spcPct val="0"/>
        </a:spcBef>
        <a:spcAft>
          <a:spcPct val="0"/>
        </a:spcAft>
        <a:defRPr sz="3200">
          <a:solidFill>
            <a:srgbClr val="FF6600"/>
          </a:solidFill>
          <a:latin typeface="Calibri" pitchFamily="34" charset="0"/>
          <a:cs typeface="Arial" charset="0"/>
        </a:defRPr>
      </a:lvl6pPr>
      <a:lvl7pPr marL="914400" algn="l" rtl="0" fontAlgn="base">
        <a:spcBef>
          <a:spcPct val="0"/>
        </a:spcBef>
        <a:spcAft>
          <a:spcPct val="0"/>
        </a:spcAft>
        <a:defRPr sz="3200">
          <a:solidFill>
            <a:srgbClr val="FF6600"/>
          </a:solidFill>
          <a:latin typeface="Calibri" pitchFamily="34" charset="0"/>
          <a:cs typeface="Arial" charset="0"/>
        </a:defRPr>
      </a:lvl7pPr>
      <a:lvl8pPr marL="1371600" algn="l" rtl="0" fontAlgn="base">
        <a:spcBef>
          <a:spcPct val="0"/>
        </a:spcBef>
        <a:spcAft>
          <a:spcPct val="0"/>
        </a:spcAft>
        <a:defRPr sz="3200">
          <a:solidFill>
            <a:srgbClr val="FF6600"/>
          </a:solidFill>
          <a:latin typeface="Calibri" pitchFamily="34" charset="0"/>
          <a:cs typeface="Arial" charset="0"/>
        </a:defRPr>
      </a:lvl8pPr>
      <a:lvl9pPr marL="1828800" algn="l" rtl="0" fontAlgn="base">
        <a:spcBef>
          <a:spcPct val="0"/>
        </a:spcBef>
        <a:spcAft>
          <a:spcPct val="0"/>
        </a:spcAft>
        <a:defRPr sz="3200">
          <a:solidFill>
            <a:srgbClr val="FF6600"/>
          </a:solidFill>
          <a:latin typeface="Calibri" pitchFamily="34" charset="0"/>
          <a:cs typeface="Arial" charset="0"/>
        </a:defRPr>
      </a:lvl9pPr>
    </p:titleStyle>
    <p:bodyStyle>
      <a:lvl1pPr marL="342900" indent="-342900" algn="l" rtl="0" eaLnBrk="0" fontAlgn="base" hangingPunct="0">
        <a:spcBef>
          <a:spcPct val="20000"/>
        </a:spcBef>
        <a:spcAft>
          <a:spcPct val="0"/>
        </a:spcAft>
        <a:buClr>
          <a:srgbClr val="0070C0"/>
        </a:buClr>
        <a:buSzPct val="75000"/>
        <a:buFont typeface="Wingdings" pitchFamily="2" charset="2"/>
        <a:buChar char="q"/>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70C0"/>
        </a:buClr>
        <a:buSzPct val="75000"/>
        <a:buFont typeface="Wingdings" pitchFamily="2" charset="2"/>
        <a:buChar char="q"/>
        <a:defRPr sz="1800">
          <a:solidFill>
            <a:schemeClr val="tx1"/>
          </a:solidFill>
          <a:latin typeface="+mn-lt"/>
          <a:cs typeface="+mn-cs"/>
        </a:defRPr>
      </a:lvl2pPr>
      <a:lvl3pPr marL="1143000" indent="-228600" algn="l" rtl="0" eaLnBrk="0" fontAlgn="base" hangingPunct="0">
        <a:spcBef>
          <a:spcPct val="20000"/>
        </a:spcBef>
        <a:spcAft>
          <a:spcPct val="0"/>
        </a:spcAft>
        <a:buClr>
          <a:srgbClr val="0070C0"/>
        </a:buClr>
        <a:buSzPct val="75000"/>
        <a:buFont typeface="Wingdings" pitchFamily="2" charset="2"/>
        <a:buChar char="q"/>
        <a:defRPr sz="1600">
          <a:solidFill>
            <a:schemeClr val="tx1"/>
          </a:solidFill>
          <a:latin typeface="+mn-lt"/>
          <a:cs typeface="+mn-cs"/>
        </a:defRPr>
      </a:lvl3pPr>
      <a:lvl4pPr marL="16002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4pPr>
      <a:lvl5pPr marL="20574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22301" y="0"/>
            <a:ext cx="10919884"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5123" name="Rectangle 3"/>
          <p:cNvSpPr>
            <a:spLocks noGrp="1" noChangeArrowheads="1"/>
          </p:cNvSpPr>
          <p:nvPr>
            <p:ph type="body" idx="1"/>
          </p:nvPr>
        </p:nvSpPr>
        <p:spPr bwMode="auto">
          <a:xfrm>
            <a:off x="622300" y="836614"/>
            <a:ext cx="10848014"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8852"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4" name="Rectangle 6"/>
          <p:cNvSpPr>
            <a:spLocks noGrp="1" noChangeArrowheads="1"/>
          </p:cNvSpPr>
          <p:nvPr>
            <p:ph type="sldNum" sz="quarter" idx="4"/>
          </p:nvPr>
        </p:nvSpPr>
        <p:spPr bwMode="auto">
          <a:xfrm>
            <a:off x="8737600" y="62182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0">
                <a:solidFill>
                  <a:srgbClr val="000000"/>
                </a:solidFill>
                <a:latin typeface="Verdana" pitchFamily="34" charset="0"/>
                <a:cs typeface="Arial"/>
              </a:defRPr>
            </a:lvl1pPr>
          </a:lstStyle>
          <a:p>
            <a:pPr fontAlgn="base">
              <a:spcBef>
                <a:spcPct val="0"/>
              </a:spcBef>
              <a:spcAft>
                <a:spcPct val="0"/>
              </a:spcAft>
              <a:defRPr/>
            </a:pPr>
            <a:fld id="{6911533A-F366-4931-B56A-5F9940D7E897}" type="slidenum">
              <a:rPr lang="fr-FR"/>
              <a:pPr fontAlgn="base">
                <a:spcBef>
                  <a:spcPct val="0"/>
                </a:spcBef>
                <a:spcAft>
                  <a:spcPct val="0"/>
                </a:spcAft>
                <a:defRPr/>
              </a:pPr>
              <a:t>‹N°›</a:t>
            </a:fld>
            <a:endParaRPr lang="fr-FR"/>
          </a:p>
        </p:txBody>
      </p:sp>
      <p:sp>
        <p:nvSpPr>
          <p:cNvPr id="5127" name="Line 8"/>
          <p:cNvSpPr>
            <a:spLocks noChangeShapeType="1"/>
          </p:cNvSpPr>
          <p:nvPr/>
        </p:nvSpPr>
        <p:spPr bwMode="auto">
          <a:xfrm>
            <a:off x="622300" y="687388"/>
            <a:ext cx="10769600" cy="0"/>
          </a:xfrm>
          <a:prstGeom prst="line">
            <a:avLst/>
          </a:prstGeom>
          <a:noFill/>
          <a:ln w="190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fr-FR" sz="1800" b="1">
              <a:solidFill>
                <a:srgbClr val="000000"/>
              </a:solidFill>
            </a:endParaRPr>
          </a:p>
        </p:txBody>
      </p:sp>
      <p:sp>
        <p:nvSpPr>
          <p:cNvPr id="3" name="Rectangle 7">
            <a:extLst>
              <a:ext uri="{FF2B5EF4-FFF2-40B4-BE49-F238E27FC236}">
                <a16:creationId xmlns:a16="http://schemas.microsoft.com/office/drawing/2014/main" id="{B8BF1605-FCA3-FC80-FCD2-4E5E05BA3BC4}"/>
              </a:ext>
            </a:extLst>
          </p:cNvPr>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4" name="Rectangle 9">
            <a:extLst>
              <a:ext uri="{FF2B5EF4-FFF2-40B4-BE49-F238E27FC236}">
                <a16:creationId xmlns:a16="http://schemas.microsoft.com/office/drawing/2014/main" id="{688C0A11-008E-D7C2-C3B2-DD262D388F05}"/>
              </a:ext>
            </a:extLst>
          </p:cNvPr>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5" name="Rectangle 10">
            <a:extLst>
              <a:ext uri="{FF2B5EF4-FFF2-40B4-BE49-F238E27FC236}">
                <a16:creationId xmlns:a16="http://schemas.microsoft.com/office/drawing/2014/main" id="{EE4CB4E5-B7B2-59E8-765F-9886B455F43E}"/>
              </a:ext>
            </a:extLst>
          </p:cNvPr>
          <p:cNvSpPr>
            <a:spLocks noChangeArrowheads="1"/>
          </p:cNvSpPr>
          <p:nvPr userDrawn="1"/>
        </p:nvSpPr>
        <p:spPr bwMode="auto">
          <a:xfrm>
            <a:off x="0" y="-9128"/>
            <a:ext cx="152400" cy="229512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pic>
        <p:nvPicPr>
          <p:cNvPr id="6" name="Image 5" descr="Une image contenant oiseau, plume, colibri, texte&#10;&#10;Le contenu généré par l’IA peut être incorrect.">
            <a:extLst>
              <a:ext uri="{FF2B5EF4-FFF2-40B4-BE49-F238E27FC236}">
                <a16:creationId xmlns:a16="http://schemas.microsoft.com/office/drawing/2014/main" id="{ED88D6CE-7697-11F4-B00D-17654021533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470314" y="20203"/>
            <a:ext cx="721686" cy="720000"/>
          </a:xfrm>
          <a:prstGeom prst="rect">
            <a:avLst/>
          </a:prstGeom>
        </p:spPr>
      </p:pic>
    </p:spTree>
    <p:extLst>
      <p:ext uri="{BB962C8B-B14F-4D97-AF65-F5344CB8AC3E}">
        <p14:creationId xmlns:p14="http://schemas.microsoft.com/office/powerpoint/2010/main" val="400725905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dt="0"/>
  <p:txStyles>
    <p:titleStyle>
      <a:lvl1pPr algn="l" rtl="0" eaLnBrk="0" fontAlgn="base" hangingPunct="0">
        <a:spcBef>
          <a:spcPct val="0"/>
        </a:spcBef>
        <a:spcAft>
          <a:spcPct val="0"/>
        </a:spcAft>
        <a:defRPr sz="2400" b="1">
          <a:solidFill>
            <a:schemeClr val="tx1"/>
          </a:solidFill>
          <a:effectLst/>
          <a:latin typeface="+mj-lt"/>
          <a:ea typeface="+mj-ea"/>
          <a:cs typeface="+mj-cs"/>
        </a:defRPr>
      </a:lvl1pPr>
      <a:lvl2pPr algn="l" rtl="0" eaLnBrk="0" fontAlgn="base" hangingPunct="0">
        <a:spcBef>
          <a:spcPct val="0"/>
        </a:spcBef>
        <a:spcAft>
          <a:spcPct val="0"/>
        </a:spcAft>
        <a:defRPr sz="2400" b="1">
          <a:solidFill>
            <a:schemeClr val="tx1"/>
          </a:solidFill>
          <a:latin typeface="Calibri" pitchFamily="34" charset="0"/>
          <a:cs typeface="Arial" charset="0"/>
        </a:defRPr>
      </a:lvl2pPr>
      <a:lvl3pPr algn="l" rtl="0" eaLnBrk="0" fontAlgn="base" hangingPunct="0">
        <a:spcBef>
          <a:spcPct val="0"/>
        </a:spcBef>
        <a:spcAft>
          <a:spcPct val="0"/>
        </a:spcAft>
        <a:defRPr sz="2400" b="1">
          <a:solidFill>
            <a:schemeClr val="tx1"/>
          </a:solidFill>
          <a:latin typeface="Calibri" pitchFamily="34" charset="0"/>
          <a:cs typeface="Arial" charset="0"/>
        </a:defRPr>
      </a:lvl3pPr>
      <a:lvl4pPr algn="l" rtl="0" eaLnBrk="0" fontAlgn="base" hangingPunct="0">
        <a:spcBef>
          <a:spcPct val="0"/>
        </a:spcBef>
        <a:spcAft>
          <a:spcPct val="0"/>
        </a:spcAft>
        <a:defRPr sz="2400" b="1">
          <a:solidFill>
            <a:schemeClr val="tx1"/>
          </a:solidFill>
          <a:latin typeface="Calibri" pitchFamily="34" charset="0"/>
          <a:cs typeface="Arial" charset="0"/>
        </a:defRPr>
      </a:lvl4pPr>
      <a:lvl5pPr algn="l" rtl="0" eaLnBrk="0" fontAlgn="base" hangingPunct="0">
        <a:spcBef>
          <a:spcPct val="0"/>
        </a:spcBef>
        <a:spcAft>
          <a:spcPct val="0"/>
        </a:spcAft>
        <a:defRPr sz="2400" b="1">
          <a:solidFill>
            <a:schemeClr val="tx1"/>
          </a:solidFill>
          <a:latin typeface="Calibri" pitchFamily="34" charset="0"/>
          <a:cs typeface="Arial" charset="0"/>
        </a:defRPr>
      </a:lvl5pPr>
      <a:lvl6pPr marL="457200" algn="l" rtl="0" fontAlgn="base">
        <a:spcBef>
          <a:spcPct val="0"/>
        </a:spcBef>
        <a:spcAft>
          <a:spcPct val="0"/>
        </a:spcAft>
        <a:defRPr sz="3200">
          <a:solidFill>
            <a:srgbClr val="FF6600"/>
          </a:solidFill>
          <a:latin typeface="Calibri" pitchFamily="34" charset="0"/>
          <a:cs typeface="Arial" charset="0"/>
        </a:defRPr>
      </a:lvl6pPr>
      <a:lvl7pPr marL="914400" algn="l" rtl="0" fontAlgn="base">
        <a:spcBef>
          <a:spcPct val="0"/>
        </a:spcBef>
        <a:spcAft>
          <a:spcPct val="0"/>
        </a:spcAft>
        <a:defRPr sz="3200">
          <a:solidFill>
            <a:srgbClr val="FF6600"/>
          </a:solidFill>
          <a:latin typeface="Calibri" pitchFamily="34" charset="0"/>
          <a:cs typeface="Arial" charset="0"/>
        </a:defRPr>
      </a:lvl7pPr>
      <a:lvl8pPr marL="1371600" algn="l" rtl="0" fontAlgn="base">
        <a:spcBef>
          <a:spcPct val="0"/>
        </a:spcBef>
        <a:spcAft>
          <a:spcPct val="0"/>
        </a:spcAft>
        <a:defRPr sz="3200">
          <a:solidFill>
            <a:srgbClr val="FF6600"/>
          </a:solidFill>
          <a:latin typeface="Calibri" pitchFamily="34" charset="0"/>
          <a:cs typeface="Arial" charset="0"/>
        </a:defRPr>
      </a:lvl8pPr>
      <a:lvl9pPr marL="1828800" algn="l" rtl="0" fontAlgn="base">
        <a:spcBef>
          <a:spcPct val="0"/>
        </a:spcBef>
        <a:spcAft>
          <a:spcPct val="0"/>
        </a:spcAft>
        <a:defRPr sz="3200">
          <a:solidFill>
            <a:srgbClr val="FF6600"/>
          </a:solidFill>
          <a:latin typeface="Calibri" pitchFamily="34" charset="0"/>
          <a:cs typeface="Arial" charset="0"/>
        </a:defRPr>
      </a:lvl9pPr>
    </p:titleStyle>
    <p:bodyStyle>
      <a:lvl1pPr marL="342900" indent="-342900" algn="l" rtl="0" eaLnBrk="0" fontAlgn="base" hangingPunct="0">
        <a:spcBef>
          <a:spcPct val="20000"/>
        </a:spcBef>
        <a:spcAft>
          <a:spcPct val="0"/>
        </a:spcAft>
        <a:buClr>
          <a:srgbClr val="0070C0"/>
        </a:buClr>
        <a:buSzPct val="75000"/>
        <a:buFont typeface="Wingdings" pitchFamily="2" charset="2"/>
        <a:buChar char="q"/>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70C0"/>
        </a:buClr>
        <a:buSzPct val="75000"/>
        <a:buFont typeface="Wingdings" pitchFamily="2" charset="2"/>
        <a:buChar char="q"/>
        <a:defRPr sz="1800">
          <a:solidFill>
            <a:schemeClr val="tx1"/>
          </a:solidFill>
          <a:latin typeface="+mn-lt"/>
          <a:cs typeface="+mn-cs"/>
        </a:defRPr>
      </a:lvl2pPr>
      <a:lvl3pPr marL="1143000" indent="-228600" algn="l" rtl="0" eaLnBrk="0" fontAlgn="base" hangingPunct="0">
        <a:spcBef>
          <a:spcPct val="20000"/>
        </a:spcBef>
        <a:spcAft>
          <a:spcPct val="0"/>
        </a:spcAft>
        <a:buClr>
          <a:srgbClr val="0070C0"/>
        </a:buClr>
        <a:buSzPct val="75000"/>
        <a:buFont typeface="Wingdings" pitchFamily="2" charset="2"/>
        <a:buChar char="q"/>
        <a:defRPr sz="1600">
          <a:solidFill>
            <a:schemeClr val="tx1"/>
          </a:solidFill>
          <a:latin typeface="+mn-lt"/>
          <a:cs typeface="+mn-cs"/>
        </a:defRPr>
      </a:lvl3pPr>
      <a:lvl4pPr marL="16002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4pPr>
      <a:lvl5pPr marL="20574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6147" name="Rectangle 3"/>
          <p:cNvSpPr>
            <a:spLocks noGrp="1" noChangeArrowheads="1"/>
          </p:cNvSpPr>
          <p:nvPr>
            <p:ph type="body" idx="1"/>
          </p:nvPr>
        </p:nvSpPr>
        <p:spPr bwMode="auto">
          <a:xfrm>
            <a:off x="624417" y="1628776"/>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0724"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solidFill>
                  <a:srgbClr val="000000"/>
                </a:solidFill>
                <a:latin typeface="Arial" pitchFamily="34" charset="0"/>
                <a:cs typeface="Arial" pitchFamily="34" charset="0"/>
              </a:defRPr>
            </a:lvl1pPr>
          </a:lstStyle>
          <a:p>
            <a:pPr fontAlgn="base">
              <a:spcBef>
                <a:spcPct val="0"/>
              </a:spcBef>
              <a:spcAft>
                <a:spcPct val="0"/>
              </a:spcAft>
              <a:defRPr/>
            </a:pPr>
            <a:endParaRPr lang="fr-FR"/>
          </a:p>
        </p:txBody>
      </p:sp>
      <p:sp>
        <p:nvSpPr>
          <p:cNvPr id="30725"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solidFill>
                  <a:srgbClr val="000000"/>
                </a:solidFill>
                <a:latin typeface="Arial" pitchFamily="34" charset="0"/>
                <a:cs typeface="Arial" pitchFamily="34" charset="0"/>
              </a:defRPr>
            </a:lvl1pPr>
          </a:lstStyle>
          <a:p>
            <a:pPr fontAlgn="base">
              <a:spcBef>
                <a:spcPct val="0"/>
              </a:spcBef>
              <a:spcAft>
                <a:spcPct val="0"/>
              </a:spcAft>
              <a:defRPr/>
            </a:pPr>
            <a:endParaRPr lang="fr-FR"/>
          </a:p>
        </p:txBody>
      </p:sp>
      <p:sp>
        <p:nvSpPr>
          <p:cNvPr id="30726"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solidFill>
                  <a:srgbClr val="000000"/>
                </a:solidFill>
                <a:latin typeface="Arial" pitchFamily="34" charset="0"/>
                <a:cs typeface="Arial" pitchFamily="34" charset="0"/>
              </a:defRPr>
            </a:lvl1pPr>
          </a:lstStyle>
          <a:p>
            <a:pPr fontAlgn="base">
              <a:spcBef>
                <a:spcPct val="0"/>
              </a:spcBef>
              <a:spcAft>
                <a:spcPct val="0"/>
              </a:spcAft>
              <a:defRPr/>
            </a:pPr>
            <a:fld id="{AD7F5E77-4F71-47D3-8E55-9F272F2A433C}" type="slidenum">
              <a:rPr lang="fr-FR"/>
              <a:pPr fontAlgn="base">
                <a:spcBef>
                  <a:spcPct val="0"/>
                </a:spcBef>
                <a:spcAft>
                  <a:spcPct val="0"/>
                </a:spcAft>
                <a:defRPr/>
              </a:pPr>
              <a:t>‹N°›</a:t>
            </a:fld>
            <a:endParaRPr lang="fr-FR"/>
          </a:p>
        </p:txBody>
      </p:sp>
      <p:sp>
        <p:nvSpPr>
          <p:cNvPr id="2" name="Rectangle 7">
            <a:extLst>
              <a:ext uri="{FF2B5EF4-FFF2-40B4-BE49-F238E27FC236}">
                <a16:creationId xmlns:a16="http://schemas.microsoft.com/office/drawing/2014/main" id="{358290FC-1922-9005-B90C-8B7B2750E5FF}"/>
              </a:ext>
            </a:extLst>
          </p:cNvPr>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3" name="Rectangle 9">
            <a:extLst>
              <a:ext uri="{FF2B5EF4-FFF2-40B4-BE49-F238E27FC236}">
                <a16:creationId xmlns:a16="http://schemas.microsoft.com/office/drawing/2014/main" id="{CCD44586-CE33-2831-FED3-93D4DBEEADD3}"/>
              </a:ext>
            </a:extLst>
          </p:cNvPr>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4" name="Rectangle 10">
            <a:extLst>
              <a:ext uri="{FF2B5EF4-FFF2-40B4-BE49-F238E27FC236}">
                <a16:creationId xmlns:a16="http://schemas.microsoft.com/office/drawing/2014/main" id="{B34D6B35-DA65-0521-C32B-53AD1992A9F3}"/>
              </a:ext>
            </a:extLst>
          </p:cNvPr>
          <p:cNvSpPr>
            <a:spLocks noChangeArrowheads="1"/>
          </p:cNvSpPr>
          <p:nvPr userDrawn="1"/>
        </p:nvSpPr>
        <p:spPr bwMode="auto">
          <a:xfrm>
            <a:off x="0" y="-9128"/>
            <a:ext cx="152400" cy="2295128"/>
          </a:xfrm>
          <a:prstGeom prst="rect">
            <a:avLst/>
          </a:prstGeom>
          <a:solidFill>
            <a:srgbClr val="99CC0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Tree>
    <p:extLst>
      <p:ext uri="{BB962C8B-B14F-4D97-AF65-F5344CB8AC3E}">
        <p14:creationId xmlns:p14="http://schemas.microsoft.com/office/powerpoint/2010/main" val="305946610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rial" pitchFamily="34" charset="0"/>
        </a:defRPr>
      </a:lvl2pPr>
      <a:lvl3pPr algn="ctr" rtl="0" eaLnBrk="0" fontAlgn="base" hangingPunct="0">
        <a:spcBef>
          <a:spcPct val="0"/>
        </a:spcBef>
        <a:spcAft>
          <a:spcPct val="0"/>
        </a:spcAft>
        <a:defRPr sz="4400">
          <a:solidFill>
            <a:schemeClr val="tx2"/>
          </a:solidFill>
          <a:latin typeface="Arial" pitchFamily="34" charset="0"/>
          <a:cs typeface="Arial" pitchFamily="34" charset="0"/>
        </a:defRPr>
      </a:lvl3pPr>
      <a:lvl4pPr algn="ctr" rtl="0" eaLnBrk="0" fontAlgn="base" hangingPunct="0">
        <a:spcBef>
          <a:spcPct val="0"/>
        </a:spcBef>
        <a:spcAft>
          <a:spcPct val="0"/>
        </a:spcAft>
        <a:defRPr sz="4400">
          <a:solidFill>
            <a:schemeClr val="tx2"/>
          </a:solidFill>
          <a:latin typeface="Arial" pitchFamily="34" charset="0"/>
          <a:cs typeface="Arial" pitchFamily="34" charset="0"/>
        </a:defRPr>
      </a:lvl4pPr>
      <a:lvl5pPr algn="ctr" rtl="0" eaLnBrk="0" fontAlgn="base" hangingPunct="0">
        <a:spcBef>
          <a:spcPct val="0"/>
        </a:spcBef>
        <a:spcAft>
          <a:spcPct val="0"/>
        </a:spcAft>
        <a:defRPr sz="4400">
          <a:solidFill>
            <a:schemeClr val="tx2"/>
          </a:solidFill>
          <a:latin typeface="Arial" pitchFamily="34" charset="0"/>
          <a:cs typeface="Arial" pitchFamily="34" charset="0"/>
        </a:defRPr>
      </a:lvl5pPr>
      <a:lvl6pPr marL="457200" algn="ctr" rtl="0" fontAlgn="base">
        <a:spcBef>
          <a:spcPct val="0"/>
        </a:spcBef>
        <a:spcAft>
          <a:spcPct val="0"/>
        </a:spcAft>
        <a:defRPr sz="4400">
          <a:solidFill>
            <a:schemeClr val="tx2"/>
          </a:solidFill>
          <a:latin typeface="Arial" pitchFamily="34" charset="0"/>
          <a:cs typeface="Arial" pitchFamily="34" charset="0"/>
        </a:defRPr>
      </a:lvl6pPr>
      <a:lvl7pPr marL="914400" algn="ctr" rtl="0" fontAlgn="base">
        <a:spcBef>
          <a:spcPct val="0"/>
        </a:spcBef>
        <a:spcAft>
          <a:spcPct val="0"/>
        </a:spcAft>
        <a:defRPr sz="4400">
          <a:solidFill>
            <a:schemeClr val="tx2"/>
          </a:solidFill>
          <a:latin typeface="Arial" pitchFamily="34" charset="0"/>
          <a:cs typeface="Arial" pitchFamily="34" charset="0"/>
        </a:defRPr>
      </a:lvl7pPr>
      <a:lvl8pPr marL="1371600" algn="ctr" rtl="0" fontAlgn="base">
        <a:spcBef>
          <a:spcPct val="0"/>
        </a:spcBef>
        <a:spcAft>
          <a:spcPct val="0"/>
        </a:spcAft>
        <a:defRPr sz="4400">
          <a:solidFill>
            <a:schemeClr val="tx2"/>
          </a:solidFill>
          <a:latin typeface="Arial" pitchFamily="34" charset="0"/>
          <a:cs typeface="Arial" pitchFamily="34" charset="0"/>
        </a:defRPr>
      </a:lvl8pPr>
      <a:lvl9pPr marL="1828800" algn="ctr" rtl="0" fontAlgn="base">
        <a:spcBef>
          <a:spcPct val="0"/>
        </a:spcBef>
        <a:spcAft>
          <a:spcPct val="0"/>
        </a:spcAft>
        <a:defRPr sz="4400">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22301" y="0"/>
            <a:ext cx="10919884"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2051" name="Rectangle 3"/>
          <p:cNvSpPr>
            <a:spLocks noGrp="1" noChangeArrowheads="1"/>
          </p:cNvSpPr>
          <p:nvPr>
            <p:ph type="body" idx="1"/>
          </p:nvPr>
        </p:nvSpPr>
        <p:spPr bwMode="auto">
          <a:xfrm>
            <a:off x="622300" y="836614"/>
            <a:ext cx="109728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8852"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4" name="Rectangle 6"/>
          <p:cNvSpPr>
            <a:spLocks noGrp="1" noChangeArrowheads="1"/>
          </p:cNvSpPr>
          <p:nvPr>
            <p:ph type="sldNum" sz="quarter" idx="4"/>
          </p:nvPr>
        </p:nvSpPr>
        <p:spPr bwMode="auto">
          <a:xfrm>
            <a:off x="8737600" y="62182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0">
                <a:solidFill>
                  <a:srgbClr val="000000"/>
                </a:solidFill>
                <a:latin typeface="Verdana" pitchFamily="34" charset="0"/>
                <a:cs typeface="Arial"/>
              </a:defRPr>
            </a:lvl1pPr>
          </a:lstStyle>
          <a:p>
            <a:pPr fontAlgn="base">
              <a:spcBef>
                <a:spcPct val="0"/>
              </a:spcBef>
              <a:spcAft>
                <a:spcPct val="0"/>
              </a:spcAft>
              <a:defRPr/>
            </a:pPr>
            <a:fld id="{80418E13-F90D-4073-973C-40D860A95E76}" type="slidenum">
              <a:rPr lang="fr-FR"/>
              <a:pPr fontAlgn="base">
                <a:spcBef>
                  <a:spcPct val="0"/>
                </a:spcBef>
                <a:spcAft>
                  <a:spcPct val="0"/>
                </a:spcAft>
                <a:defRPr/>
              </a:pPr>
              <a:t>‹N°›</a:t>
            </a:fld>
            <a:endParaRPr lang="fr-FR"/>
          </a:p>
        </p:txBody>
      </p:sp>
      <p:sp>
        <p:nvSpPr>
          <p:cNvPr id="2055" name="Line 8"/>
          <p:cNvSpPr>
            <a:spLocks noChangeShapeType="1"/>
          </p:cNvSpPr>
          <p:nvPr/>
        </p:nvSpPr>
        <p:spPr bwMode="auto">
          <a:xfrm>
            <a:off x="622300" y="687388"/>
            <a:ext cx="10769600" cy="0"/>
          </a:xfrm>
          <a:prstGeom prst="line">
            <a:avLst/>
          </a:prstGeom>
          <a:noFill/>
          <a:ln w="190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fr-FR" sz="1800" b="1">
              <a:solidFill>
                <a:srgbClr val="000000"/>
              </a:solidFill>
            </a:endParaRPr>
          </a:p>
        </p:txBody>
      </p:sp>
      <p:sp>
        <p:nvSpPr>
          <p:cNvPr id="2057" name="Rectangle 7"/>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2058" name="Rectangle 9"/>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2059" name="Rectangle 10"/>
          <p:cNvSpPr>
            <a:spLocks noChangeArrowheads="1"/>
          </p:cNvSpPr>
          <p:nvPr userDrawn="1"/>
        </p:nvSpPr>
        <p:spPr bwMode="auto">
          <a:xfrm>
            <a:off x="0" y="-9128"/>
            <a:ext cx="152400" cy="229512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pic>
        <p:nvPicPr>
          <p:cNvPr id="3" name="Image 2" descr="Une image contenant oiseau, plume, colibri, texte&#10;&#10;Le contenu généré par l’IA peut être incorrect.">
            <a:extLst>
              <a:ext uri="{FF2B5EF4-FFF2-40B4-BE49-F238E27FC236}">
                <a16:creationId xmlns:a16="http://schemas.microsoft.com/office/drawing/2014/main" id="{A1A2F606-2FF5-BBDF-C78E-78FB5974DD1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470314" y="33765"/>
            <a:ext cx="721686" cy="720000"/>
          </a:xfrm>
          <a:prstGeom prst="rect">
            <a:avLst/>
          </a:prstGeom>
        </p:spPr>
      </p:pic>
    </p:spTree>
    <p:extLst>
      <p:ext uri="{BB962C8B-B14F-4D97-AF65-F5344CB8AC3E}">
        <p14:creationId xmlns:p14="http://schemas.microsoft.com/office/powerpoint/2010/main" val="244805103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hdr="0" ftr="0" dt="0"/>
  <p:txStyles>
    <p:titleStyle>
      <a:lvl1pPr algn="l" rtl="0" eaLnBrk="0" fontAlgn="base" hangingPunct="0">
        <a:spcBef>
          <a:spcPct val="0"/>
        </a:spcBef>
        <a:spcAft>
          <a:spcPct val="0"/>
        </a:spcAft>
        <a:defRPr sz="2400" b="1">
          <a:solidFill>
            <a:schemeClr val="tx1"/>
          </a:solidFill>
          <a:effectLst/>
          <a:latin typeface="+mj-lt"/>
          <a:ea typeface="+mj-ea"/>
          <a:cs typeface="+mj-cs"/>
        </a:defRPr>
      </a:lvl1pPr>
      <a:lvl2pPr algn="l" rtl="0" eaLnBrk="0" fontAlgn="base" hangingPunct="0">
        <a:spcBef>
          <a:spcPct val="0"/>
        </a:spcBef>
        <a:spcAft>
          <a:spcPct val="0"/>
        </a:spcAft>
        <a:defRPr sz="2400" b="1">
          <a:solidFill>
            <a:schemeClr val="tx1"/>
          </a:solidFill>
          <a:latin typeface="Calibri" pitchFamily="34" charset="0"/>
          <a:cs typeface="Arial" charset="0"/>
        </a:defRPr>
      </a:lvl2pPr>
      <a:lvl3pPr algn="l" rtl="0" eaLnBrk="0" fontAlgn="base" hangingPunct="0">
        <a:spcBef>
          <a:spcPct val="0"/>
        </a:spcBef>
        <a:spcAft>
          <a:spcPct val="0"/>
        </a:spcAft>
        <a:defRPr sz="2400" b="1">
          <a:solidFill>
            <a:schemeClr val="tx1"/>
          </a:solidFill>
          <a:latin typeface="Calibri" pitchFamily="34" charset="0"/>
          <a:cs typeface="Arial" charset="0"/>
        </a:defRPr>
      </a:lvl3pPr>
      <a:lvl4pPr algn="l" rtl="0" eaLnBrk="0" fontAlgn="base" hangingPunct="0">
        <a:spcBef>
          <a:spcPct val="0"/>
        </a:spcBef>
        <a:spcAft>
          <a:spcPct val="0"/>
        </a:spcAft>
        <a:defRPr sz="2400" b="1">
          <a:solidFill>
            <a:schemeClr val="tx1"/>
          </a:solidFill>
          <a:latin typeface="Calibri" pitchFamily="34" charset="0"/>
          <a:cs typeface="Arial" charset="0"/>
        </a:defRPr>
      </a:lvl4pPr>
      <a:lvl5pPr algn="l" rtl="0" eaLnBrk="0" fontAlgn="base" hangingPunct="0">
        <a:spcBef>
          <a:spcPct val="0"/>
        </a:spcBef>
        <a:spcAft>
          <a:spcPct val="0"/>
        </a:spcAft>
        <a:defRPr sz="2400" b="1">
          <a:solidFill>
            <a:schemeClr val="tx1"/>
          </a:solidFill>
          <a:latin typeface="Calibri" pitchFamily="34" charset="0"/>
          <a:cs typeface="Arial" charset="0"/>
        </a:defRPr>
      </a:lvl5pPr>
      <a:lvl6pPr marL="457200" algn="l" rtl="0" fontAlgn="base">
        <a:spcBef>
          <a:spcPct val="0"/>
        </a:spcBef>
        <a:spcAft>
          <a:spcPct val="0"/>
        </a:spcAft>
        <a:defRPr sz="3200">
          <a:solidFill>
            <a:srgbClr val="FF6600"/>
          </a:solidFill>
          <a:latin typeface="Calibri" pitchFamily="34" charset="0"/>
          <a:cs typeface="Arial" charset="0"/>
        </a:defRPr>
      </a:lvl6pPr>
      <a:lvl7pPr marL="914400" algn="l" rtl="0" fontAlgn="base">
        <a:spcBef>
          <a:spcPct val="0"/>
        </a:spcBef>
        <a:spcAft>
          <a:spcPct val="0"/>
        </a:spcAft>
        <a:defRPr sz="3200">
          <a:solidFill>
            <a:srgbClr val="FF6600"/>
          </a:solidFill>
          <a:latin typeface="Calibri" pitchFamily="34" charset="0"/>
          <a:cs typeface="Arial" charset="0"/>
        </a:defRPr>
      </a:lvl7pPr>
      <a:lvl8pPr marL="1371600" algn="l" rtl="0" fontAlgn="base">
        <a:spcBef>
          <a:spcPct val="0"/>
        </a:spcBef>
        <a:spcAft>
          <a:spcPct val="0"/>
        </a:spcAft>
        <a:defRPr sz="3200">
          <a:solidFill>
            <a:srgbClr val="FF6600"/>
          </a:solidFill>
          <a:latin typeface="Calibri" pitchFamily="34" charset="0"/>
          <a:cs typeface="Arial" charset="0"/>
        </a:defRPr>
      </a:lvl8pPr>
      <a:lvl9pPr marL="1828800" algn="l" rtl="0" fontAlgn="base">
        <a:spcBef>
          <a:spcPct val="0"/>
        </a:spcBef>
        <a:spcAft>
          <a:spcPct val="0"/>
        </a:spcAft>
        <a:defRPr sz="3200">
          <a:solidFill>
            <a:srgbClr val="FF6600"/>
          </a:solidFill>
          <a:latin typeface="Calibri" pitchFamily="34" charset="0"/>
          <a:cs typeface="Arial" charset="0"/>
        </a:defRPr>
      </a:lvl9pPr>
    </p:titleStyle>
    <p:bodyStyle>
      <a:lvl1pPr marL="342900" indent="-342900" algn="l" rtl="0" eaLnBrk="0" fontAlgn="base" hangingPunct="0">
        <a:spcBef>
          <a:spcPct val="20000"/>
        </a:spcBef>
        <a:spcAft>
          <a:spcPct val="0"/>
        </a:spcAft>
        <a:buClr>
          <a:srgbClr val="0070C0"/>
        </a:buClr>
        <a:buSzPct val="75000"/>
        <a:buFont typeface="Wingdings"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0070C0"/>
        </a:buClr>
        <a:buSzPct val="75000"/>
        <a:buFont typeface="Wingdings" pitchFamily="2" charset="2"/>
        <a:buChar char="q"/>
        <a:defRPr sz="2400">
          <a:solidFill>
            <a:schemeClr val="tx1"/>
          </a:solidFill>
          <a:latin typeface="+mn-lt"/>
          <a:cs typeface="+mn-cs"/>
        </a:defRPr>
      </a:lvl2pPr>
      <a:lvl3pPr marL="1143000" indent="-228600" algn="l" rtl="0" eaLnBrk="0" fontAlgn="base" hangingPunct="0">
        <a:spcBef>
          <a:spcPct val="20000"/>
        </a:spcBef>
        <a:spcAft>
          <a:spcPct val="0"/>
        </a:spcAft>
        <a:buClr>
          <a:srgbClr val="0070C0"/>
        </a:buClr>
        <a:buSzPct val="75000"/>
        <a:buFont typeface="Wingdings" pitchFamily="2" charset="2"/>
        <a:buChar char="q"/>
        <a:defRPr sz="2000">
          <a:solidFill>
            <a:schemeClr val="tx1"/>
          </a:solidFill>
          <a:latin typeface="+mn-lt"/>
          <a:cs typeface="+mn-cs"/>
        </a:defRPr>
      </a:lvl3pPr>
      <a:lvl4pPr marL="1600200" indent="-228600" algn="l" rtl="0" eaLnBrk="0" fontAlgn="base" hangingPunct="0">
        <a:spcBef>
          <a:spcPct val="20000"/>
        </a:spcBef>
        <a:spcAft>
          <a:spcPct val="0"/>
        </a:spcAft>
        <a:buClr>
          <a:srgbClr val="0070C0"/>
        </a:buClr>
        <a:buSzPct val="75000"/>
        <a:buFont typeface="Wingdings" pitchFamily="2" charset="2"/>
        <a:buChar char="q"/>
        <a:defRPr>
          <a:solidFill>
            <a:schemeClr val="tx1"/>
          </a:solidFill>
          <a:latin typeface="+mn-lt"/>
          <a:cs typeface="+mn-cs"/>
        </a:defRPr>
      </a:lvl4pPr>
      <a:lvl5pPr marL="2057400" indent="-228600" algn="l" rtl="0" eaLnBrk="0" fontAlgn="base" hangingPunct="0">
        <a:spcBef>
          <a:spcPct val="20000"/>
        </a:spcBef>
        <a:spcAft>
          <a:spcPct val="0"/>
        </a:spcAft>
        <a:buClr>
          <a:srgbClr val="0070C0"/>
        </a:buClr>
        <a:buSzPct val="75000"/>
        <a:buFont typeface="Wingdings" pitchFamily="2" charset="2"/>
        <a:buChar char="q"/>
        <a:defRPr>
          <a:solidFill>
            <a:schemeClr val="tx1"/>
          </a:solidFill>
          <a:latin typeface="+mn-lt"/>
          <a:cs typeface="+mn-cs"/>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22301" y="0"/>
            <a:ext cx="10919884"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et modifiez le titre</a:t>
            </a:r>
          </a:p>
        </p:txBody>
      </p:sp>
      <p:sp>
        <p:nvSpPr>
          <p:cNvPr id="5123" name="Rectangle 3"/>
          <p:cNvSpPr>
            <a:spLocks noGrp="1" noChangeArrowheads="1"/>
          </p:cNvSpPr>
          <p:nvPr>
            <p:ph type="body" idx="1"/>
          </p:nvPr>
        </p:nvSpPr>
        <p:spPr bwMode="auto">
          <a:xfrm>
            <a:off x="622300" y="836614"/>
            <a:ext cx="109728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8852"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b="0">
                <a:solidFill>
                  <a:srgbClr val="000000"/>
                </a:solidFill>
                <a:latin typeface="Verdana" pitchFamily="34" charset="0"/>
                <a:cs typeface="Arial"/>
              </a:defRPr>
            </a:lvl1pPr>
          </a:lstStyle>
          <a:p>
            <a:pPr fontAlgn="base">
              <a:spcBef>
                <a:spcPct val="0"/>
              </a:spcBef>
              <a:spcAft>
                <a:spcPct val="0"/>
              </a:spcAft>
              <a:defRPr/>
            </a:pPr>
            <a:endParaRPr lang="fr-FR"/>
          </a:p>
        </p:txBody>
      </p:sp>
      <p:sp>
        <p:nvSpPr>
          <p:cNvPr id="78854" name="Rectangle 6"/>
          <p:cNvSpPr>
            <a:spLocks noGrp="1" noChangeArrowheads="1"/>
          </p:cNvSpPr>
          <p:nvPr>
            <p:ph type="sldNum" sz="quarter" idx="4"/>
          </p:nvPr>
        </p:nvSpPr>
        <p:spPr bwMode="auto">
          <a:xfrm>
            <a:off x="8737600" y="6218238"/>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0">
                <a:solidFill>
                  <a:srgbClr val="000000"/>
                </a:solidFill>
                <a:latin typeface="Verdana" pitchFamily="34" charset="0"/>
                <a:cs typeface="Arial"/>
              </a:defRPr>
            </a:lvl1pPr>
          </a:lstStyle>
          <a:p>
            <a:pPr fontAlgn="base">
              <a:spcBef>
                <a:spcPct val="0"/>
              </a:spcBef>
              <a:spcAft>
                <a:spcPct val="0"/>
              </a:spcAft>
              <a:defRPr/>
            </a:pPr>
            <a:fld id="{6911533A-F366-4931-B56A-5F9940D7E897}" type="slidenum">
              <a:rPr lang="fr-FR"/>
              <a:pPr fontAlgn="base">
                <a:spcBef>
                  <a:spcPct val="0"/>
                </a:spcBef>
                <a:spcAft>
                  <a:spcPct val="0"/>
                </a:spcAft>
                <a:defRPr/>
              </a:pPr>
              <a:t>‹N°›</a:t>
            </a:fld>
            <a:endParaRPr lang="fr-FR"/>
          </a:p>
        </p:txBody>
      </p:sp>
      <p:sp>
        <p:nvSpPr>
          <p:cNvPr id="3" name="Rectangle 7">
            <a:extLst>
              <a:ext uri="{FF2B5EF4-FFF2-40B4-BE49-F238E27FC236}">
                <a16:creationId xmlns:a16="http://schemas.microsoft.com/office/drawing/2014/main" id="{B8BF1605-FCA3-FC80-FCD2-4E5E05BA3BC4}"/>
              </a:ext>
            </a:extLst>
          </p:cNvPr>
          <p:cNvSpPr>
            <a:spLocks noChangeArrowheads="1"/>
          </p:cNvSpPr>
          <p:nvPr userDrawn="1"/>
        </p:nvSpPr>
        <p:spPr bwMode="auto">
          <a:xfrm>
            <a:off x="0" y="4560886"/>
            <a:ext cx="152400" cy="2286000"/>
          </a:xfrm>
          <a:prstGeom prst="rect">
            <a:avLst/>
          </a:prstGeom>
          <a:solidFill>
            <a:srgbClr val="FF6600"/>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FFFF00"/>
              </a:solidFill>
              <a:latin typeface="Times New Roman" pitchFamily="18" charset="0"/>
            </a:endParaRPr>
          </a:p>
        </p:txBody>
      </p:sp>
      <p:sp>
        <p:nvSpPr>
          <p:cNvPr id="4" name="Rectangle 9">
            <a:extLst>
              <a:ext uri="{FF2B5EF4-FFF2-40B4-BE49-F238E27FC236}">
                <a16:creationId xmlns:a16="http://schemas.microsoft.com/office/drawing/2014/main" id="{688C0A11-008E-D7C2-C3B2-DD262D388F05}"/>
              </a:ext>
            </a:extLst>
          </p:cNvPr>
          <p:cNvSpPr>
            <a:spLocks noChangeArrowheads="1"/>
          </p:cNvSpPr>
          <p:nvPr userDrawn="1"/>
        </p:nvSpPr>
        <p:spPr bwMode="auto">
          <a:xfrm>
            <a:off x="0" y="2286000"/>
            <a:ext cx="152400" cy="2286000"/>
          </a:xfrm>
          <a:prstGeom prst="rect">
            <a:avLst/>
          </a:prstGeom>
          <a:solidFill>
            <a:srgbClr val="0070C0"/>
          </a:solidFill>
          <a:ln>
            <a:noFill/>
          </a:ln>
          <a:effec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sp>
        <p:nvSpPr>
          <p:cNvPr id="5" name="Rectangle 10">
            <a:extLst>
              <a:ext uri="{FF2B5EF4-FFF2-40B4-BE49-F238E27FC236}">
                <a16:creationId xmlns:a16="http://schemas.microsoft.com/office/drawing/2014/main" id="{EE4CB4E5-B7B2-59E8-765F-9886B455F43E}"/>
              </a:ext>
            </a:extLst>
          </p:cNvPr>
          <p:cNvSpPr>
            <a:spLocks noChangeArrowheads="1"/>
          </p:cNvSpPr>
          <p:nvPr userDrawn="1"/>
        </p:nvSpPr>
        <p:spPr bwMode="auto">
          <a:xfrm>
            <a:off x="0" y="-9128"/>
            <a:ext cx="152400" cy="229512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fr-FR" sz="2400">
              <a:solidFill>
                <a:srgbClr val="000000"/>
              </a:solidFill>
              <a:latin typeface="Times New Roman" pitchFamily="18" charset="0"/>
            </a:endParaRPr>
          </a:p>
        </p:txBody>
      </p:sp>
      <p:pic>
        <p:nvPicPr>
          <p:cNvPr id="6" name="Image 5" descr="Une image contenant oiseau, plume, colibri, texte&#10;&#10;Le contenu généré par l’IA peut être incorrect.">
            <a:extLst>
              <a:ext uri="{FF2B5EF4-FFF2-40B4-BE49-F238E27FC236}">
                <a16:creationId xmlns:a16="http://schemas.microsoft.com/office/drawing/2014/main" id="{6C49959D-21E0-5E18-8F93-9F417DA544C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470314" y="20203"/>
            <a:ext cx="721686" cy="720000"/>
          </a:xfrm>
          <a:prstGeom prst="rect">
            <a:avLst/>
          </a:prstGeom>
        </p:spPr>
      </p:pic>
    </p:spTree>
    <p:extLst>
      <p:ext uri="{BB962C8B-B14F-4D97-AF65-F5344CB8AC3E}">
        <p14:creationId xmlns:p14="http://schemas.microsoft.com/office/powerpoint/2010/main" val="1782656040"/>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hdr="0" ftr="0" dt="0"/>
  <p:txStyles>
    <p:titleStyle>
      <a:lvl1pPr algn="l" rtl="0" eaLnBrk="0" fontAlgn="base" hangingPunct="0">
        <a:spcBef>
          <a:spcPct val="0"/>
        </a:spcBef>
        <a:spcAft>
          <a:spcPct val="0"/>
        </a:spcAft>
        <a:defRPr sz="2400" b="1">
          <a:solidFill>
            <a:schemeClr val="tx1"/>
          </a:solidFill>
          <a:effectLst/>
          <a:latin typeface="+mj-lt"/>
          <a:ea typeface="+mj-ea"/>
          <a:cs typeface="+mj-cs"/>
        </a:defRPr>
      </a:lvl1pPr>
      <a:lvl2pPr algn="l" rtl="0" eaLnBrk="0" fontAlgn="base" hangingPunct="0">
        <a:spcBef>
          <a:spcPct val="0"/>
        </a:spcBef>
        <a:spcAft>
          <a:spcPct val="0"/>
        </a:spcAft>
        <a:defRPr sz="2400" b="1">
          <a:solidFill>
            <a:schemeClr val="tx1"/>
          </a:solidFill>
          <a:latin typeface="Calibri" pitchFamily="34" charset="0"/>
          <a:cs typeface="Arial" charset="0"/>
        </a:defRPr>
      </a:lvl2pPr>
      <a:lvl3pPr algn="l" rtl="0" eaLnBrk="0" fontAlgn="base" hangingPunct="0">
        <a:spcBef>
          <a:spcPct val="0"/>
        </a:spcBef>
        <a:spcAft>
          <a:spcPct val="0"/>
        </a:spcAft>
        <a:defRPr sz="2400" b="1">
          <a:solidFill>
            <a:schemeClr val="tx1"/>
          </a:solidFill>
          <a:latin typeface="Calibri" pitchFamily="34" charset="0"/>
          <a:cs typeface="Arial" charset="0"/>
        </a:defRPr>
      </a:lvl3pPr>
      <a:lvl4pPr algn="l" rtl="0" eaLnBrk="0" fontAlgn="base" hangingPunct="0">
        <a:spcBef>
          <a:spcPct val="0"/>
        </a:spcBef>
        <a:spcAft>
          <a:spcPct val="0"/>
        </a:spcAft>
        <a:defRPr sz="2400" b="1">
          <a:solidFill>
            <a:schemeClr val="tx1"/>
          </a:solidFill>
          <a:latin typeface="Calibri" pitchFamily="34" charset="0"/>
          <a:cs typeface="Arial" charset="0"/>
        </a:defRPr>
      </a:lvl4pPr>
      <a:lvl5pPr algn="l" rtl="0" eaLnBrk="0" fontAlgn="base" hangingPunct="0">
        <a:spcBef>
          <a:spcPct val="0"/>
        </a:spcBef>
        <a:spcAft>
          <a:spcPct val="0"/>
        </a:spcAft>
        <a:defRPr sz="2400" b="1">
          <a:solidFill>
            <a:schemeClr val="tx1"/>
          </a:solidFill>
          <a:latin typeface="Calibri" pitchFamily="34" charset="0"/>
          <a:cs typeface="Arial" charset="0"/>
        </a:defRPr>
      </a:lvl5pPr>
      <a:lvl6pPr marL="457200" algn="l" rtl="0" fontAlgn="base">
        <a:spcBef>
          <a:spcPct val="0"/>
        </a:spcBef>
        <a:spcAft>
          <a:spcPct val="0"/>
        </a:spcAft>
        <a:defRPr sz="3200">
          <a:solidFill>
            <a:srgbClr val="FF6600"/>
          </a:solidFill>
          <a:latin typeface="Calibri" pitchFamily="34" charset="0"/>
          <a:cs typeface="Arial" charset="0"/>
        </a:defRPr>
      </a:lvl6pPr>
      <a:lvl7pPr marL="914400" algn="l" rtl="0" fontAlgn="base">
        <a:spcBef>
          <a:spcPct val="0"/>
        </a:spcBef>
        <a:spcAft>
          <a:spcPct val="0"/>
        </a:spcAft>
        <a:defRPr sz="3200">
          <a:solidFill>
            <a:srgbClr val="FF6600"/>
          </a:solidFill>
          <a:latin typeface="Calibri" pitchFamily="34" charset="0"/>
          <a:cs typeface="Arial" charset="0"/>
        </a:defRPr>
      </a:lvl7pPr>
      <a:lvl8pPr marL="1371600" algn="l" rtl="0" fontAlgn="base">
        <a:spcBef>
          <a:spcPct val="0"/>
        </a:spcBef>
        <a:spcAft>
          <a:spcPct val="0"/>
        </a:spcAft>
        <a:defRPr sz="3200">
          <a:solidFill>
            <a:srgbClr val="FF6600"/>
          </a:solidFill>
          <a:latin typeface="Calibri" pitchFamily="34" charset="0"/>
          <a:cs typeface="Arial" charset="0"/>
        </a:defRPr>
      </a:lvl8pPr>
      <a:lvl9pPr marL="1828800" algn="l" rtl="0" fontAlgn="base">
        <a:spcBef>
          <a:spcPct val="0"/>
        </a:spcBef>
        <a:spcAft>
          <a:spcPct val="0"/>
        </a:spcAft>
        <a:defRPr sz="3200">
          <a:solidFill>
            <a:srgbClr val="FF6600"/>
          </a:solidFill>
          <a:latin typeface="Calibri" pitchFamily="34" charset="0"/>
          <a:cs typeface="Arial" charset="0"/>
        </a:defRPr>
      </a:lvl9pPr>
    </p:titleStyle>
    <p:bodyStyle>
      <a:lvl1pPr marL="342900" indent="-342900" algn="l" rtl="0" eaLnBrk="0" fontAlgn="base" hangingPunct="0">
        <a:spcBef>
          <a:spcPct val="20000"/>
        </a:spcBef>
        <a:spcAft>
          <a:spcPct val="0"/>
        </a:spcAft>
        <a:buClr>
          <a:srgbClr val="0070C0"/>
        </a:buClr>
        <a:buSzPct val="75000"/>
        <a:buFont typeface="Wingdings" pitchFamily="2" charset="2"/>
        <a:buChar char="q"/>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70C0"/>
        </a:buClr>
        <a:buSzPct val="75000"/>
        <a:buFont typeface="Wingdings" pitchFamily="2" charset="2"/>
        <a:buChar char="q"/>
        <a:defRPr sz="1800">
          <a:solidFill>
            <a:schemeClr val="tx1"/>
          </a:solidFill>
          <a:latin typeface="+mn-lt"/>
          <a:cs typeface="+mn-cs"/>
        </a:defRPr>
      </a:lvl2pPr>
      <a:lvl3pPr marL="1143000" indent="-228600" algn="l" rtl="0" eaLnBrk="0" fontAlgn="base" hangingPunct="0">
        <a:spcBef>
          <a:spcPct val="20000"/>
        </a:spcBef>
        <a:spcAft>
          <a:spcPct val="0"/>
        </a:spcAft>
        <a:buClr>
          <a:srgbClr val="0070C0"/>
        </a:buClr>
        <a:buSzPct val="75000"/>
        <a:buFont typeface="Wingdings" pitchFamily="2" charset="2"/>
        <a:buChar char="q"/>
        <a:defRPr sz="1600">
          <a:solidFill>
            <a:schemeClr val="tx1"/>
          </a:solidFill>
          <a:latin typeface="+mn-lt"/>
          <a:cs typeface="+mn-cs"/>
        </a:defRPr>
      </a:lvl3pPr>
      <a:lvl4pPr marL="16002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4pPr>
      <a:lvl5pPr marL="2057400" indent="-228600" algn="l" rtl="0" eaLnBrk="0" fontAlgn="base" hangingPunct="0">
        <a:spcBef>
          <a:spcPct val="20000"/>
        </a:spcBef>
        <a:spcAft>
          <a:spcPct val="0"/>
        </a:spcAft>
        <a:buClr>
          <a:srgbClr val="0070C0"/>
        </a:buClr>
        <a:buSzPct val="75000"/>
        <a:buFont typeface="Wingdings" pitchFamily="2" charset="2"/>
        <a:buChar char="q"/>
        <a:defRPr sz="1400">
          <a:solidFill>
            <a:schemeClr val="tx1"/>
          </a:solidFill>
          <a:latin typeface="+mn-lt"/>
          <a:cs typeface="+mn-cs"/>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 Id="rId3" Type="http://schemas.openxmlformats.org/officeDocument/2006/relationships/image" Target="../media/image15.jpeg"/></Relationships>
</file>

<file path=ppt/slides/_rels/slide3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80.xml"/><Relationship Id="rId3" Type="http://schemas.openxmlformats.org/officeDocument/2006/relationships/notesSlide" Target="../notesSlides/notesSlide31.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80.xml"/><Relationship Id="rId3" Type="http://schemas.openxmlformats.org/officeDocument/2006/relationships/notesSlide" Target="../notesSlides/notesSlide32.xml"/><Relationship Id="rId4" Type="http://schemas.openxmlformats.org/officeDocument/2006/relationships/image" Target="../media/image17.jpeg"/><Relationship Id="rId5" Type="http://schemas.openxmlformats.org/officeDocument/2006/relationships/image" Target="../media/image18.jpg"/><Relationship Id="rId6"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0.jpeg"/><Relationship Id="rId3" Type="http://schemas.openxmlformats.org/officeDocument/2006/relationships/image" Target="../media/image21.jpeg"/><Relationship Id="rId4" Type="http://schemas.openxmlformats.org/officeDocument/2006/relationships/image" Target="../media/image22.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33.xml"/><Relationship Id="rId3" Type="http://schemas.openxmlformats.org/officeDocument/2006/relationships/image" Target="../media/image23.jpeg"/><Relationship Id="rId4" Type="http://schemas.openxmlformats.org/officeDocument/2006/relationships/image" Target="../media/image24.png"/><Relationship Id="rId5" Type="http://schemas.openxmlformats.org/officeDocument/2006/relationships/image" Target="../media/image25.jpe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jpeg"/><Relationship Id="rId9" Type="http://schemas.openxmlformats.org/officeDocument/2006/relationships/image" Target="../media/image29.png"/><Relationship Id="rId10" Type="http://schemas.openxmlformats.org/officeDocument/2006/relationships/image" Target="../media/image30.jpeg"/><Relationship Id="rId11" Type="http://schemas.openxmlformats.org/officeDocument/2006/relationships/image" Target="../media/image31.jpeg"/><Relationship Id="rId12" Type="http://schemas.openxmlformats.org/officeDocument/2006/relationships/image" Target="../media/image32.png"/><Relationship Id="rId13" Type="http://schemas.openxmlformats.org/officeDocument/2006/relationships/image" Target="../media/image33.png"/><Relationship Id="rId14" Type="http://schemas.openxmlformats.org/officeDocument/2006/relationships/image" Target="../media/image34.png"/><Relationship Id="rId15" Type="http://schemas.openxmlformats.org/officeDocument/2006/relationships/image" Target="../media/image35.jpeg"/><Relationship Id="rId16" Type="http://schemas.openxmlformats.org/officeDocument/2006/relationships/image" Target="../media/image36.jpeg"/><Relationship Id="rId17" Type="http://schemas.openxmlformats.org/officeDocument/2006/relationships/image" Target="../media/image37.png"/><Relationship Id="rId18" Type="http://schemas.openxmlformats.org/officeDocument/2006/relationships/image" Target="../media/image38.jpeg"/><Relationship Id="rId19" Type="http://schemas.openxmlformats.org/officeDocument/2006/relationships/image" Target="../media/image39.png"/><Relationship Id="rId20" Type="http://schemas.openxmlformats.org/officeDocument/2006/relationships/image" Target="../media/image40.png"/><Relationship Id="rId21" Type="http://schemas.openxmlformats.org/officeDocument/2006/relationships/image" Target="../media/image41.png"/><Relationship Id="rId22" Type="http://schemas.openxmlformats.org/officeDocument/2006/relationships/image" Target="../media/image42.jpeg"/><Relationship Id="rId23" Type="http://schemas.openxmlformats.org/officeDocument/2006/relationships/image" Target="../media/image43.png"/><Relationship Id="rId24" Type="http://schemas.openxmlformats.org/officeDocument/2006/relationships/image" Target="../media/image44.jpeg"/><Relationship Id="rId25" Type="http://schemas.openxmlformats.org/officeDocument/2006/relationships/image" Target="../media/image45.png"/><Relationship Id="rId26" Type="http://schemas.openxmlformats.org/officeDocument/2006/relationships/image" Target="../media/image46.jpeg"/><Relationship Id="rId27" Type="http://schemas.openxmlformats.org/officeDocument/2006/relationships/image" Target="../media/image47.png"/><Relationship Id="rId28" Type="http://schemas.openxmlformats.org/officeDocument/2006/relationships/image" Target="../media/image48.png"/><Relationship Id="rId29" Type="http://schemas.openxmlformats.org/officeDocument/2006/relationships/image" Target="../media/image49.png"/><Relationship Id="rId30" Type="http://schemas.openxmlformats.org/officeDocument/2006/relationships/image" Target="../media/image50.jpeg"/><Relationship Id="rId31" Type="http://schemas.openxmlformats.org/officeDocument/2006/relationships/image" Target="../media/image51.jpeg"/><Relationship Id="rId32" Type="http://schemas.openxmlformats.org/officeDocument/2006/relationships/image" Target="../media/image52.png"/><Relationship Id="rId33" Type="http://schemas.openxmlformats.org/officeDocument/2006/relationships/image" Target="../media/image53.png"/><Relationship Id="rId34" Type="http://schemas.openxmlformats.org/officeDocument/2006/relationships/image" Target="../media/image54.jpeg"/><Relationship Id="rId35" Type="http://schemas.openxmlformats.org/officeDocument/2006/relationships/image" Target="../media/image55.png"/><Relationship Id="rId36" Type="http://schemas.openxmlformats.org/officeDocument/2006/relationships/image" Target="../media/image56.png"/><Relationship Id="rId37" Type="http://schemas.openxmlformats.org/officeDocument/2006/relationships/image" Target="../media/image57.png"/><Relationship Id="rId38" Type="http://schemas.openxmlformats.org/officeDocument/2006/relationships/image" Target="../media/image58.png"/><Relationship Id="rId39" Type="http://schemas.openxmlformats.org/officeDocument/2006/relationships/image" Target="../media/image59.png"/><Relationship Id="rId40" Type="http://schemas.openxmlformats.org/officeDocument/2006/relationships/image" Target="../media/image60.jpeg"/><Relationship Id="rId41" Type="http://schemas.openxmlformats.org/officeDocument/2006/relationships/image" Target="../media/image61.jpeg"/><Relationship Id="rId42" Type="http://schemas.openxmlformats.org/officeDocument/2006/relationships/image" Target="../media/image62.png"/><Relationship Id="rId43" Type="http://schemas.openxmlformats.org/officeDocument/2006/relationships/image" Target="../media/image63.png"/><Relationship Id="rId44" Type="http://schemas.openxmlformats.org/officeDocument/2006/relationships/image" Target="../media/image64.png"/><Relationship Id="rId45" Type="http://schemas.openxmlformats.org/officeDocument/2006/relationships/image" Target="../media/image65.jpeg"/><Relationship Id="rId46" Type="http://schemas.openxmlformats.org/officeDocument/2006/relationships/image" Target="../media/image66.jpeg"/><Relationship Id="rId47" Type="http://schemas.openxmlformats.org/officeDocument/2006/relationships/image" Target="../media/image67.png"/><Relationship Id="rId48" Type="http://schemas.openxmlformats.org/officeDocument/2006/relationships/image" Target="../media/image68.png"/><Relationship Id="rId49" Type="http://schemas.openxmlformats.org/officeDocument/2006/relationships/image" Target="../media/image69.jpeg"/><Relationship Id="rId50" Type="http://schemas.openxmlformats.org/officeDocument/2006/relationships/image" Target="../media/image70.png"/><Relationship Id="rId51" Type="http://schemas.openxmlformats.org/officeDocument/2006/relationships/image" Target="../media/image71.png"/><Relationship Id="rId52" Type="http://schemas.openxmlformats.org/officeDocument/2006/relationships/image" Target="../media/image72.jpeg"/><Relationship Id="rId53" Type="http://schemas.openxmlformats.org/officeDocument/2006/relationships/image" Target="../media/image73.png"/><Relationship Id="rId54" Type="http://schemas.openxmlformats.org/officeDocument/2006/relationships/image" Target="../media/image74.gif"/><Relationship Id="rId55" Type="http://schemas.openxmlformats.org/officeDocument/2006/relationships/image" Target="../media/image75.png"/></Relationships>
</file>

<file path=ppt/slides/_rels/slide38.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7.xml"/><Relationship Id="rId3" Type="http://schemas.openxmlformats.org/officeDocument/2006/relationships/notesSlide" Target="../notesSlides/notesSlide34.xml"/><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jpeg"/><Relationship Id="rId7" Type="http://schemas.openxmlformats.org/officeDocument/2006/relationships/image" Target="../media/image79.jpe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83.png"/><Relationship Id="rId12" Type="http://schemas.openxmlformats.org/officeDocument/2006/relationships/image" Target="../media/image84.png"/><Relationship Id="rId13" Type="http://schemas.openxmlformats.org/officeDocument/2006/relationships/image" Target="../media/image85.jpeg"/><Relationship Id="rId14" Type="http://schemas.openxmlformats.org/officeDocument/2006/relationships/image" Target="../media/image86.jpeg"/><Relationship Id="rId15" Type="http://schemas.openxmlformats.org/officeDocument/2006/relationships/image" Target="../media/image87.png"/><Relationship Id="rId16" Type="http://schemas.openxmlformats.org/officeDocument/2006/relationships/image" Target="../media/image88.jpeg"/><Relationship Id="rId17" Type="http://schemas.openxmlformats.org/officeDocument/2006/relationships/image" Target="../media/image89.png"/><Relationship Id="rId18" Type="http://schemas.openxmlformats.org/officeDocument/2006/relationships/image" Target="../media/image90.png"/><Relationship Id="rId19" Type="http://schemas.openxmlformats.org/officeDocument/2006/relationships/image" Target="../media/image91.png"/><Relationship Id="rId20" Type="http://schemas.openxmlformats.org/officeDocument/2006/relationships/image" Target="../media/image92.png"/><Relationship Id="rId21" Type="http://schemas.openxmlformats.org/officeDocument/2006/relationships/hyperlink" Target="http://www.mutualia.fr/index.php" TargetMode="External"/><Relationship Id="rId22" Type="http://schemas.openxmlformats.org/officeDocument/2006/relationships/image" Target="../media/image93.png"/><Relationship Id="rId23" Type="http://schemas.openxmlformats.org/officeDocument/2006/relationships/image" Target="../media/image94.png"/><Relationship Id="rId24" Type="http://schemas.openxmlformats.org/officeDocument/2006/relationships/image" Target="../media/image95.png"/><Relationship Id="rId25" Type="http://schemas.openxmlformats.org/officeDocument/2006/relationships/image" Target="../media/image96.png"/><Relationship Id="rId26" Type="http://schemas.openxmlformats.org/officeDocument/2006/relationships/image" Target="../media/image97.png"/><Relationship Id="rId27" Type="http://schemas.openxmlformats.org/officeDocument/2006/relationships/image" Target="../media/image98.png"/><Relationship Id="rId28" Type="http://schemas.openxmlformats.org/officeDocument/2006/relationships/image" Target="../media/image99.png"/><Relationship Id="rId29" Type="http://schemas.openxmlformats.org/officeDocument/2006/relationships/image" Target="../media/image100.jpeg"/><Relationship Id="rId30" Type="http://schemas.openxmlformats.org/officeDocument/2006/relationships/image" Target="../media/image101.png"/><Relationship Id="rId31" Type="http://schemas.openxmlformats.org/officeDocument/2006/relationships/image" Target="../media/image102.png"/><Relationship Id="rId32" Type="http://schemas.openxmlformats.org/officeDocument/2006/relationships/image" Target="../media/image103.png"/><Relationship Id="rId33" Type="http://schemas.openxmlformats.org/officeDocument/2006/relationships/image" Target="../media/image104.png"/><Relationship Id="rId34" Type="http://schemas.openxmlformats.org/officeDocument/2006/relationships/image" Target="../media/image105.jpeg"/><Relationship Id="rId35" Type="http://schemas.openxmlformats.org/officeDocument/2006/relationships/image" Target="../media/image106.jpeg"/><Relationship Id="rId36" Type="http://schemas.openxmlformats.org/officeDocument/2006/relationships/image" Target="../media/image107.gif"/><Relationship Id="rId37" Type="http://schemas.openxmlformats.org/officeDocument/2006/relationships/image" Target="../media/image108.jpeg"/><Relationship Id="rId38" Type="http://schemas.openxmlformats.org/officeDocument/2006/relationships/image" Target="../media/image109.png"/><Relationship Id="rId39" Type="http://schemas.openxmlformats.org/officeDocument/2006/relationships/image" Target="../media/image110.png"/><Relationship Id="rId40" Type="http://schemas.openxmlformats.org/officeDocument/2006/relationships/image" Target="../media/image111.jpeg"/><Relationship Id="rId41" Type="http://schemas.openxmlformats.org/officeDocument/2006/relationships/image" Target="../media/image112.jpeg"/><Relationship Id="rId42" Type="http://schemas.openxmlformats.org/officeDocument/2006/relationships/image" Target="../media/image113.jpeg"/><Relationship Id="rId43" Type="http://schemas.openxmlformats.org/officeDocument/2006/relationships/image" Target="../media/image114.png"/><Relationship Id="rId44" Type="http://schemas.openxmlformats.org/officeDocument/2006/relationships/image" Target="../media/image115.jpeg"/><Relationship Id="rId45" Type="http://schemas.openxmlformats.org/officeDocument/2006/relationships/image" Target="../media/image116.jpeg"/><Relationship Id="rId46" Type="http://schemas.openxmlformats.org/officeDocument/2006/relationships/image" Target="../media/image117.jpeg"/><Relationship Id="rId47" Type="http://schemas.openxmlformats.org/officeDocument/2006/relationships/image" Target="../media/image118.png"/><Relationship Id="rId48" Type="http://schemas.openxmlformats.org/officeDocument/2006/relationships/image" Target="../media/image119.png"/><Relationship Id="rId49" Type="http://schemas.openxmlformats.org/officeDocument/2006/relationships/image" Target="../media/image120.jpeg"/><Relationship Id="rId50" Type="http://schemas.openxmlformats.org/officeDocument/2006/relationships/image" Target="../media/image121.gif"/><Relationship Id="rId51" Type="http://schemas.openxmlformats.org/officeDocument/2006/relationships/image" Target="../media/image122.png"/><Relationship Id="rId52" Type="http://schemas.openxmlformats.org/officeDocument/2006/relationships/image" Target="../media/image123.png"/><Relationship Id="rId53" Type="http://schemas.openxmlformats.org/officeDocument/2006/relationships/image" Target="../media/image24.png"/><Relationship Id="rId54" Type="http://schemas.openxmlformats.org/officeDocument/2006/relationships/image" Target="../media/image124.png"/><Relationship Id="rId55" Type="http://schemas.openxmlformats.org/officeDocument/2006/relationships/image" Target="../media/image125.png"/><Relationship Id="rId56" Type="http://schemas.openxmlformats.org/officeDocument/2006/relationships/hyperlink" Target="https://www.alptis.org/" TargetMode="External"/><Relationship Id="rId57" Type="http://schemas.openxmlformats.org/officeDocument/2006/relationships/image" Target="../media/image126.jpeg"/><Relationship Id="rId58" Type="http://schemas.openxmlformats.org/officeDocument/2006/relationships/image" Target="cid:image001.jpg@01D0618D.C0B5D750" TargetMode="External"/><Relationship Id="rId59" Type="http://schemas.openxmlformats.org/officeDocument/2006/relationships/image" Target="../media/image127.png"/><Relationship Id="rId60" Type="http://schemas.openxmlformats.org/officeDocument/2006/relationships/image" Target="../media/image128.jpeg"/><Relationship Id="rId61" Type="http://schemas.openxmlformats.org/officeDocument/2006/relationships/image" Target="../media/image129.png"/><Relationship Id="rId62" Type="http://schemas.openxmlformats.org/officeDocument/2006/relationships/image" Target="../media/image130.jpeg"/><Relationship Id="rId63" Type="http://schemas.openxmlformats.org/officeDocument/2006/relationships/image" Target="../media/image131.png"/><Relationship Id="rId64" Type="http://schemas.openxmlformats.org/officeDocument/2006/relationships/image" Target="../media/image132.png"/><Relationship Id="rId65" Type="http://schemas.openxmlformats.org/officeDocument/2006/relationships/image" Target="../media/image133.png"/><Relationship Id="rId66" Type="http://schemas.openxmlformats.org/officeDocument/2006/relationships/image" Target="../media/image134.png"/><Relationship Id="rId67" Type="http://schemas.openxmlformats.org/officeDocument/2006/relationships/image" Target="../media/image135.jpeg"/><Relationship Id="rId68" Type="http://schemas.openxmlformats.org/officeDocument/2006/relationships/image" Target="../media/image136.gif"/><Relationship Id="rId69" Type="http://schemas.openxmlformats.org/officeDocument/2006/relationships/image" Target="../media/image137.png"/><Relationship Id="rId70" Type="http://schemas.openxmlformats.org/officeDocument/2006/relationships/image" Target="../media/image138.jpeg"/><Relationship Id="rId71" Type="http://schemas.openxmlformats.org/officeDocument/2006/relationships/image" Target="../media/image139.png"/><Relationship Id="rId72" Type="http://schemas.openxmlformats.org/officeDocument/2006/relationships/image" Target="../media/image140.jpeg"/></Relationships>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188" y="5324072"/>
            <a:ext cx="10585176" cy="641971"/>
          </a:xfrm>
          <a:prstGeom prst="rect">
            <a:avLst/>
          </a:prstGeom>
        </p:spPr>
        <p:txBody>
          <a:bodyPr wrap="square">
            <a:spAutoFit/>
          </a:bodyPr>
          <a:lstStyle/>
          <a:p>
            <a:pPr marR="0" lvl="0" algn="just" defTabSz="914400" rtl="0" eaLnBrk="1" fontAlgn="auto" latinLnBrk="0" hangingPunct="1">
              <a:lnSpc>
                <a:spcPct val="115000"/>
              </a:lnSpc>
              <a:spcBef>
                <a:spcPts val="0"/>
              </a:spcBef>
              <a:spcAft>
                <a:spcPts val="0"/>
              </a:spcAft>
              <a:buClr>
                <a:srgbClr val="99CC00"/>
              </a:buClr>
              <a:buSzPct val="75000"/>
              <a:tabLst/>
              <a:defRPr/>
            </a:pPr>
            <a:endParaRPr kumimoji="0" lang="fr-FR" sz="1600" b="0" i="0" u="none" strike="noStrike" kern="1200" cap="none" spc="0" normalizeH="0" baseline="0" noProof="0" dirty="0">
              <a:ln>
                <a:noFill/>
              </a:ln>
              <a:solidFill>
                <a:srgbClr val="0070C0"/>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R="0" lvl="0" algn="ctr" defTabSz="914400" rtl="0" eaLnBrk="1" fontAlgn="auto" latinLnBrk="0" hangingPunct="1">
              <a:lnSpc>
                <a:spcPct val="115000"/>
              </a:lnSpc>
              <a:spcBef>
                <a:spcPts val="0"/>
              </a:spcBef>
              <a:spcAft>
                <a:spcPts val="0"/>
              </a:spcAft>
              <a:buClr>
                <a:srgbClr val="99CC00"/>
              </a:buClr>
              <a:buSzPct val="75000"/>
              <a:tabLst/>
              <a:defRPr/>
            </a:pPr>
            <a:r>
              <a:rPr kumimoji="0" lang="fr-FR" sz="1600" b="1" i="0" u="none" strike="noStrike" kern="1200" cap="none" spc="0" normalizeH="0" baseline="0" noProof="0" dirty="0">
                <a:ln>
                  <a:noFill/>
                </a:ln>
                <a:solidFill>
                  <a:srgbClr val="0070C0"/>
                </a:solidFill>
                <a:effectLst/>
                <a:uLnTx/>
                <a:uFillTx/>
                <a:latin typeface="Calibri" panose="020F0502020204030204" pitchFamily="34" charset="0"/>
                <a:ea typeface="Times New Roman" panose="02020603050405020304" pitchFamily="18" charset="0"/>
                <a:cs typeface="Calibri" panose="020F0502020204030204" pitchFamily="34" charset="0"/>
              </a:rPr>
              <a:t>Toute l’équipe de PIC FORMATION est intervenue avec grand plaisir !</a:t>
            </a:r>
          </a:p>
        </p:txBody>
      </p:sp>
      <p:grpSp>
        <p:nvGrpSpPr>
          <p:cNvPr id="7" name="Groupe 6">
            <a:extLst>
              <a:ext uri="{FF2B5EF4-FFF2-40B4-BE49-F238E27FC236}">
                <a16:creationId xmlns:a16="http://schemas.microsoft.com/office/drawing/2014/main" id="{55B81BC7-7D3D-82B3-1F5A-63563C77A4F9}"/>
              </a:ext>
            </a:extLst>
          </p:cNvPr>
          <p:cNvGrpSpPr/>
          <p:nvPr/>
        </p:nvGrpSpPr>
        <p:grpSpPr>
          <a:xfrm>
            <a:off x="3526126" y="1127966"/>
            <a:ext cx="4813300" cy="4013200"/>
            <a:chOff x="3455006" y="2011886"/>
            <a:chExt cx="4813300" cy="4013200"/>
          </a:xfrm>
        </p:grpSpPr>
        <p:pic>
          <p:nvPicPr>
            <p:cNvPr id="4" name="Image 3" descr="Une image contenant noir et blanc, conception, art&#10;&#10;Description générée automatiquement avec une confiance moyenne">
              <a:extLst>
                <a:ext uri="{FF2B5EF4-FFF2-40B4-BE49-F238E27FC236}">
                  <a16:creationId xmlns:a16="http://schemas.microsoft.com/office/drawing/2014/main" id="{B8BA81D3-E118-CA65-D544-569A878AE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5006" y="2011886"/>
              <a:ext cx="4813300" cy="4013200"/>
            </a:xfrm>
            <a:prstGeom prst="rect">
              <a:avLst/>
            </a:prstGeom>
          </p:spPr>
        </p:pic>
        <p:sp>
          <p:nvSpPr>
            <p:cNvPr id="6" name="Rectangle 5">
              <a:extLst>
                <a:ext uri="{FF2B5EF4-FFF2-40B4-BE49-F238E27FC236}">
                  <a16:creationId xmlns:a16="http://schemas.microsoft.com/office/drawing/2014/main" id="{A0299745-9982-E918-AB5E-733EEDA7E0ED}"/>
                </a:ext>
              </a:extLst>
            </p:cNvPr>
            <p:cNvSpPr/>
            <p:nvPr/>
          </p:nvSpPr>
          <p:spPr>
            <a:xfrm>
              <a:off x="5083373" y="3909306"/>
              <a:ext cx="2668551" cy="1107996"/>
            </a:xfrm>
            <a:prstGeom prst="rect">
              <a:avLst/>
            </a:prstGeom>
            <a:noFill/>
          </p:spPr>
          <p:txBody>
            <a:bodyPr wrap="none" lIns="91440" tIns="45720" rIns="91440" bIns="45720">
              <a:spAutoFit/>
            </a:bodyPr>
            <a:lstStyle/>
            <a:p>
              <a:pPr algn="ctr"/>
              <a:r>
                <a:rPr lang="fr-FR" sz="6600" b="1" cap="none" spc="0" dirty="0">
                  <a:ln w="9525">
                    <a:solidFill>
                      <a:schemeClr val="bg1"/>
                    </a:solidFill>
                    <a:prstDash val="solid"/>
                  </a:ln>
                  <a:solidFill>
                    <a:srgbClr val="0070C0"/>
                  </a:solidFill>
                  <a:effectLst>
                    <a:outerShdw blurRad="12700" dist="38100" dir="2700000" algn="tl" rotWithShape="0">
                      <a:schemeClr val="bg1">
                        <a:lumMod val="50000"/>
                      </a:schemeClr>
                    </a:outerShdw>
                  </a:effectLst>
                </a:rPr>
                <a:t>Merci !</a:t>
              </a:r>
            </a:p>
          </p:txBody>
        </p:sp>
      </p:grpSp>
      <p:sp>
        <p:nvSpPr>
          <p:cNvPr id="3" name="Espace réservé du numéro de diapositive 3">
            <a:extLst>
              <a:ext uri="{FF2B5EF4-FFF2-40B4-BE49-F238E27FC236}">
                <a16:creationId xmlns:a16="http://schemas.microsoft.com/office/drawing/2014/main" id="{F3198D24-699B-4973-9691-75E9F98AB7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6EBFAD-7D7E-4EEE-8122-1782B4EC52E1}" type="slidenum">
              <a:rPr kumimoji="0" lang="fr-FR" sz="1000" b="0" i="0" u="none" strike="noStrike" kern="1200" cap="none" spc="0" normalizeH="0" baseline="0" noProof="0" smtClean="0">
                <a:ln>
                  <a:noFill/>
                </a:ln>
                <a:solidFill>
                  <a:srgbClr val="000000"/>
                </a:solidFill>
                <a:effectLst/>
                <a:uLnTx/>
                <a:uFillTx/>
                <a:latin typeface="Verdana" pitchFamily="34" charset="0"/>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1000" b="0" i="0" u="none" strike="noStrike" kern="1200" cap="none" spc="0" normalizeH="0" baseline="0" noProof="0" dirty="0">
              <a:ln>
                <a:noFill/>
              </a:ln>
              <a:solidFill>
                <a:srgbClr val="000000"/>
              </a:solidFill>
              <a:effectLst/>
              <a:uLnTx/>
              <a:uFillTx/>
              <a:latin typeface="Verdana" pitchFamily="34" charset="0"/>
              <a:ea typeface="+mn-ea"/>
              <a:cs typeface="Arial" charset="0"/>
            </a:endParaRPr>
          </a:p>
        </p:txBody>
      </p:sp>
    </p:spTree>
    <p:extLst>
      <p:ext uri="{BB962C8B-B14F-4D97-AF65-F5344CB8AC3E}">
        <p14:creationId xmlns:p14="http://schemas.microsoft.com/office/powerpoint/2010/main" val="1925350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629174" y="0"/>
            <a:ext cx="10680977" cy="693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
                <a:srgbClr val="99CC00"/>
              </a:buClr>
              <a:buSzPct val="75000"/>
              <a:buFont typeface="Wingdings" panose="05000000000000000000" pitchFamily="2" charset="2"/>
              <a:buNone/>
              <a:tabLst/>
              <a:defRPr/>
            </a:pPr>
            <a:r>
              <a:rPr kumimoji="0" lang="fr-FR" altLang="fr-FR"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alibri"/>
                <a:ea typeface="+mn-ea"/>
                <a:cs typeface="Arial" pitchFamily="34" charset="0"/>
              </a:rPr>
              <a:t>Nos formations certifiantes : les titres professionnels Adaptés et le PICADAPTÉ</a:t>
            </a:r>
            <a:endParaRPr kumimoji="0" lang="fr-FR"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mn-ea"/>
              <a:cs typeface="Arial"/>
            </a:endParaRPr>
          </a:p>
        </p:txBody>
      </p:sp>
      <p:sp>
        <p:nvSpPr>
          <p:cNvPr id="3" name="Espace réservé du numéro de diapositive 2">
            <a:extLst>
              <a:ext uri="{FF2B5EF4-FFF2-40B4-BE49-F238E27FC236}">
                <a16:creationId xmlns:a16="http://schemas.microsoft.com/office/drawing/2014/main" id="{CA7F4994-B7CA-4818-B9D6-342DC58A93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09DF53-BFEF-4E85-9991-EB2B3A602595}" type="slidenum">
              <a:rPr kumimoji="0" lang="fr-FR" altLang="fr-FR" sz="1000" b="0" i="1" u="none" strike="noStrike" kern="1200" cap="none" spc="0" normalizeH="0" baseline="0" noProof="0" smtClean="0">
                <a:ln>
                  <a:noFill/>
                </a:ln>
                <a:solidFill>
                  <a:srgbClr val="000000"/>
                </a:solidFill>
                <a:effectLst/>
                <a:uLnTx/>
                <a:uFillTx/>
                <a:latin typeface="Verdana"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altLang="fr-FR" sz="1000" b="0" i="1" u="none" strike="noStrike" kern="1200" cap="none" spc="0" normalizeH="0" baseline="0" noProof="0">
              <a:ln>
                <a:noFill/>
              </a:ln>
              <a:solidFill>
                <a:srgbClr val="000000"/>
              </a:solidFill>
              <a:effectLst/>
              <a:uLnTx/>
              <a:uFillTx/>
              <a:latin typeface="Verdana" pitchFamily="34" charset="0"/>
              <a:ea typeface="+mn-ea"/>
              <a:cs typeface="Arial"/>
            </a:endParaRPr>
          </a:p>
        </p:txBody>
      </p:sp>
      <p:sp>
        <p:nvSpPr>
          <p:cNvPr id="5" name="Rectangle 4">
            <a:extLst>
              <a:ext uri="{FF2B5EF4-FFF2-40B4-BE49-F238E27FC236}">
                <a16:creationId xmlns:a16="http://schemas.microsoft.com/office/drawing/2014/main" id="{0D6137A4-A041-481F-AFA9-4C202CD3B770}"/>
              </a:ext>
            </a:extLst>
          </p:cNvPr>
          <p:cNvSpPr/>
          <p:nvPr/>
        </p:nvSpPr>
        <p:spPr>
          <a:xfrm>
            <a:off x="594911" y="766795"/>
            <a:ext cx="10598229" cy="4906408"/>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wavy" strike="noStrike" kern="1200" cap="none" spc="0" normalizeH="0" baseline="0" noProof="0" dirty="0">
                <a:ln>
                  <a:noFill/>
                </a:ln>
                <a:solidFill>
                  <a:srgbClr val="000000"/>
                </a:solidFill>
                <a:effectLst/>
                <a:uLnTx/>
                <a:uFillTx/>
                <a:latin typeface="Calibri"/>
                <a:ea typeface="+mn-ea"/>
                <a:cs typeface="Arial"/>
              </a:rPr>
              <a:t>Certificat </a:t>
            </a:r>
            <a:r>
              <a:rPr kumimoji="0" lang="fr-FR" sz="1400" b="0" i="0" u="none" strike="noStrike" kern="1200" cap="none" spc="0" normalizeH="0" baseline="0" noProof="0" dirty="0">
                <a:ln>
                  <a:noFill/>
                </a:ln>
                <a:solidFill>
                  <a:srgbClr val="000000"/>
                </a:solidFill>
                <a:effectLst/>
                <a:uLnTx/>
                <a:uFillTx/>
                <a:latin typeface="Calibri"/>
                <a:ea typeface="+mn-ea"/>
                <a:cs typeface="Arial"/>
              </a:rPr>
              <a:t>PICADAPTÉ créé par </a:t>
            </a:r>
            <a:r>
              <a:rPr kumimoji="0" lang="fr-FR" sz="1400" b="0" i="0" u="wavy" strike="noStrike" kern="1200" cap="none" spc="0" normalizeH="0" baseline="0" noProof="0" dirty="0">
                <a:ln>
                  <a:noFill/>
                </a:ln>
                <a:solidFill>
                  <a:srgbClr val="000000"/>
                </a:solidFill>
                <a:effectLst/>
                <a:uLnTx/>
                <a:uFillTx/>
                <a:latin typeface="Calibri"/>
                <a:ea typeface="+mn-ea"/>
                <a:cs typeface="Arial"/>
              </a:rPr>
              <a:t>PIC Formation</a:t>
            </a:r>
            <a:r>
              <a:rPr kumimoji="0" lang="fr-FR" sz="1400" b="0" i="0" u="none" strike="noStrike" kern="1200" cap="none" spc="0" normalizeH="0" baseline="0" noProof="0" dirty="0">
                <a:ln>
                  <a:noFill/>
                </a:ln>
                <a:solidFill>
                  <a:srgbClr val="000000"/>
                </a:solidFill>
                <a:effectLst/>
                <a:uLnTx/>
                <a:uFillTx/>
                <a:latin typeface="Calibri"/>
                <a:ea typeface="+mn-ea"/>
                <a:cs typeface="Arial"/>
              </a:rPr>
              <a:t> : Parcours Individuel de Compétences professionnelles adaptées aux travailleurs en situation de handicap</a:t>
            </a:r>
            <a:endParaRPr kumimoji="0" lang="fr-FR" sz="1400" b="0" i="0" u="none" strike="noStrike" kern="1200" cap="none" spc="0" normalizeH="0" baseline="0" noProof="0" dirty="0">
              <a:ln>
                <a:noFill/>
              </a:ln>
              <a:solidFill>
                <a:srgbClr val="000000"/>
              </a:solidFill>
              <a:effectLst>
                <a:reflection blurRad="6350" stA="53000" endA="300" endPos="35500" dir="5400000" sy="-90000" algn="bl"/>
              </a:effectLst>
              <a:uLnTx/>
              <a:uFillTx/>
              <a:latin typeface="Calibri"/>
              <a:ea typeface="+mn-ea"/>
              <a:cs typeface="Arial"/>
            </a:endParaRP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APH : Agent de Propreté et d’Hygiène</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OP : Ouvrier Paysagiste</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AFI : Agent(e) de Fabrication I</a:t>
            </a:r>
            <a:r>
              <a:rPr kumimoji="0" lang="fr-FR" sz="1400" b="0" i="0" u="none" strike="noStrike" kern="1200" cap="none" spc="0" normalizeH="0" baseline="0" noProof="0" dirty="0" err="1">
                <a:ln>
                  <a:noFill/>
                </a:ln>
                <a:solidFill>
                  <a:srgbClr val="000000"/>
                </a:solidFill>
                <a:effectLst/>
                <a:uLnTx/>
                <a:uFillTx/>
                <a:latin typeface="Calibri"/>
                <a:ea typeface="+mn-ea"/>
                <a:cs typeface="Arial"/>
              </a:rPr>
              <a:t>ndustrielle</a:t>
            </a:r>
            <a:r>
              <a:rPr kumimoji="0" lang="fr-FR" sz="1400" b="0" i="0" u="none" strike="noStrike" kern="1200" cap="none" spc="0" normalizeH="0" baseline="0" noProof="0" dirty="0">
                <a:ln>
                  <a:noFill/>
                </a:ln>
                <a:solidFill>
                  <a:srgbClr val="000000"/>
                </a:solidFill>
                <a:effectLst/>
                <a:uLnTx/>
                <a:uFillTx/>
                <a:latin typeface="Calibri"/>
                <a:ea typeface="+mn-ea"/>
                <a:cs typeface="Arial"/>
              </a:rPr>
              <a:t> </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EPR : Employé(e) Polyvalent en R</a:t>
            </a:r>
            <a:r>
              <a:rPr kumimoji="0" lang="fr-FR" sz="1400" b="0" i="0" u="none" strike="noStrike" kern="1200" cap="none" spc="0" normalizeH="0" baseline="0" noProof="0" dirty="0" err="1">
                <a:ln>
                  <a:noFill/>
                </a:ln>
                <a:solidFill>
                  <a:srgbClr val="000000"/>
                </a:solidFill>
                <a:effectLst/>
                <a:uLnTx/>
                <a:uFillTx/>
                <a:latin typeface="Calibri"/>
                <a:ea typeface="+mn-ea"/>
                <a:cs typeface="Arial"/>
              </a:rPr>
              <a:t>estauration</a:t>
            </a:r>
            <a:endParaRPr kumimoji="0" lang="fr-FR" sz="1400" b="0" i="0" u="none" strike="noStrike" kern="1200" cap="none" spc="0" normalizeH="0" baseline="0" noProof="0" dirty="0">
              <a:ln>
                <a:noFill/>
              </a:ln>
              <a:solidFill>
                <a:srgbClr val="000000"/>
              </a:solidFill>
              <a:effectLst/>
              <a:uLnTx/>
              <a:uFillTx/>
              <a:latin typeface="Calibri"/>
              <a:ea typeface="+mn-ea"/>
              <a:cs typeface="Arial"/>
            </a:endParaRP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TCA : Tapissier Couturier d’Ameublement</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MFBD : Menuisier de fabrication bois et dérivés</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AEB : Agent(e) d’entretien du bâtiment </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PDCE : Préparateur De Commandes en Entrepôt</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AM : Agent Magasinier</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AMCE : Agent(e) de montage et de câblage en électronique</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none" strike="noStrike" kern="1200" cap="none" spc="0" normalizeH="0" baseline="0" noProof="0" dirty="0">
                <a:ln>
                  <a:noFill/>
                </a:ln>
                <a:solidFill>
                  <a:srgbClr val="000000"/>
                </a:solidFill>
                <a:effectLst/>
                <a:uLnTx/>
                <a:uFillTx/>
                <a:latin typeface="Calibri"/>
                <a:ea typeface="+mn-ea"/>
                <a:cs typeface="Arial"/>
              </a:rPr>
              <a:t>CIMA : Conducteur d'installation et de machines automatisées</a:t>
            </a:r>
          </a:p>
          <a:p>
            <a:pPr marL="285750" marR="0" lvl="0" indent="-285750" algn="l" defTabSz="914400" rtl="0" eaLnBrk="1" fontAlgn="auto" latinLnBrk="0" hangingPunct="1">
              <a:lnSpc>
                <a:spcPct val="150000"/>
              </a:lnSpc>
              <a:spcBef>
                <a:spcPts val="0"/>
              </a:spcBef>
              <a:spcAft>
                <a:spcPts val="0"/>
              </a:spcAft>
              <a:buClr>
                <a:srgbClr val="0070C0"/>
              </a:buClr>
              <a:buSzPct val="75000"/>
              <a:buFont typeface="Wingdings" panose="05000000000000000000" pitchFamily="2" charset="2"/>
              <a:buChar char="q"/>
              <a:tabLst/>
              <a:defRPr/>
            </a:pPr>
            <a:r>
              <a:rPr kumimoji="0" lang="fr-FR" sz="1400" b="0" i="0" u="wavy" strike="noStrike" kern="1200" cap="none" spc="0" normalizeH="0" baseline="0" noProof="0" dirty="0">
                <a:ln>
                  <a:noFill/>
                </a:ln>
                <a:solidFill>
                  <a:srgbClr val="000000"/>
                </a:solidFill>
                <a:effectLst/>
                <a:uLnTx/>
                <a:uFillTx/>
                <a:latin typeface="Calibri"/>
                <a:ea typeface="+mn-ea"/>
                <a:cs typeface="Arial"/>
              </a:rPr>
              <a:t>TAI</a:t>
            </a:r>
            <a:r>
              <a:rPr kumimoji="0" lang="fr-FR" sz="1400" b="0" i="0" u="none" strike="noStrike" kern="1200" cap="none" spc="0" normalizeH="0" baseline="0" noProof="0" dirty="0">
                <a:ln>
                  <a:noFill/>
                </a:ln>
                <a:solidFill>
                  <a:srgbClr val="000000"/>
                </a:solidFill>
                <a:effectLst/>
                <a:uLnTx/>
                <a:uFillTx/>
                <a:latin typeface="Calibri"/>
                <a:ea typeface="+mn-ea"/>
                <a:cs typeface="Arial"/>
              </a:rPr>
              <a:t>  : Technicien (ne) Assistant(e) Informatique</a:t>
            </a:r>
            <a:endParaRPr kumimoji="0" lang="fr-FR" sz="1400" b="0" i="0" u="none" strike="noStrike" kern="1200" cap="none" spc="0" normalizeH="0" baseline="0" noProof="0" dirty="0">
              <a:ln>
                <a:noFill/>
              </a:ln>
              <a:solidFill>
                <a:srgbClr val="000000"/>
              </a:solidFill>
              <a:effectLst>
                <a:reflection blurRad="6350" stA="53000" endA="300" endPos="35500" dir="5400000" sy="-90000" algn="bl"/>
              </a:effectLst>
              <a:uLnTx/>
              <a:uFillTx/>
              <a:latin typeface="Calibri"/>
              <a:ea typeface="+mn-ea"/>
              <a:cs typeface="Arial"/>
            </a:endParaRPr>
          </a:p>
          <a:p>
            <a:pPr marL="0" marR="0" lvl="0" indent="0" algn="l" defTabSz="914400" rtl="0" eaLnBrk="1" fontAlgn="auto" latinLnBrk="0" hangingPunct="1">
              <a:lnSpc>
                <a:spcPct val="150000"/>
              </a:lnSpc>
              <a:spcBef>
                <a:spcPts val="0"/>
              </a:spcBef>
              <a:spcAft>
                <a:spcPts val="0"/>
              </a:spcAft>
              <a:buClr>
                <a:srgbClr val="99CC00"/>
              </a:buClr>
              <a:buSzPct val="75000"/>
              <a:buFontTx/>
              <a:buNone/>
              <a:tabLst/>
              <a:defRPr/>
            </a:pPr>
            <a:r>
              <a:rPr kumimoji="0" lang="fr-FR" sz="1400" b="0" i="0" u="none" strike="noStrike" kern="1200" cap="none" spc="0" normalizeH="0" baseline="0" noProof="0" dirty="0">
                <a:ln>
                  <a:noFill/>
                </a:ln>
                <a:solidFill>
                  <a:srgbClr val="000000"/>
                </a:solidFill>
                <a:effectLst>
                  <a:reflection blurRad="6350" stA="53000" endA="300" endPos="35500" dir="5400000" sy="-90000" algn="bl"/>
                </a:effectLst>
                <a:uLnTx/>
                <a:uFillTx/>
                <a:latin typeface="Calibri"/>
                <a:ea typeface="+mn-ea"/>
                <a:cs typeface="Arial"/>
              </a:rPr>
              <a:t>	… Contactez-nous pour toute demande ou projet.…</a:t>
            </a:r>
            <a:endParaRPr kumimoji="0" lang="fr-FR" sz="1400" b="0" i="0" u="none" strike="noStrike" kern="1200" cap="none" spc="0" normalizeH="0" baseline="0" noProof="0" dirty="0">
              <a:ln>
                <a:noFill/>
              </a:ln>
              <a:solidFill>
                <a:srgbClr val="000000"/>
              </a:solidFill>
              <a:effectLst/>
              <a:uLnTx/>
              <a:uFillTx/>
              <a:latin typeface="Calibri"/>
              <a:ea typeface="+mn-ea"/>
              <a:cs typeface="Arial"/>
            </a:endParaRPr>
          </a:p>
        </p:txBody>
      </p:sp>
      <p:sp>
        <p:nvSpPr>
          <p:cNvPr id="2" name="ZoneTexte 1">
            <a:extLst>
              <a:ext uri="{FF2B5EF4-FFF2-40B4-BE49-F238E27FC236}">
                <a16:creationId xmlns:a16="http://schemas.microsoft.com/office/drawing/2014/main" id="{30145BC5-58DA-4593-A463-1DE58D7EFB80}"/>
              </a:ext>
            </a:extLst>
          </p:cNvPr>
          <p:cNvSpPr txBox="1"/>
          <p:nvPr/>
        </p:nvSpPr>
        <p:spPr>
          <a:xfrm>
            <a:off x="5962241" y="5100617"/>
            <a:ext cx="504056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99CC00"/>
                </a:solidFill>
                <a:effectLst/>
                <a:uLnTx/>
                <a:uFillTx/>
                <a:latin typeface="Calibri"/>
                <a:ea typeface="+mn-ea"/>
                <a:cs typeface="Arial"/>
              </a:rPr>
              <a:t>Actions certifiantes de formation 100% financées sous réserve de votre compte CPF et nombre de participants</a:t>
            </a:r>
          </a:p>
        </p:txBody>
      </p:sp>
      <p:pic>
        <p:nvPicPr>
          <p:cNvPr id="7" name="Image 6" descr="Une image contenant texte, extérieur, signe, capture d’écran&#10;&#10;Description générée automatiquement">
            <a:extLst>
              <a:ext uri="{FF2B5EF4-FFF2-40B4-BE49-F238E27FC236}">
                <a16:creationId xmlns:a16="http://schemas.microsoft.com/office/drawing/2014/main" id="{B67C4B83-D8C9-4562-8B91-900A2BC012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8514" y="1209273"/>
            <a:ext cx="1188575" cy="1190450"/>
          </a:xfrm>
          <a:prstGeom prst="rect">
            <a:avLst/>
          </a:prstGeom>
        </p:spPr>
      </p:pic>
      <p:sp>
        <p:nvSpPr>
          <p:cNvPr id="4" name="ZoneTexte 3">
            <a:extLst>
              <a:ext uri="{FF2B5EF4-FFF2-40B4-BE49-F238E27FC236}">
                <a16:creationId xmlns:a16="http://schemas.microsoft.com/office/drawing/2014/main" id="{D05C1A28-39F3-A6DF-6AE0-BFA2C8BD888E}"/>
              </a:ext>
            </a:extLst>
          </p:cNvPr>
          <p:cNvSpPr txBox="1"/>
          <p:nvPr/>
        </p:nvSpPr>
        <p:spPr>
          <a:xfrm>
            <a:off x="4876232" y="1982450"/>
            <a:ext cx="6133513" cy="30162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0070C0"/>
                </a:solidFill>
                <a:effectLst/>
                <a:uLnTx/>
                <a:uFillTx/>
                <a:latin typeface="Calibri"/>
                <a:ea typeface="+mn-ea"/>
                <a:cs typeface="Arial"/>
              </a:rPr>
              <a:t>Plus de 600 ESAT nous font confiance comme vous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00" b="1" i="0" u="none" strike="noStrike" kern="1200" cap="none" spc="0" normalizeH="0" baseline="0" noProof="0" dirty="0">
              <a:ln>
                <a:noFill/>
              </a:ln>
              <a:solidFill>
                <a:srgbClr val="0070C0"/>
              </a:solidFill>
              <a:effectLst/>
              <a:uLnTx/>
              <a:uFillTx/>
              <a:latin typeface="Calibri"/>
              <a:ea typeface="+mn-ea"/>
              <a:cs typeface="Aria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FF6600"/>
                </a:solidFill>
                <a:effectLst/>
                <a:uLnTx/>
                <a:uFillTx/>
                <a:latin typeface="Calibri"/>
                <a:ea typeface="+mn-ea"/>
                <a:cs typeface="Arial"/>
              </a:rPr>
              <a:t>Prochainement des webinaires et réunions en face à face « métiers » sur les Titres Professionnels.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400" b="1" i="0" u="none" strike="noStrike" kern="1200" cap="none" spc="0" normalizeH="0" baseline="0" noProof="0" dirty="0">
              <a:ln>
                <a:noFill/>
              </a:ln>
              <a:solidFill>
                <a:srgbClr val="0070C0"/>
              </a:solidFill>
              <a:effectLst/>
              <a:uLnTx/>
              <a:uFillTx/>
              <a:latin typeface="Calibri"/>
              <a:ea typeface="+mn-ea"/>
              <a:cs typeface="Aria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70C0"/>
                </a:solidFill>
                <a:effectLst/>
                <a:uLnTx/>
                <a:uFillTx/>
                <a:latin typeface="Calibri"/>
                <a:ea typeface="+mn-ea"/>
                <a:cs typeface="Arial"/>
              </a:rPr>
              <a:t>Objectifs : </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fr-FR" sz="1400" b="1" i="0" u="none" strike="noStrike" kern="1200" cap="none" spc="0" normalizeH="0" baseline="0" noProof="0" dirty="0">
                <a:ln>
                  <a:noFill/>
                </a:ln>
                <a:solidFill>
                  <a:srgbClr val="0070C0"/>
                </a:solidFill>
                <a:effectLst/>
                <a:uLnTx/>
                <a:uFillTx/>
                <a:latin typeface="Calibri"/>
                <a:ea typeface="+mn-ea"/>
                <a:cs typeface="Arial"/>
              </a:rPr>
              <a:t>Faire reconnaître son métier sur des référentiels de droit commun inscrits au RNCP.</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fr-FR" sz="1400" b="1" i="0" u="none" strike="noStrike" kern="1200" cap="none" spc="0" normalizeH="0" baseline="0" noProof="0" dirty="0">
                <a:ln>
                  <a:noFill/>
                </a:ln>
                <a:solidFill>
                  <a:srgbClr val="0070C0"/>
                </a:solidFill>
                <a:effectLst/>
                <a:uLnTx/>
                <a:uFillTx/>
                <a:latin typeface="Calibri"/>
                <a:ea typeface="+mn-ea"/>
                <a:cs typeface="Arial"/>
              </a:rPr>
              <a:t>Répondre aux exigences du plan de transformation des ESAT.</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fr-FR" sz="1400" b="1" i="0" u="none" strike="noStrike" kern="1200" cap="none" spc="0" normalizeH="0" baseline="0" noProof="0" dirty="0">
                <a:ln>
                  <a:noFill/>
                </a:ln>
                <a:solidFill>
                  <a:srgbClr val="0070C0"/>
                </a:solidFill>
                <a:effectLst/>
                <a:uLnTx/>
                <a:uFillTx/>
                <a:latin typeface="Calibri"/>
                <a:ea typeface="+mn-ea"/>
                <a:cs typeface="Arial"/>
              </a:rPr>
              <a:t>Favoriser l’inclusion sociale des travailleurs par une meilleure autodétermination.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fr-FR" sz="1600" b="1" i="0" u="none" strike="noStrike" kern="1200" cap="none" spc="0" normalizeH="0" baseline="0" noProof="0" dirty="0">
              <a:ln>
                <a:noFill/>
              </a:ln>
              <a:solidFill>
                <a:srgbClr val="0070C0"/>
              </a:solidFill>
              <a:effectLst/>
              <a:uLnTx/>
              <a:uFillTx/>
              <a:latin typeface="Calibri"/>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fr-FR" sz="1600" b="1" i="0" u="none" strike="noStrike" kern="1200" cap="none" spc="0" normalizeH="0" baseline="0" noProof="0" dirty="0">
              <a:ln>
                <a:noFill/>
              </a:ln>
              <a:solidFill>
                <a:srgbClr val="0070C0"/>
              </a:solidFill>
              <a:effectLst/>
              <a:uLnTx/>
              <a:uFillTx/>
              <a:latin typeface="Calibri"/>
              <a:ea typeface="+mn-ea"/>
              <a:cs typeface="Arial"/>
            </a:endParaRPr>
          </a:p>
        </p:txBody>
      </p:sp>
    </p:spTree>
    <p:custDataLst>
      <p:tags r:id="rId1"/>
    </p:custDataLst>
    <p:extLst>
      <p:ext uri="{BB962C8B-B14F-4D97-AF65-F5344CB8AC3E}">
        <p14:creationId xmlns:p14="http://schemas.microsoft.com/office/powerpoint/2010/main" val="148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594911" y="0"/>
            <a:ext cx="9572101"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
                <a:srgbClr val="99CC00"/>
              </a:buClr>
              <a:buSzPct val="75000"/>
              <a:buFont typeface="Wingdings" panose="05000000000000000000" pitchFamily="2" charset="2"/>
              <a:buNone/>
              <a:tabLst/>
              <a:defRPr/>
            </a:pPr>
            <a:r>
              <a:rPr kumimoji="0" lang="fr-FR" altLang="fr-FR"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alibri"/>
                <a:ea typeface="+mn-ea"/>
                <a:cs typeface="Arial" pitchFamily="34" charset="0"/>
              </a:rPr>
              <a:t>Actions de formation de courte durée (non exhaustif)</a:t>
            </a:r>
            <a:endParaRPr kumimoji="0" lang="fr-FR" sz="24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mn-ea"/>
              <a:cs typeface="Arial"/>
            </a:endParaRPr>
          </a:p>
        </p:txBody>
      </p:sp>
      <p:sp>
        <p:nvSpPr>
          <p:cNvPr id="3" name="Espace réservé du numéro de diapositive 2">
            <a:extLst>
              <a:ext uri="{FF2B5EF4-FFF2-40B4-BE49-F238E27FC236}">
                <a16:creationId xmlns:a16="http://schemas.microsoft.com/office/drawing/2014/main" id="{CA7F4994-B7CA-4818-B9D6-342DC58A93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09DF53-BFEF-4E85-9991-EB2B3A602595}" type="slidenum">
              <a:rPr kumimoji="0" lang="fr-FR" altLang="fr-FR" sz="1000" b="0" i="1" u="none" strike="noStrike" kern="1200" cap="none" spc="0" normalizeH="0" baseline="0" noProof="0" smtClean="0">
                <a:ln>
                  <a:noFill/>
                </a:ln>
                <a:solidFill>
                  <a:srgbClr val="000000"/>
                </a:solidFill>
                <a:effectLst/>
                <a:uLnTx/>
                <a:uFillTx/>
                <a:latin typeface="Verdana"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fr-FR" altLang="fr-FR" sz="1000" b="0" i="1" u="none" strike="noStrike" kern="1200" cap="none" spc="0" normalizeH="0" baseline="0" noProof="0" dirty="0">
              <a:ln>
                <a:noFill/>
              </a:ln>
              <a:solidFill>
                <a:srgbClr val="000000"/>
              </a:solidFill>
              <a:effectLst/>
              <a:uLnTx/>
              <a:uFillTx/>
              <a:latin typeface="Verdana" pitchFamily="34" charset="0"/>
              <a:ea typeface="+mn-ea"/>
              <a:cs typeface="Arial"/>
            </a:endParaRPr>
          </a:p>
        </p:txBody>
      </p:sp>
      <p:sp>
        <p:nvSpPr>
          <p:cNvPr id="5" name="Rectangle 4">
            <a:extLst>
              <a:ext uri="{FF2B5EF4-FFF2-40B4-BE49-F238E27FC236}">
                <a16:creationId xmlns:a16="http://schemas.microsoft.com/office/drawing/2014/main" id="{0D6137A4-A041-481F-AFA9-4C202CD3B770}"/>
              </a:ext>
            </a:extLst>
          </p:cNvPr>
          <p:cNvSpPr/>
          <p:nvPr/>
        </p:nvSpPr>
        <p:spPr>
          <a:xfrm>
            <a:off x="594911" y="699420"/>
            <a:ext cx="10598229" cy="604011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99CC00"/>
              </a:buClr>
              <a:buSzPct val="60000"/>
              <a:buFontTx/>
              <a:buNone/>
              <a:tabLst/>
              <a:defRPr/>
            </a:pPr>
            <a:r>
              <a:rPr kumimoji="0" lang="fr-FR" sz="1600" b="1"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Formations pour les travailleurs :</a:t>
            </a:r>
            <a:endParaRPr kumimoji="0" lang="fr-FR" sz="1600" b="0"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HACCP, RABC, Gestes et postures, PICADAPTE : Savoirs de base (maths, français, informatique…), L’usage des réseaux sociaux, les dangers d’internet, Gestion du temps, travail en équipe, confiance en soi, agilité émotionnelle, gestion du stress, assertivité, la relation client, la qualité de service…</a:t>
            </a:r>
          </a:p>
          <a:p>
            <a:pPr marL="342900" marR="0" lvl="0" indent="-34290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Formations métiers comme : le nettoyage, espaces verts, la fabrication industrielle, l’assistance informatique, la téléphonie, le commercial, la restauration, la logistique et le magasinage, travaux de second œuvre, …</a:t>
            </a:r>
          </a:p>
          <a:p>
            <a:pPr marL="0" marR="0" lvl="0" indent="0" algn="just" defTabSz="914400" rtl="0" eaLnBrk="1" fontAlgn="auto" latinLnBrk="0" hangingPunct="1">
              <a:lnSpc>
                <a:spcPct val="100000"/>
              </a:lnSpc>
              <a:spcBef>
                <a:spcPts val="0"/>
              </a:spcBef>
              <a:spcAft>
                <a:spcPts val="0"/>
              </a:spcAft>
              <a:buClr>
                <a:srgbClr val="99CC00"/>
              </a:buClr>
              <a:buSzPts val="1000"/>
              <a:buFontTx/>
              <a:buNone/>
              <a:tabLst/>
              <a:defRPr/>
            </a:pPr>
            <a:endParaRPr kumimoji="0" lang="fr-FR" sz="10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
                <a:srgbClr val="99CC00"/>
              </a:buClr>
              <a:buSzPct val="60000"/>
              <a:buFontTx/>
              <a:buNone/>
              <a:tabLst/>
              <a:defRPr/>
            </a:pPr>
            <a:r>
              <a:rPr kumimoji="0" lang="fr-FR" sz="1600" b="1"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Formations règlementaires pour les CVS, CSE, IRTHP et Délégués des TH</a:t>
            </a:r>
            <a:r>
              <a:rPr kumimoji="0" lang="fr-FR" sz="1600" b="0" i="0" u="none" strike="noStrike" kern="1200" cap="none" spc="0" normalizeH="0" baseline="0" noProof="0" dirty="0">
                <a:ln>
                  <a:noFill/>
                </a:ln>
                <a:solidFill>
                  <a:srgbClr val="FF6600"/>
                </a:solidFill>
                <a:effectLst/>
                <a:uLnTx/>
                <a:uFillTx/>
                <a:latin typeface="Calibri"/>
                <a:ea typeface="Times New Roman" panose="02020603050405020304" pitchFamily="18" charset="0"/>
                <a:cs typeface="Times New Roman" panose="02020603050405020304" pitchFamily="18" charset="0"/>
              </a:rPr>
              <a:t>:</a:t>
            </a: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Formations obligatoires pour les délégués des travailleurs d’ESAT</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Formation commission IRTHP</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Formations pour les élus du CVS…</a:t>
            </a:r>
          </a:p>
          <a:p>
            <a:pPr marL="0" marR="0" lvl="0" indent="0" algn="just" defTabSz="914400" rtl="0" eaLnBrk="1" fontAlgn="auto" latinLnBrk="0" hangingPunct="1">
              <a:lnSpc>
                <a:spcPct val="100000"/>
              </a:lnSpc>
              <a:spcBef>
                <a:spcPts val="0"/>
              </a:spcBef>
              <a:spcAft>
                <a:spcPts val="0"/>
              </a:spcAft>
              <a:buClr>
                <a:srgbClr val="99CC00"/>
              </a:buClr>
              <a:buSzPts val="1000"/>
              <a:buFontTx/>
              <a:buNone/>
              <a:tabLst/>
              <a:defRPr/>
            </a:pPr>
            <a:endParaRPr kumimoji="0" lang="fr-FR" sz="10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
                <a:srgbClr val="99CC00"/>
              </a:buClr>
              <a:buSzPts val="1000"/>
              <a:buFontTx/>
              <a:buNone/>
              <a:tabLst/>
              <a:defRPr/>
            </a:pPr>
            <a:r>
              <a:rPr kumimoji="0" lang="fr-FR" sz="1600" b="1"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Formations pour les salariés moniteurs et chefs d’équipe :</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Démarches compétences en lien avec le plan de transformation des ESAT notamment.</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Management, Relation Client, RH, Développement personnel, accompagnement au changement dans le cadre de l’évolution du marché des EA et ESAT…</a:t>
            </a:r>
          </a:p>
          <a:p>
            <a:pPr marL="0" marR="0" lvl="0" indent="0" algn="just" defTabSz="914400" rtl="0" eaLnBrk="1" fontAlgn="auto" latinLnBrk="0" hangingPunct="1">
              <a:lnSpc>
                <a:spcPct val="100000"/>
              </a:lnSpc>
              <a:spcBef>
                <a:spcPts val="0"/>
              </a:spcBef>
              <a:spcAft>
                <a:spcPts val="0"/>
              </a:spcAft>
              <a:buClr>
                <a:srgbClr val="99CC00"/>
              </a:buClr>
              <a:buSzPts val="1000"/>
              <a:buFontTx/>
              <a:buNone/>
              <a:tabLst/>
              <a:defRPr/>
            </a:pPr>
            <a:endParaRPr kumimoji="0" lang="fr-FR" sz="10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sz="1600" b="1"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Formations pour les comités de direction </a:t>
            </a:r>
            <a:r>
              <a:rPr kumimoji="0" lang="fr-FR" sz="1600" b="0"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Manager une démarche compétences</a:t>
            </a:r>
          </a:p>
          <a:p>
            <a:pPr marL="268288" marR="0" lvl="0" indent="-268288"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Management, Relation Client, RH, Développement personnel…</a:t>
            </a:r>
          </a:p>
          <a:p>
            <a:pPr marL="268288" marR="0" lvl="0" indent="-268288"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Coaching, Méthode DISC</a:t>
            </a:r>
          </a:p>
          <a:p>
            <a:pPr marL="0" marR="0" lvl="0" indent="0" algn="just" defTabSz="914400" rtl="0" eaLnBrk="1" fontAlgn="auto" latinLnBrk="0" hangingPunct="1">
              <a:lnSpc>
                <a:spcPct val="100000"/>
              </a:lnSpc>
              <a:spcBef>
                <a:spcPts val="0"/>
              </a:spcBef>
              <a:spcAft>
                <a:spcPts val="0"/>
              </a:spcAft>
              <a:buClr>
                <a:srgbClr val="99CC00"/>
              </a:buClr>
              <a:buSzPct val="60000"/>
              <a:buFontTx/>
              <a:buNone/>
              <a:tabLst/>
              <a:defRPr/>
            </a:pPr>
            <a:endParaRPr kumimoji="0" lang="fr-FR" sz="10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
                <a:srgbClr val="99CC00"/>
              </a:buClr>
              <a:buSzPct val="60000"/>
              <a:buFontTx/>
              <a:buNone/>
              <a:tabLst/>
              <a:defRPr/>
            </a:pPr>
            <a:r>
              <a:rPr kumimoji="0" lang="fr-FR" sz="1600" b="1"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Formations pour les CSE </a:t>
            </a:r>
            <a:r>
              <a:rPr kumimoji="0" lang="fr-FR" sz="1600" b="0" i="0" u="none" strike="noStrike" kern="1200" cap="none" spc="0" normalizeH="0" baseline="0" noProof="0" dirty="0">
                <a:ln>
                  <a:noFill/>
                </a:ln>
                <a:solidFill>
                  <a:srgbClr val="0070C0"/>
                </a:solidFill>
                <a:effectLst/>
                <a:uLnTx/>
                <a:uFillTx/>
                <a:latin typeface="Calibri"/>
                <a:ea typeface="Times New Roman" panose="020206030504050203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Formations obligatoires SSCT, Economique, Référent harcèlement</a:t>
            </a:r>
          </a:p>
          <a:p>
            <a:pPr marL="285750" marR="0" lvl="0" indent="-285750" algn="just" defTabSz="914400" rtl="0" eaLnBrk="1" fontAlgn="auto" latinLnBrk="0" hangingPunct="1">
              <a:lnSpc>
                <a:spcPct val="100000"/>
              </a:lnSpc>
              <a:spcBef>
                <a:spcPts val="0"/>
              </a:spcBef>
              <a:spcAft>
                <a:spcPts val="0"/>
              </a:spcAft>
              <a:buClr>
                <a:srgbClr val="0070C0"/>
              </a:buClr>
              <a:buSzPct val="60000"/>
              <a:buFont typeface="Wingdings" panose="05000000000000000000" pitchFamily="2" charset="2"/>
              <a:buChar char="q"/>
              <a:tabLst/>
              <a:defRPr/>
            </a:pPr>
            <a:r>
              <a:rPr kumimoji="0" lang="fr-FR" sz="1600" b="0" i="0" u="none" strike="noStrike" kern="1200" cap="none" spc="0" normalizeH="0" baseline="0" noProof="0" dirty="0">
                <a:ln>
                  <a:noFill/>
                </a:ln>
                <a:solidFill>
                  <a:srgbClr val="000000"/>
                </a:solidFill>
                <a:effectLst/>
                <a:uLnTx/>
                <a:uFillTx/>
                <a:latin typeface="Calibri"/>
                <a:ea typeface="Times New Roman" panose="02020603050405020304" pitchFamily="18" charset="0"/>
                <a:cs typeface="Times New Roman" panose="02020603050405020304" pitchFamily="18" charset="0"/>
              </a:rPr>
              <a:t>Fonctionnement CSE, comptabilité, DU, RI, Enquête…</a:t>
            </a:r>
          </a:p>
        </p:txBody>
      </p:sp>
      <p:pic>
        <p:nvPicPr>
          <p:cNvPr id="6" name="Image 5">
            <a:extLst>
              <a:ext uri="{FF2B5EF4-FFF2-40B4-BE49-F238E27FC236}">
                <a16:creationId xmlns:a16="http://schemas.microsoft.com/office/drawing/2014/main" id="{70D53853-A056-4E81-B9EB-94F971E7BB0D}"/>
              </a:ext>
            </a:extLst>
          </p:cNvPr>
          <p:cNvPicPr/>
          <p:nvPr/>
        </p:nvPicPr>
        <p:blipFill>
          <a:blip r:embed="rId4">
            <a:extLst>
              <a:ext uri="{28A0092B-C50C-407E-A947-70E740481C1C}">
                <a14:useLocalDpi xmlns:a14="http://schemas.microsoft.com/office/drawing/2010/main" val="0"/>
              </a:ext>
            </a:extLst>
          </a:blip>
          <a:srcRect l="19534" t="5925" r="18008" b="11238"/>
          <a:stretch>
            <a:fillRect/>
          </a:stretch>
        </p:blipFill>
        <p:spPr bwMode="auto">
          <a:xfrm>
            <a:off x="9347862" y="2154708"/>
            <a:ext cx="1638300" cy="1638300"/>
          </a:xfrm>
          <a:prstGeom prst="rect">
            <a:avLst/>
          </a:prstGeom>
          <a:noFill/>
          <a:ln>
            <a:noFill/>
          </a:ln>
        </p:spPr>
      </p:pic>
      <p:pic>
        <p:nvPicPr>
          <p:cNvPr id="4" name="Image 3" descr="Une image contenant motif, point, pixel&#10;&#10;Le contenu généré par l’IA peut être incorrect.">
            <a:extLst>
              <a:ext uri="{FF2B5EF4-FFF2-40B4-BE49-F238E27FC236}">
                <a16:creationId xmlns:a16="http://schemas.microsoft.com/office/drawing/2014/main" id="{551726F5-8181-925A-DAA1-D57689922D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7380" y="4767354"/>
            <a:ext cx="1235425" cy="1234063"/>
          </a:xfrm>
          <a:prstGeom prst="rect">
            <a:avLst/>
          </a:prstGeom>
        </p:spPr>
      </p:pic>
      <p:pic>
        <p:nvPicPr>
          <p:cNvPr id="8" name="Image 7" descr="Une image contenant motif, pixel, point&#10;&#10;Le contenu généré par l’IA peut être incorrect.">
            <a:extLst>
              <a:ext uri="{FF2B5EF4-FFF2-40B4-BE49-F238E27FC236}">
                <a16:creationId xmlns:a16="http://schemas.microsoft.com/office/drawing/2014/main" id="{520356A8-6371-EC32-ED17-ADE0FC9D07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75687" y="4767354"/>
            <a:ext cx="1235425" cy="1236793"/>
          </a:xfrm>
          <a:prstGeom prst="rect">
            <a:avLst/>
          </a:prstGeom>
        </p:spPr>
      </p:pic>
      <p:sp>
        <p:nvSpPr>
          <p:cNvPr id="9" name="ZoneTexte 8">
            <a:extLst>
              <a:ext uri="{FF2B5EF4-FFF2-40B4-BE49-F238E27FC236}">
                <a16:creationId xmlns:a16="http://schemas.microsoft.com/office/drawing/2014/main" id="{1153E5EB-CDD8-B83D-5B4A-CD20BF31B10A}"/>
              </a:ext>
            </a:extLst>
          </p:cNvPr>
          <p:cNvSpPr txBox="1"/>
          <p:nvPr/>
        </p:nvSpPr>
        <p:spPr>
          <a:xfrm>
            <a:off x="7827276" y="6012730"/>
            <a:ext cx="1835631" cy="307777"/>
          </a:xfrm>
          <a:prstGeom prst="rect">
            <a:avLst/>
          </a:prstGeom>
          <a:noFill/>
        </p:spPr>
        <p:txBody>
          <a:bodyPr wrap="none" rtlCol="0">
            <a:spAutoFit/>
          </a:bodyPr>
          <a:lstStyle/>
          <a:p>
            <a:r>
              <a:rPr lang="fr-FR" sz="1400" dirty="0"/>
              <a:t>Catalogues travailleurs</a:t>
            </a:r>
          </a:p>
        </p:txBody>
      </p:sp>
      <p:sp>
        <p:nvSpPr>
          <p:cNvPr id="10" name="ZoneTexte 9">
            <a:extLst>
              <a:ext uri="{FF2B5EF4-FFF2-40B4-BE49-F238E27FC236}">
                <a16:creationId xmlns:a16="http://schemas.microsoft.com/office/drawing/2014/main" id="{A640801B-0A2B-95DD-C23A-1AAFD6F778C7}"/>
              </a:ext>
            </a:extLst>
          </p:cNvPr>
          <p:cNvSpPr txBox="1"/>
          <p:nvPr/>
        </p:nvSpPr>
        <p:spPr>
          <a:xfrm>
            <a:off x="9904881" y="6012729"/>
            <a:ext cx="1577035" cy="307777"/>
          </a:xfrm>
          <a:prstGeom prst="rect">
            <a:avLst/>
          </a:prstGeom>
          <a:noFill/>
        </p:spPr>
        <p:txBody>
          <a:bodyPr wrap="none" rtlCol="0">
            <a:spAutoFit/>
          </a:bodyPr>
          <a:lstStyle/>
          <a:p>
            <a:r>
              <a:rPr lang="fr-FR" sz="1400" dirty="0"/>
              <a:t>Catalogues salariés</a:t>
            </a:r>
          </a:p>
        </p:txBody>
      </p:sp>
    </p:spTree>
    <p:custDataLst>
      <p:tags r:id="rId1"/>
    </p:custDataLst>
    <p:extLst>
      <p:ext uri="{BB962C8B-B14F-4D97-AF65-F5344CB8AC3E}">
        <p14:creationId xmlns:p14="http://schemas.microsoft.com/office/powerpoint/2010/main" val="103073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255736" y="1"/>
            <a:ext cx="4428579" cy="679010"/>
          </a:xfrm>
          <a:prstGeom prst="rect">
            <a:avLst/>
          </a:prstGeom>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fr-FR" sz="2800" b="1" i="0" u="none" strike="noStrike" kern="0" cap="none" spc="0" normalizeH="0" baseline="0" noProof="0" dirty="0">
                <a:ln>
                  <a:noFill/>
                </a:ln>
                <a:solidFill>
                  <a:srgbClr val="0070B8"/>
                </a:solidFill>
                <a:effectLst>
                  <a:outerShdw blurRad="38100" dist="38100" dir="2700000" algn="tl">
                    <a:srgbClr val="000000">
                      <a:alpha val="43137"/>
                    </a:srgbClr>
                  </a:outerShdw>
                </a:effectLst>
                <a:uLnTx/>
                <a:uFillTx/>
                <a:latin typeface="+mn-lt"/>
                <a:ea typeface="Tahoma" panose="020B0604030504040204" pitchFamily="34" charset="0"/>
                <a:cs typeface="Tahoma" panose="020B0604030504040204" pitchFamily="34" charset="0"/>
              </a:rPr>
              <a:t>Encore une question ?</a:t>
            </a:r>
          </a:p>
        </p:txBody>
      </p:sp>
      <p:pic>
        <p:nvPicPr>
          <p:cNvPr id="5" name="Picture 4" descr="Ques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3336" y="1524408"/>
            <a:ext cx="1745328" cy="19708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Espace réservé du numéro de diapositive 2">
            <a:extLst>
              <a:ext uri="{FF2B5EF4-FFF2-40B4-BE49-F238E27FC236}">
                <a16:creationId xmlns:a16="http://schemas.microsoft.com/office/drawing/2014/main" id="{015EAFE3-3A3A-44A9-9216-1F8730CDD745}"/>
              </a:ext>
            </a:extLst>
          </p:cNvPr>
          <p:cNvSpPr>
            <a:spLocks noGrp="1"/>
          </p:cNvSpPr>
          <p:nvPr>
            <p:ph type="sldNum" sz="quarter" idx="12"/>
          </p:nvPr>
        </p:nvSpPr>
        <p:spPr bwMode="auto">
          <a:xfrm>
            <a:off x="94996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fr-FR"/>
            </a:defPPr>
            <a:lvl1pPr algn="r" rtl="0" eaLnBrk="1" fontAlgn="base" hangingPunct="1">
              <a:spcBef>
                <a:spcPct val="0"/>
              </a:spcBef>
              <a:spcAft>
                <a:spcPct val="0"/>
              </a:spcAft>
              <a:defRPr sz="1200" b="1" kern="1200">
                <a:solidFill>
                  <a:schemeClr val="bg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6EEF012-44A3-4CF6-9338-A0FAFC74D6BE}" type="slidenum">
              <a:rPr kumimoji="0" lang="fr-FR" altLang="fr-FR" sz="1200" b="1" i="0" u="none" strike="noStrike" kern="1200" cap="none" spc="0" normalizeH="0" baseline="0" noProof="0" smtClean="0">
                <a:ln>
                  <a:noFill/>
                </a:ln>
                <a:solidFill>
                  <a:srgbClr val="FFFFFF"/>
                </a:solidFill>
                <a:effectLst/>
                <a:uLnTx/>
                <a:uFillTx/>
                <a:latin typeface="Tahoma" panose="020B0604030504040204" pitchFamily="34"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fr-FR" altLang="fr-FR" sz="1200" b="1" i="0" u="none" strike="noStrike" kern="1200" cap="none" spc="0" normalizeH="0" baseline="0" noProof="0">
              <a:ln>
                <a:noFill/>
              </a:ln>
              <a:solidFill>
                <a:srgbClr val="FFFFFF"/>
              </a:solidFill>
              <a:effectLst/>
              <a:uLnTx/>
              <a:uFillTx/>
              <a:latin typeface="Tahoma" panose="020B0604030504040204" pitchFamily="34" charset="0"/>
              <a:ea typeface="+mn-ea"/>
              <a:cs typeface="Arial"/>
            </a:endParaRPr>
          </a:p>
        </p:txBody>
      </p:sp>
      <p:sp>
        <p:nvSpPr>
          <p:cNvPr id="2" name="ZoneTexte 1">
            <a:extLst>
              <a:ext uri="{FF2B5EF4-FFF2-40B4-BE49-F238E27FC236}">
                <a16:creationId xmlns:a16="http://schemas.microsoft.com/office/drawing/2014/main" id="{B6C79C4F-7051-2E50-EAD6-8D538056E33F}"/>
              </a:ext>
            </a:extLst>
          </p:cNvPr>
          <p:cNvSpPr txBox="1"/>
          <p:nvPr/>
        </p:nvSpPr>
        <p:spPr>
          <a:xfrm>
            <a:off x="3244645" y="4899390"/>
            <a:ext cx="5702710" cy="923330"/>
          </a:xfrm>
          <a:prstGeom prst="rect">
            <a:avLst/>
          </a:prstGeom>
          <a:solidFill>
            <a:srgbClr val="0070B8"/>
          </a:solidFill>
          <a:ln>
            <a:solidFill>
              <a:srgbClr val="0070B8"/>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1800" b="1" i="0" u="none" strike="noStrike" kern="1200" cap="none" spc="0" normalizeH="0" baseline="0" noProof="0">
                <a:ln>
                  <a:noFill/>
                </a:ln>
                <a:solidFill>
                  <a:schemeClr val="bg1"/>
                </a:solidFill>
                <a:effectLst/>
                <a:uLnTx/>
                <a:uFillTx/>
                <a:latin typeface="Calibri" panose="020F0502020204030204" pitchFamily="34" charset="0"/>
                <a:ea typeface="+mn-ea"/>
                <a:cs typeface="Arial" panose="020B0604020202020204" pitchFamily="34" charset="0"/>
              </a:rPr>
              <a:t>Contactez-nous au 04.72.47.05.74</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1800" b="1" i="0" u="none" strike="noStrike" kern="1200" cap="none" spc="0" normalizeH="0" baseline="0" noProof="0">
                <a:ln>
                  <a:noFill/>
                </a:ln>
                <a:solidFill>
                  <a:schemeClr val="bg1"/>
                </a:solidFill>
                <a:effectLst/>
                <a:uLnTx/>
                <a:uFillTx/>
                <a:latin typeface="Calibri" panose="020F0502020204030204" pitchFamily="34" charset="0"/>
                <a:ea typeface="+mn-ea"/>
                <a:cs typeface="Arial" panose="020B0604020202020204" pitchFamily="34" charset="0"/>
              </a:rPr>
              <a:t>contact@pic-formation.com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chemeClr val="bg1"/>
                </a:solidFill>
                <a:effectLst/>
                <a:uLnTx/>
                <a:uFillTx/>
                <a:latin typeface="Calibri"/>
                <a:ea typeface="+mn-ea"/>
                <a:cs typeface="Arial"/>
              </a:rPr>
              <a:t>https://www.pic-formation.com</a:t>
            </a:r>
          </a:p>
        </p:txBody>
      </p:sp>
      <p:pic>
        <p:nvPicPr>
          <p:cNvPr id="1026" name="Picture 2" descr="Nous contacter">
            <a:extLst>
              <a:ext uri="{FF2B5EF4-FFF2-40B4-BE49-F238E27FC236}">
                <a16:creationId xmlns:a16="http://schemas.microsoft.com/office/drawing/2014/main" id="{0F095D1B-951C-182E-7231-6DF539314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969" y="4260067"/>
            <a:ext cx="2359025" cy="2352227"/>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E016F2AB-E7A8-F404-E78A-3251D53530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1584" y="4735528"/>
            <a:ext cx="2036031" cy="12216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24" descr="ESAT Moulin à vent">
            <a:extLst>
              <a:ext uri="{FF2B5EF4-FFF2-40B4-BE49-F238E27FC236}">
                <a16:creationId xmlns:a16="http://schemas.microsoft.com/office/drawing/2014/main" id="{A259162E-8316-2417-AA51-14D5C3C921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7845" y="664467"/>
            <a:ext cx="1044272" cy="1044272"/>
          </a:xfrm>
          <a:prstGeom prst="rect">
            <a:avLst/>
          </a:prstGeom>
          <a:noFill/>
          <a:extLst>
            <a:ext uri="{909E8E84-426E-40DD-AFC4-6F175D3DCCD1}">
              <a14:hiddenFill xmlns:a14="http://schemas.microsoft.com/office/drawing/2010/main">
                <a:solidFill>
                  <a:srgbClr val="FFFFFF"/>
                </a:solidFill>
              </a14:hiddenFill>
            </a:ext>
          </a:extLst>
        </p:spPr>
      </p:pic>
      <p:pic>
        <p:nvPicPr>
          <p:cNvPr id="29" name="Imag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93827" y="4660723"/>
            <a:ext cx="984259" cy="759344"/>
          </a:xfrm>
          <a:prstGeom prst="rect">
            <a:avLst/>
          </a:prstGeom>
        </p:spPr>
      </p:pic>
      <p:pic>
        <p:nvPicPr>
          <p:cNvPr id="1026" name="Picture 2" descr="Parcours Handicap 13">
            <a:extLst>
              <a:ext uri="{FF2B5EF4-FFF2-40B4-BE49-F238E27FC236}">
                <a16:creationId xmlns:a16="http://schemas.microsoft.com/office/drawing/2014/main" id="{8F7181C9-7B71-6372-41AF-5EEFEE1512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009" y="352248"/>
            <a:ext cx="1408838" cy="5401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F Entreprises 38">
            <a:extLst>
              <a:ext uri="{FF2B5EF4-FFF2-40B4-BE49-F238E27FC236}">
                <a16:creationId xmlns:a16="http://schemas.microsoft.com/office/drawing/2014/main" id="{DBE1B84F-248C-6EEC-F7DD-27243169A1E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19883" y="258668"/>
            <a:ext cx="1576334" cy="5860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PF Entreprises">
            <a:extLst>
              <a:ext uri="{FF2B5EF4-FFF2-40B4-BE49-F238E27FC236}">
                <a16:creationId xmlns:a16="http://schemas.microsoft.com/office/drawing/2014/main" id="{FD3C4AF5-1AE7-F596-F460-584C2E7B6E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560" y="6261086"/>
            <a:ext cx="2297955" cy="498472"/>
          </a:xfrm>
          <a:prstGeom prst="rect">
            <a:avLst/>
          </a:prstGeom>
          <a:noFill/>
          <a:extLst>
            <a:ext uri="{909E8E84-426E-40DD-AFC4-6F175D3DCCD1}">
              <a14:hiddenFill xmlns:a14="http://schemas.microsoft.com/office/drawing/2010/main">
                <a:solidFill>
                  <a:srgbClr val="FFFFFF"/>
                </a:solidFill>
              </a14:hiddenFill>
            </a:ext>
          </a:extLst>
        </p:spPr>
      </p:pic>
      <p:pic>
        <p:nvPicPr>
          <p:cNvPr id="33" name="Image 32" descr="Une image contenant texte, clipart&#10;&#10;Description générée automatiquement">
            <a:extLst>
              <a:ext uri="{FF2B5EF4-FFF2-40B4-BE49-F238E27FC236}">
                <a16:creationId xmlns:a16="http://schemas.microsoft.com/office/drawing/2014/main" id="{FC514DFF-86D2-51FB-0F19-B52847462C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5061" y="1263986"/>
            <a:ext cx="1332640" cy="370941"/>
          </a:xfrm>
          <a:prstGeom prst="rect">
            <a:avLst/>
          </a:prstGeom>
        </p:spPr>
      </p:pic>
      <p:pic>
        <p:nvPicPr>
          <p:cNvPr id="37" name="Image 36">
            <a:extLst>
              <a:ext uri="{FF2B5EF4-FFF2-40B4-BE49-F238E27FC236}">
                <a16:creationId xmlns:a16="http://schemas.microsoft.com/office/drawing/2014/main" id="{9C15C66D-6156-5A00-0A3C-24B565F4A14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65482" y="2005781"/>
            <a:ext cx="923279" cy="593976"/>
          </a:xfrm>
          <a:prstGeom prst="rect">
            <a:avLst/>
          </a:prstGeom>
        </p:spPr>
      </p:pic>
      <p:pic>
        <p:nvPicPr>
          <p:cNvPr id="41" name="Image 40" descr="Une image contenant texte, équipement électronique, afficher, signe&#10;&#10;Description générée automatiquement">
            <a:extLst>
              <a:ext uri="{FF2B5EF4-FFF2-40B4-BE49-F238E27FC236}">
                <a16:creationId xmlns:a16="http://schemas.microsoft.com/office/drawing/2014/main" id="{7013FBFC-055E-1317-15F7-046B0EB9C2D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63788" y="2901884"/>
            <a:ext cx="1080710" cy="720473"/>
          </a:xfrm>
          <a:prstGeom prst="rect">
            <a:avLst/>
          </a:prstGeom>
        </p:spPr>
      </p:pic>
      <p:pic>
        <p:nvPicPr>
          <p:cNvPr id="49" name="Image 48">
            <a:extLst>
              <a:ext uri="{FF2B5EF4-FFF2-40B4-BE49-F238E27FC236}">
                <a16:creationId xmlns:a16="http://schemas.microsoft.com/office/drawing/2014/main" id="{0C42F3D4-E056-EB17-D802-9EE2F9DE97E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2535" y="4713345"/>
            <a:ext cx="1143794" cy="1148900"/>
          </a:xfrm>
          <a:prstGeom prst="rect">
            <a:avLst/>
          </a:prstGeom>
        </p:spPr>
      </p:pic>
      <p:pic>
        <p:nvPicPr>
          <p:cNvPr id="51" name="Image 50">
            <a:extLst>
              <a:ext uri="{FF2B5EF4-FFF2-40B4-BE49-F238E27FC236}">
                <a16:creationId xmlns:a16="http://schemas.microsoft.com/office/drawing/2014/main" id="{C0927284-8CE6-ADF2-A0DE-763D1B43902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005537" y="178642"/>
            <a:ext cx="832791" cy="1091881"/>
          </a:xfrm>
          <a:prstGeom prst="rect">
            <a:avLst/>
          </a:prstGeom>
        </p:spPr>
      </p:pic>
      <p:pic>
        <p:nvPicPr>
          <p:cNvPr id="56" name="Image 55" descr="Une image contenant texte&#10;&#10;Description générée automatiquement">
            <a:extLst>
              <a:ext uri="{FF2B5EF4-FFF2-40B4-BE49-F238E27FC236}">
                <a16:creationId xmlns:a16="http://schemas.microsoft.com/office/drawing/2014/main" id="{5C380E31-FD1B-5250-C76F-EFA740CE7A0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095349" y="1606082"/>
            <a:ext cx="1336465" cy="503140"/>
          </a:xfrm>
          <a:prstGeom prst="rect">
            <a:avLst/>
          </a:prstGeom>
        </p:spPr>
      </p:pic>
      <p:pic>
        <p:nvPicPr>
          <p:cNvPr id="60" name="Image 59">
            <a:extLst>
              <a:ext uri="{FF2B5EF4-FFF2-40B4-BE49-F238E27FC236}">
                <a16:creationId xmlns:a16="http://schemas.microsoft.com/office/drawing/2014/main" id="{89BED78E-4491-7933-4CC7-4BBA1140A46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717449" y="2260901"/>
            <a:ext cx="1474551" cy="624013"/>
          </a:xfrm>
          <a:prstGeom prst="rect">
            <a:avLst/>
          </a:prstGeom>
        </p:spPr>
      </p:pic>
      <p:pic>
        <p:nvPicPr>
          <p:cNvPr id="63" name="Image 62" descr="Une image contenant texte&#10;&#10;Description générée automatiquement">
            <a:extLst>
              <a:ext uri="{FF2B5EF4-FFF2-40B4-BE49-F238E27FC236}">
                <a16:creationId xmlns:a16="http://schemas.microsoft.com/office/drawing/2014/main" id="{508B3993-35EB-E0CE-2FBD-3D97D4BA93E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643643" y="1466293"/>
            <a:ext cx="1374601" cy="484892"/>
          </a:xfrm>
          <a:prstGeom prst="rect">
            <a:avLst/>
          </a:prstGeom>
        </p:spPr>
      </p:pic>
      <p:pic>
        <p:nvPicPr>
          <p:cNvPr id="1025" name="Image 1024" descr="Une image contenant texte, clipart&#10;&#10;Description générée automatiquement">
            <a:extLst>
              <a:ext uri="{FF2B5EF4-FFF2-40B4-BE49-F238E27FC236}">
                <a16:creationId xmlns:a16="http://schemas.microsoft.com/office/drawing/2014/main" id="{6D5B06F6-99F3-68C6-F22D-449717F01AF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763495" y="3180054"/>
            <a:ext cx="1316874" cy="658437"/>
          </a:xfrm>
          <a:prstGeom prst="rect">
            <a:avLst/>
          </a:prstGeom>
        </p:spPr>
      </p:pic>
      <p:pic>
        <p:nvPicPr>
          <p:cNvPr id="1031" name="Image 1030" descr="Une image contenant texte&#10;&#10;Description générée automatiquement">
            <a:extLst>
              <a:ext uri="{FF2B5EF4-FFF2-40B4-BE49-F238E27FC236}">
                <a16:creationId xmlns:a16="http://schemas.microsoft.com/office/drawing/2014/main" id="{4599AE06-71F3-DA87-5654-CE0612E7EB62}"/>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003761" y="6326266"/>
            <a:ext cx="2626337" cy="359024"/>
          </a:xfrm>
          <a:prstGeom prst="rect">
            <a:avLst/>
          </a:prstGeom>
        </p:spPr>
      </p:pic>
      <p:pic>
        <p:nvPicPr>
          <p:cNvPr id="4" name="Picture 2" descr="Institut des Parons - Institut médico-social">
            <a:extLst>
              <a:ext uri="{FF2B5EF4-FFF2-40B4-BE49-F238E27FC236}">
                <a16:creationId xmlns:a16="http://schemas.microsoft.com/office/drawing/2014/main" id="{23BA2444-EFB4-09E5-BA84-F7D3E15CF28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306525" y="2974659"/>
            <a:ext cx="826281" cy="86778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Messidor">
            <a:extLst>
              <a:ext uri="{FF2B5EF4-FFF2-40B4-BE49-F238E27FC236}">
                <a16:creationId xmlns:a16="http://schemas.microsoft.com/office/drawing/2014/main" id="{068C513F-A74A-94BF-B347-21AE67A462A4}"/>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506710" y="1951801"/>
            <a:ext cx="801976" cy="80197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og'ins – Un tremplin pour l'insertion">
            <a:extLst>
              <a:ext uri="{FF2B5EF4-FFF2-40B4-BE49-F238E27FC236}">
                <a16:creationId xmlns:a16="http://schemas.microsoft.com/office/drawing/2014/main" id="{0C5DFD01-4B95-353E-C374-EB3AC482CF79}"/>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3234560" y="4381067"/>
            <a:ext cx="1016241" cy="56909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PEI les &quot;Papillons Blancs&quot; du Douaisis - Home | Facebook">
            <a:extLst>
              <a:ext uri="{FF2B5EF4-FFF2-40B4-BE49-F238E27FC236}">
                <a16:creationId xmlns:a16="http://schemas.microsoft.com/office/drawing/2014/main" id="{0DF5A2DB-08FC-8342-982C-BA67C571D56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76709" y="2868197"/>
            <a:ext cx="1200414" cy="120041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SAT Witkowska Lyon - Services d'aide par le travail, aide emploi  travailleurs handicap&amp;ea">
            <a:extLst>
              <a:ext uri="{FF2B5EF4-FFF2-40B4-BE49-F238E27FC236}">
                <a16:creationId xmlns:a16="http://schemas.microsoft.com/office/drawing/2014/main" id="{2CF8E630-C852-9CAE-ACA9-820A1BEDBC5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58915" y="1248573"/>
            <a:ext cx="1026762" cy="77226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ccueil | Ateliers Kennedy">
            <a:extLst>
              <a:ext uri="{FF2B5EF4-FFF2-40B4-BE49-F238E27FC236}">
                <a16:creationId xmlns:a16="http://schemas.microsoft.com/office/drawing/2014/main" id="{369FD57E-EFD8-0C60-8DC4-2FF076EBBA12}"/>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4506090" y="4264436"/>
            <a:ext cx="716616" cy="71661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SAT Elisa 31 - Pechbonnieu - Association IpSIS">
            <a:extLst>
              <a:ext uri="{FF2B5EF4-FFF2-40B4-BE49-F238E27FC236}">
                <a16:creationId xmlns:a16="http://schemas.microsoft.com/office/drawing/2014/main" id="{9B2274A7-E572-FF87-E7A3-5B9B673EE769}"/>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3714607" y="5472004"/>
            <a:ext cx="1300413" cy="65843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ccueil | La Bulle Bleue">
            <a:extLst>
              <a:ext uri="{FF2B5EF4-FFF2-40B4-BE49-F238E27FC236}">
                <a16:creationId xmlns:a16="http://schemas.microsoft.com/office/drawing/2014/main" id="{12AC30D9-6D2C-4CA9-4E5F-EA6FFCCA76B8}"/>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9479161" y="3133006"/>
            <a:ext cx="671136" cy="671136"/>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ESAT et entreprises adaptées du groupement ARESAT Occitanie">
            <a:extLst>
              <a:ext uri="{FF2B5EF4-FFF2-40B4-BE49-F238E27FC236}">
                <a16:creationId xmlns:a16="http://schemas.microsoft.com/office/drawing/2014/main" id="{BC524944-D77C-F998-128E-9653E8A3FB3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646675" y="257919"/>
            <a:ext cx="1047750" cy="623888"/>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SAT-La Cézarenque-établissements-médico-sociaux|lacezarenque.fr">
            <a:extLst>
              <a:ext uri="{FF2B5EF4-FFF2-40B4-BE49-F238E27FC236}">
                <a16:creationId xmlns:a16="http://schemas.microsoft.com/office/drawing/2014/main" id="{D27B335C-BF9E-C082-7561-1093529CC24C}"/>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9002668" y="307053"/>
            <a:ext cx="1521828" cy="470863"/>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La fusion entre l'économie solidaire et la performance industrielle - ADTP">
            <a:extLst>
              <a:ext uri="{FF2B5EF4-FFF2-40B4-BE49-F238E27FC236}">
                <a16:creationId xmlns:a16="http://schemas.microsoft.com/office/drawing/2014/main" id="{F113B478-17B3-CC49-F64C-9FFEF1136C97}"/>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2560" y="3902688"/>
            <a:ext cx="1320243" cy="670600"/>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L'ALGED change de logo et vous présente son nouveau site internet ! - ALGED">
            <a:extLst>
              <a:ext uri="{FF2B5EF4-FFF2-40B4-BE49-F238E27FC236}">
                <a16:creationId xmlns:a16="http://schemas.microsoft.com/office/drawing/2014/main" id="{8335B6CD-4485-CC4F-B4EB-3F91F8C66633}"/>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7516328" y="1674871"/>
            <a:ext cx="1189441" cy="3459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Le projet associatif 2017-2021 - adsea80">
            <a:extLst>
              <a:ext uri="{FF2B5EF4-FFF2-40B4-BE49-F238E27FC236}">
                <a16:creationId xmlns:a16="http://schemas.microsoft.com/office/drawing/2014/main" id="{D143495E-0B3B-075A-9C6F-0D8C95E0452B}"/>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964047" y="253344"/>
            <a:ext cx="1193438" cy="59671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Liste des unités et établissements de la Croix-Rouge française (csv) -  data.gouv.fr">
            <a:extLst>
              <a:ext uri="{FF2B5EF4-FFF2-40B4-BE49-F238E27FC236}">
                <a16:creationId xmlns:a16="http://schemas.microsoft.com/office/drawing/2014/main" id="{8F2D79C1-AF51-EF50-F42C-01CB15C0A114}"/>
              </a:ext>
            </a:extLst>
          </p:cNvPr>
          <p:cNvPicPr>
            <a:picLocks noChangeAspect="1" noChangeArrowheads="1"/>
          </p:cNvPicPr>
          <p:nvPr/>
        </p:nvPicPr>
        <p:blipFill rotWithShape="1">
          <a:blip r:embed="rId31">
            <a:extLst>
              <a:ext uri="{28A0092B-C50C-407E-A947-70E740481C1C}">
                <a14:useLocalDpi xmlns:a14="http://schemas.microsoft.com/office/drawing/2010/main" val="0"/>
              </a:ext>
            </a:extLst>
          </a:blip>
          <a:srcRect t="32846" b="17474"/>
          <a:stretch/>
        </p:blipFill>
        <p:spPr bwMode="auto">
          <a:xfrm>
            <a:off x="1886129" y="1026092"/>
            <a:ext cx="1455199" cy="722935"/>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 19">
            <a:extLst>
              <a:ext uri="{FF2B5EF4-FFF2-40B4-BE49-F238E27FC236}">
                <a16:creationId xmlns:a16="http://schemas.microsoft.com/office/drawing/2014/main" id="{B93E22C0-4EF4-911E-EB22-0AB5257E879D}"/>
              </a:ext>
            </a:extLst>
          </p:cNvPr>
          <p:cNvPicPr>
            <a:picLocks noChangeAspect="1"/>
          </p:cNvPicPr>
          <p:nvPr/>
        </p:nvPicPr>
        <p:blipFill>
          <a:blip r:embed="rId32"/>
          <a:stretch>
            <a:fillRect/>
          </a:stretch>
        </p:blipFill>
        <p:spPr>
          <a:xfrm>
            <a:off x="1711488" y="2051876"/>
            <a:ext cx="1561978" cy="502436"/>
          </a:xfrm>
          <a:prstGeom prst="rect">
            <a:avLst/>
          </a:prstGeom>
        </p:spPr>
      </p:pic>
      <p:pic>
        <p:nvPicPr>
          <p:cNvPr id="23" name="Image 22">
            <a:extLst>
              <a:ext uri="{FF2B5EF4-FFF2-40B4-BE49-F238E27FC236}">
                <a16:creationId xmlns:a16="http://schemas.microsoft.com/office/drawing/2014/main" id="{52EE55AA-AA98-9529-D331-F388B00BD17F}"/>
              </a:ext>
            </a:extLst>
          </p:cNvPr>
          <p:cNvPicPr>
            <a:picLocks noChangeAspect="1"/>
          </p:cNvPicPr>
          <p:nvPr/>
        </p:nvPicPr>
        <p:blipFill>
          <a:blip r:embed="rId33"/>
          <a:stretch>
            <a:fillRect/>
          </a:stretch>
        </p:blipFill>
        <p:spPr>
          <a:xfrm>
            <a:off x="2041703" y="2792901"/>
            <a:ext cx="867784" cy="867784"/>
          </a:xfrm>
          <a:prstGeom prst="rect">
            <a:avLst/>
          </a:prstGeom>
        </p:spPr>
      </p:pic>
      <p:pic>
        <p:nvPicPr>
          <p:cNvPr id="25" name="Picture 6" descr="Accueil">
            <a:extLst>
              <a:ext uri="{FF2B5EF4-FFF2-40B4-BE49-F238E27FC236}">
                <a16:creationId xmlns:a16="http://schemas.microsoft.com/office/drawing/2014/main" id="{083859CA-5F06-30A4-A926-F4519E642988}"/>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081939" y="4283322"/>
            <a:ext cx="762116" cy="736282"/>
          </a:xfrm>
          <a:prstGeom prst="rect">
            <a:avLst/>
          </a:prstGeom>
          <a:noFill/>
          <a:extLst>
            <a:ext uri="{909E8E84-426E-40DD-AFC4-6F175D3DCCD1}">
              <a14:hiddenFill xmlns:a14="http://schemas.microsoft.com/office/drawing/2010/main">
                <a:solidFill>
                  <a:srgbClr val="FFFFFF"/>
                </a:solidFill>
              </a14:hiddenFill>
            </a:ext>
          </a:extLst>
        </p:spPr>
      </p:pic>
      <p:pic>
        <p:nvPicPr>
          <p:cNvPr id="27" name="Image 26">
            <a:extLst>
              <a:ext uri="{FF2B5EF4-FFF2-40B4-BE49-F238E27FC236}">
                <a16:creationId xmlns:a16="http://schemas.microsoft.com/office/drawing/2014/main" id="{D376465C-194F-18F0-B160-D2F2D3571F6A}"/>
              </a:ext>
            </a:extLst>
          </p:cNvPr>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7500108" y="2234997"/>
            <a:ext cx="1126421" cy="636396"/>
          </a:xfrm>
          <a:prstGeom prst="rect">
            <a:avLst/>
          </a:prstGeom>
        </p:spPr>
      </p:pic>
      <p:pic>
        <p:nvPicPr>
          <p:cNvPr id="30" name="Image 29">
            <a:extLst>
              <a:ext uri="{FF2B5EF4-FFF2-40B4-BE49-F238E27FC236}">
                <a16:creationId xmlns:a16="http://schemas.microsoft.com/office/drawing/2014/main" id="{47AFD50C-0178-0464-376C-078A1FFE8048}"/>
              </a:ext>
            </a:extLst>
          </p:cNvPr>
          <p:cNvPicPr>
            <a:picLocks noChangeAspect="1"/>
          </p:cNvPicPr>
          <p:nvPr/>
        </p:nvPicPr>
        <p:blipFill>
          <a:blip r:embed="rId36"/>
          <a:stretch>
            <a:fillRect/>
          </a:stretch>
        </p:blipFill>
        <p:spPr>
          <a:xfrm>
            <a:off x="6881997" y="1086953"/>
            <a:ext cx="2092007" cy="261620"/>
          </a:xfrm>
          <a:prstGeom prst="rect">
            <a:avLst/>
          </a:prstGeom>
        </p:spPr>
      </p:pic>
      <p:pic>
        <p:nvPicPr>
          <p:cNvPr id="31" name="Image 30">
            <a:extLst>
              <a:ext uri="{FF2B5EF4-FFF2-40B4-BE49-F238E27FC236}">
                <a16:creationId xmlns:a16="http://schemas.microsoft.com/office/drawing/2014/main" id="{77B971A1-77B7-1F54-E78C-2FF2F817C7A5}"/>
              </a:ext>
            </a:extLst>
          </p:cNvPr>
          <p:cNvPicPr>
            <a:picLocks noChangeAspect="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3645307" y="1225824"/>
            <a:ext cx="2168155" cy="536214"/>
          </a:xfrm>
          <a:prstGeom prst="rect">
            <a:avLst/>
          </a:prstGeom>
          <a:noFill/>
        </p:spPr>
      </p:pic>
      <p:pic>
        <p:nvPicPr>
          <p:cNvPr id="34" name="Image 33">
            <a:extLst>
              <a:ext uri="{FF2B5EF4-FFF2-40B4-BE49-F238E27FC236}">
                <a16:creationId xmlns:a16="http://schemas.microsoft.com/office/drawing/2014/main" id="{0D1822FA-E063-3432-21E3-8F4F9616A78E}"/>
              </a:ext>
            </a:extLst>
          </p:cNvPr>
          <p:cNvPicPr>
            <a:picLocks noChangeAspect="1"/>
          </p:cNvPicPr>
          <p:nvPr/>
        </p:nvPicPr>
        <p:blipFill>
          <a:blip r:embed="rId38"/>
          <a:stretch>
            <a:fillRect/>
          </a:stretch>
        </p:blipFill>
        <p:spPr>
          <a:xfrm>
            <a:off x="9173028" y="4312971"/>
            <a:ext cx="1314929" cy="412610"/>
          </a:xfrm>
          <a:prstGeom prst="rect">
            <a:avLst/>
          </a:prstGeom>
        </p:spPr>
      </p:pic>
      <p:pic>
        <p:nvPicPr>
          <p:cNvPr id="36" name="Image 35">
            <a:extLst>
              <a:ext uri="{FF2B5EF4-FFF2-40B4-BE49-F238E27FC236}">
                <a16:creationId xmlns:a16="http://schemas.microsoft.com/office/drawing/2014/main" id="{2BA03645-E1DB-5965-7FC5-B13781011EB5}"/>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1699116" y="5470900"/>
            <a:ext cx="1552957" cy="637596"/>
          </a:xfrm>
          <a:prstGeom prst="rect">
            <a:avLst/>
          </a:prstGeom>
        </p:spPr>
      </p:pic>
      <p:pic>
        <p:nvPicPr>
          <p:cNvPr id="38" name="Image 37" descr="RÃ©sultat de recherche d'images pour &quot;ESAT HENRI ROBIN&quot;">
            <a:extLst>
              <a:ext uri="{FF2B5EF4-FFF2-40B4-BE49-F238E27FC236}">
                <a16:creationId xmlns:a16="http://schemas.microsoft.com/office/drawing/2014/main" id="{81462498-98A9-7686-677F-0C1D80B84FE3}"/>
              </a:ext>
            </a:extLst>
          </p:cNvPr>
          <p:cNvPicPr>
            <a:picLocks noChangeAspect="1"/>
          </p:cNvPicPr>
          <p:nvPr/>
        </p:nvPicPr>
        <p:blipFill rotWithShape="1">
          <a:blip r:embed="rId40">
            <a:extLst>
              <a:ext uri="{28A0092B-C50C-407E-A947-70E740481C1C}">
                <a14:useLocalDpi xmlns:a14="http://schemas.microsoft.com/office/drawing/2010/main" val="0"/>
              </a:ext>
            </a:extLst>
          </a:blip>
          <a:srcRect l="52756" t="8881" r="11055"/>
          <a:stretch/>
        </p:blipFill>
        <p:spPr bwMode="auto">
          <a:xfrm>
            <a:off x="4454511" y="1843709"/>
            <a:ext cx="970172" cy="1105893"/>
          </a:xfrm>
          <a:prstGeom prst="rect">
            <a:avLst/>
          </a:prstGeom>
          <a:noFill/>
          <a:ln>
            <a:noFill/>
          </a:ln>
          <a:extLst>
            <a:ext uri="{53640926-AAD7-44D8-BBD7-CCE9431645EC}">
              <a14:shadowObscured xmlns:a14="http://schemas.microsoft.com/office/drawing/2010/main"/>
            </a:ext>
          </a:extLst>
        </p:spPr>
      </p:pic>
      <p:pic>
        <p:nvPicPr>
          <p:cNvPr id="39" name="Image 38" descr="Une image contenant texte&#10;&#10;Description générée automatiquement">
            <a:extLst>
              <a:ext uri="{FF2B5EF4-FFF2-40B4-BE49-F238E27FC236}">
                <a16:creationId xmlns:a16="http://schemas.microsoft.com/office/drawing/2014/main" id="{6D044C57-237C-8827-57FD-B130035A80D6}"/>
              </a:ext>
            </a:extLst>
          </p:cNvPr>
          <p:cNvPicPr>
            <a:picLocks noChangeAspect="1"/>
          </p:cNvPicPr>
          <p:nvPr/>
        </p:nvPicPr>
        <p:blipFill rotWithShape="1">
          <a:blip r:embed="rId41" cstate="print">
            <a:extLst>
              <a:ext uri="{28A0092B-C50C-407E-A947-70E740481C1C}">
                <a14:useLocalDpi xmlns:a14="http://schemas.microsoft.com/office/drawing/2010/main" val="0"/>
              </a:ext>
            </a:extLst>
          </a:blip>
          <a:srcRect l="20940" t="14104" r="18870" b="23807"/>
          <a:stretch/>
        </p:blipFill>
        <p:spPr bwMode="auto">
          <a:xfrm>
            <a:off x="5638385" y="55354"/>
            <a:ext cx="1409065" cy="1089660"/>
          </a:xfrm>
          <a:prstGeom prst="rect">
            <a:avLst/>
          </a:prstGeom>
          <a:noFill/>
          <a:ln>
            <a:noFill/>
          </a:ln>
          <a:extLst>
            <a:ext uri="{53640926-AAD7-44D8-BBD7-CCE9431645EC}">
              <a14:shadowObscured xmlns:a14="http://schemas.microsoft.com/office/drawing/2010/main"/>
            </a:ext>
          </a:extLst>
        </p:spPr>
      </p:pic>
      <p:pic>
        <p:nvPicPr>
          <p:cNvPr id="40" name="Image 39">
            <a:extLst>
              <a:ext uri="{FF2B5EF4-FFF2-40B4-BE49-F238E27FC236}">
                <a16:creationId xmlns:a16="http://schemas.microsoft.com/office/drawing/2014/main" id="{E50A9B2F-3C40-1389-7562-55BD1F4095E5}"/>
              </a:ext>
            </a:extLst>
          </p:cNvPr>
          <p:cNvPicPr>
            <a:picLocks noChangeAspect="1"/>
          </p:cNvPicPr>
          <p:nvPr/>
        </p:nvPicPr>
        <p:blipFill>
          <a:blip r:embed="rId42">
            <a:extLst>
              <a:ext uri="{28A0092B-C50C-407E-A947-70E740481C1C}">
                <a14:useLocalDpi xmlns:a14="http://schemas.microsoft.com/office/drawing/2010/main" val="0"/>
              </a:ext>
            </a:extLst>
          </a:blip>
          <a:srcRect/>
          <a:stretch>
            <a:fillRect/>
          </a:stretch>
        </p:blipFill>
        <p:spPr bwMode="auto">
          <a:xfrm>
            <a:off x="5796768" y="3242710"/>
            <a:ext cx="1288909" cy="720229"/>
          </a:xfrm>
          <a:prstGeom prst="rect">
            <a:avLst/>
          </a:prstGeom>
          <a:noFill/>
        </p:spPr>
      </p:pic>
      <p:pic>
        <p:nvPicPr>
          <p:cNvPr id="2" name="Image 1">
            <a:extLst>
              <a:ext uri="{FF2B5EF4-FFF2-40B4-BE49-F238E27FC236}">
                <a16:creationId xmlns:a16="http://schemas.microsoft.com/office/drawing/2014/main" id="{B6B604C8-A644-1CAD-80BF-FE9C2A874B75}"/>
              </a:ext>
            </a:extLst>
          </p:cNvPr>
          <p:cNvPicPr>
            <a:picLocks noChangeAspect="1"/>
          </p:cNvPicPr>
          <p:nvPr/>
        </p:nvPicPr>
        <p:blipFill>
          <a:blip r:embed="rId43"/>
          <a:stretch>
            <a:fillRect/>
          </a:stretch>
        </p:blipFill>
        <p:spPr>
          <a:xfrm>
            <a:off x="6194726" y="2211474"/>
            <a:ext cx="765927" cy="749456"/>
          </a:xfrm>
          <a:prstGeom prst="rect">
            <a:avLst/>
          </a:prstGeom>
        </p:spPr>
      </p:pic>
      <p:pic>
        <p:nvPicPr>
          <p:cNvPr id="3" name="Image 2">
            <a:extLst>
              <a:ext uri="{FF2B5EF4-FFF2-40B4-BE49-F238E27FC236}">
                <a16:creationId xmlns:a16="http://schemas.microsoft.com/office/drawing/2014/main" id="{AE5FF8A5-B6AB-D8C5-2A86-83F14AABFFDB}"/>
              </a:ext>
            </a:extLst>
          </p:cNvPr>
          <p:cNvPicPr>
            <a:picLocks noChangeAspect="1"/>
          </p:cNvPicPr>
          <p:nvPr/>
        </p:nvPicPr>
        <p:blipFill>
          <a:blip r:embed="rId44"/>
          <a:stretch>
            <a:fillRect/>
          </a:stretch>
        </p:blipFill>
        <p:spPr>
          <a:xfrm>
            <a:off x="5707342" y="4159581"/>
            <a:ext cx="1597290" cy="719390"/>
          </a:xfrm>
          <a:prstGeom prst="rect">
            <a:avLst/>
          </a:prstGeom>
        </p:spPr>
      </p:pic>
      <p:pic>
        <p:nvPicPr>
          <p:cNvPr id="6" name="Image 5">
            <a:extLst>
              <a:ext uri="{FF2B5EF4-FFF2-40B4-BE49-F238E27FC236}">
                <a16:creationId xmlns:a16="http://schemas.microsoft.com/office/drawing/2014/main" id="{7996FA1D-A0EB-9A5F-6E6A-2745712814B9}"/>
              </a:ext>
            </a:extLst>
          </p:cNvPr>
          <p:cNvPicPr>
            <a:picLocks noChangeAspect="1"/>
          </p:cNvPicPr>
          <p:nvPr/>
        </p:nvPicPr>
        <p:blipFill>
          <a:blip r:embed="rId45">
            <a:extLst>
              <a:ext uri="{28A0092B-C50C-407E-A947-70E740481C1C}">
                <a14:useLocalDpi xmlns:a14="http://schemas.microsoft.com/office/drawing/2010/main" val="0"/>
              </a:ext>
            </a:extLst>
          </a:blip>
          <a:srcRect/>
          <a:stretch>
            <a:fillRect/>
          </a:stretch>
        </p:blipFill>
        <p:spPr bwMode="auto">
          <a:xfrm>
            <a:off x="5631799" y="4968547"/>
            <a:ext cx="1659033" cy="623605"/>
          </a:xfrm>
          <a:prstGeom prst="rect">
            <a:avLst/>
          </a:prstGeom>
          <a:noFill/>
          <a:ln>
            <a:noFill/>
          </a:ln>
        </p:spPr>
      </p:pic>
      <p:pic>
        <p:nvPicPr>
          <p:cNvPr id="8" name="Image 7" descr="RÃ©sultat de recherche d'images pour &quot;esat d'autun&quot;">
            <a:extLst>
              <a:ext uri="{FF2B5EF4-FFF2-40B4-BE49-F238E27FC236}">
                <a16:creationId xmlns:a16="http://schemas.microsoft.com/office/drawing/2014/main" id="{736B8415-DF5F-866E-1158-82FC207D22A9}"/>
              </a:ext>
            </a:extLst>
          </p:cNvPr>
          <p:cNvPicPr>
            <a:picLocks noChangeAspect="1"/>
          </p:cNvPicPr>
          <p:nvPr/>
        </p:nvPicPr>
        <p:blipFill>
          <a:blip r:embed="rId46">
            <a:extLst>
              <a:ext uri="{28A0092B-C50C-407E-A947-70E740481C1C}">
                <a14:useLocalDpi xmlns:a14="http://schemas.microsoft.com/office/drawing/2010/main" val="0"/>
              </a:ext>
            </a:extLst>
          </a:blip>
          <a:srcRect/>
          <a:stretch>
            <a:fillRect/>
          </a:stretch>
        </p:blipFill>
        <p:spPr bwMode="auto">
          <a:xfrm>
            <a:off x="5813462" y="5862245"/>
            <a:ext cx="1429385" cy="668655"/>
          </a:xfrm>
          <a:prstGeom prst="rect">
            <a:avLst/>
          </a:prstGeom>
          <a:noFill/>
          <a:ln>
            <a:noFill/>
          </a:ln>
        </p:spPr>
      </p:pic>
      <p:pic>
        <p:nvPicPr>
          <p:cNvPr id="11" name="Image 10">
            <a:extLst>
              <a:ext uri="{FF2B5EF4-FFF2-40B4-BE49-F238E27FC236}">
                <a16:creationId xmlns:a16="http://schemas.microsoft.com/office/drawing/2014/main" id="{4695820D-A23A-0766-EB5C-8CC461F6DF74}"/>
              </a:ext>
            </a:extLst>
          </p:cNvPr>
          <p:cNvPicPr>
            <a:picLocks noChangeAspect="1"/>
          </p:cNvPicPr>
          <p:nvPr/>
        </p:nvPicPr>
        <p:blipFill>
          <a:blip r:embed="rId47"/>
          <a:stretch>
            <a:fillRect/>
          </a:stretch>
        </p:blipFill>
        <p:spPr>
          <a:xfrm>
            <a:off x="7450866" y="3314104"/>
            <a:ext cx="1509338" cy="426839"/>
          </a:xfrm>
          <a:prstGeom prst="rect">
            <a:avLst/>
          </a:prstGeom>
        </p:spPr>
      </p:pic>
      <p:pic>
        <p:nvPicPr>
          <p:cNvPr id="12" name="Image 11" descr="Home">
            <a:extLst>
              <a:ext uri="{FF2B5EF4-FFF2-40B4-BE49-F238E27FC236}">
                <a16:creationId xmlns:a16="http://schemas.microsoft.com/office/drawing/2014/main" id="{D0A1A4FA-92A2-24FF-70C6-2071DD5DCE30}"/>
              </a:ext>
            </a:extLst>
          </p:cNvPr>
          <p:cNvPicPr>
            <a:picLocks noChangeAspect="1"/>
          </p:cNvPicPr>
          <p:nvPr/>
        </p:nvPicPr>
        <p:blipFill>
          <a:blip r:embed="rId48">
            <a:extLst>
              <a:ext uri="{28A0092B-C50C-407E-A947-70E740481C1C}">
                <a14:useLocalDpi xmlns:a14="http://schemas.microsoft.com/office/drawing/2010/main" val="0"/>
              </a:ext>
            </a:extLst>
          </a:blip>
          <a:srcRect/>
          <a:stretch>
            <a:fillRect/>
          </a:stretch>
        </p:blipFill>
        <p:spPr bwMode="auto">
          <a:xfrm>
            <a:off x="7733243" y="6418642"/>
            <a:ext cx="1945051" cy="359777"/>
          </a:xfrm>
          <a:prstGeom prst="rect">
            <a:avLst/>
          </a:prstGeom>
          <a:noFill/>
          <a:ln>
            <a:noFill/>
          </a:ln>
        </p:spPr>
      </p:pic>
      <p:pic>
        <p:nvPicPr>
          <p:cNvPr id="13" name="Image 12" descr="C:\Users\Ddegeneve\AppData\Local\Microsoft\Windows\INetCache\Content.MSO\3792327F.tmp">
            <a:extLst>
              <a:ext uri="{FF2B5EF4-FFF2-40B4-BE49-F238E27FC236}">
                <a16:creationId xmlns:a16="http://schemas.microsoft.com/office/drawing/2014/main" id="{A73443CE-6B77-6F5E-1183-EDEDEC809C7F}"/>
              </a:ext>
            </a:extLst>
          </p:cNvPr>
          <p:cNvPicPr>
            <a:picLocks noChangeAspect="1"/>
          </p:cNvPicPr>
          <p:nvPr/>
        </p:nvPicPr>
        <p:blipFill>
          <a:blip r:embed="rId49">
            <a:extLst>
              <a:ext uri="{28A0092B-C50C-407E-A947-70E740481C1C}">
                <a14:useLocalDpi xmlns:a14="http://schemas.microsoft.com/office/drawing/2010/main" val="0"/>
              </a:ext>
            </a:extLst>
          </a:blip>
          <a:srcRect/>
          <a:stretch>
            <a:fillRect/>
          </a:stretch>
        </p:blipFill>
        <p:spPr bwMode="auto">
          <a:xfrm>
            <a:off x="10630424" y="3996342"/>
            <a:ext cx="1628775" cy="820420"/>
          </a:xfrm>
          <a:prstGeom prst="rect">
            <a:avLst/>
          </a:prstGeom>
          <a:noFill/>
          <a:ln>
            <a:noFill/>
          </a:ln>
        </p:spPr>
      </p:pic>
      <p:pic>
        <p:nvPicPr>
          <p:cNvPr id="14" name="Image 13" descr="image logo de l'Association">
            <a:extLst>
              <a:ext uri="{FF2B5EF4-FFF2-40B4-BE49-F238E27FC236}">
                <a16:creationId xmlns:a16="http://schemas.microsoft.com/office/drawing/2014/main" id="{A0E5F722-BBFC-EE7B-C223-0D54D466B5E6}"/>
              </a:ext>
            </a:extLst>
          </p:cNvPr>
          <p:cNvPicPr>
            <a:picLocks noChangeAspect="1"/>
          </p:cNvPicPr>
          <p:nvPr/>
        </p:nvPicPr>
        <p:blipFill>
          <a:blip r:embed="rId50">
            <a:extLst>
              <a:ext uri="{28A0092B-C50C-407E-A947-70E740481C1C}">
                <a14:useLocalDpi xmlns:a14="http://schemas.microsoft.com/office/drawing/2010/main" val="0"/>
              </a:ext>
            </a:extLst>
          </a:blip>
          <a:srcRect/>
          <a:stretch>
            <a:fillRect/>
          </a:stretch>
        </p:blipFill>
        <p:spPr bwMode="auto">
          <a:xfrm>
            <a:off x="7600684" y="5672224"/>
            <a:ext cx="1552957" cy="508135"/>
          </a:xfrm>
          <a:prstGeom prst="rect">
            <a:avLst/>
          </a:prstGeom>
          <a:noFill/>
          <a:ln>
            <a:noFill/>
          </a:ln>
        </p:spPr>
      </p:pic>
      <p:pic>
        <p:nvPicPr>
          <p:cNvPr id="16" name="Image 15" descr="Une image contenant texte&#10;&#10;Description générée automatiquement">
            <a:extLst>
              <a:ext uri="{FF2B5EF4-FFF2-40B4-BE49-F238E27FC236}">
                <a16:creationId xmlns:a16="http://schemas.microsoft.com/office/drawing/2014/main" id="{C4728B4E-1AD3-A265-E1D0-2587CF814E00}"/>
              </a:ext>
            </a:extLst>
          </p:cNvPr>
          <p:cNvPicPr>
            <a:picLocks noChangeAspect="1"/>
          </p:cNvPicPr>
          <p:nvPr/>
        </p:nvPicPr>
        <p:blipFill>
          <a:blip r:embed="rId51"/>
          <a:stretch>
            <a:fillRect/>
          </a:stretch>
        </p:blipFill>
        <p:spPr>
          <a:xfrm>
            <a:off x="10576275" y="6251281"/>
            <a:ext cx="1509339" cy="457896"/>
          </a:xfrm>
          <a:prstGeom prst="rect">
            <a:avLst/>
          </a:prstGeom>
        </p:spPr>
      </p:pic>
      <p:pic>
        <p:nvPicPr>
          <p:cNvPr id="17" name="Image 16" descr="AGIVR – Beaujolais Val de Saône Handicap | « RESSOURCES ET ...">
            <a:extLst>
              <a:ext uri="{FF2B5EF4-FFF2-40B4-BE49-F238E27FC236}">
                <a16:creationId xmlns:a16="http://schemas.microsoft.com/office/drawing/2014/main" id="{C1130AFF-E360-D9B3-0F0B-CC1DF9A30A31}"/>
              </a:ext>
            </a:extLst>
          </p:cNvPr>
          <p:cNvPicPr>
            <a:picLocks noChangeAspect="1"/>
          </p:cNvPicPr>
          <p:nvPr/>
        </p:nvPicPr>
        <p:blipFill>
          <a:blip r:embed="rId52" cstate="print">
            <a:extLst>
              <a:ext uri="{28A0092B-C50C-407E-A947-70E740481C1C}">
                <a14:useLocalDpi xmlns:a14="http://schemas.microsoft.com/office/drawing/2010/main" val="0"/>
              </a:ext>
            </a:extLst>
          </a:blip>
          <a:srcRect/>
          <a:stretch>
            <a:fillRect/>
          </a:stretch>
        </p:blipFill>
        <p:spPr bwMode="auto">
          <a:xfrm>
            <a:off x="7490517" y="3970040"/>
            <a:ext cx="1430036" cy="512021"/>
          </a:xfrm>
          <a:prstGeom prst="rect">
            <a:avLst/>
          </a:prstGeom>
          <a:noFill/>
          <a:ln>
            <a:noFill/>
          </a:ln>
        </p:spPr>
      </p:pic>
      <p:pic>
        <p:nvPicPr>
          <p:cNvPr id="28" name="Image 27">
            <a:extLst>
              <a:ext uri="{FF2B5EF4-FFF2-40B4-BE49-F238E27FC236}">
                <a16:creationId xmlns:a16="http://schemas.microsoft.com/office/drawing/2014/main" id="{8D87E8D6-B554-1830-684B-50036B31C66D}"/>
              </a:ext>
            </a:extLst>
          </p:cNvPr>
          <p:cNvPicPr>
            <a:picLocks noChangeAspect="1"/>
          </p:cNvPicPr>
          <p:nvPr/>
        </p:nvPicPr>
        <p:blipFill>
          <a:blip r:embed="rId53">
            <a:extLst>
              <a:ext uri="{28A0092B-C50C-407E-A947-70E740481C1C}">
                <a14:useLocalDpi xmlns:a14="http://schemas.microsoft.com/office/drawing/2010/main" val="0"/>
              </a:ext>
            </a:extLst>
          </a:blip>
          <a:srcRect/>
          <a:stretch>
            <a:fillRect/>
          </a:stretch>
        </p:blipFill>
        <p:spPr bwMode="auto">
          <a:xfrm>
            <a:off x="10717449" y="5291029"/>
            <a:ext cx="1305340" cy="498669"/>
          </a:xfrm>
          <a:prstGeom prst="rect">
            <a:avLst/>
          </a:prstGeom>
          <a:noFill/>
        </p:spPr>
      </p:pic>
      <p:pic>
        <p:nvPicPr>
          <p:cNvPr id="42" name="Image 41">
            <a:extLst>
              <a:ext uri="{FF2B5EF4-FFF2-40B4-BE49-F238E27FC236}">
                <a16:creationId xmlns:a16="http://schemas.microsoft.com/office/drawing/2014/main" id="{F6F34A4C-A74B-FB82-0682-ED6BE38F0A7A}"/>
              </a:ext>
            </a:extLst>
          </p:cNvPr>
          <p:cNvPicPr>
            <a:picLocks noChangeAspect="1"/>
          </p:cNvPicPr>
          <p:nvPr/>
        </p:nvPicPr>
        <p:blipFill>
          <a:blip r:embed="rId54" cstate="print">
            <a:extLst>
              <a:ext uri="{28A0092B-C50C-407E-A947-70E740481C1C}">
                <a14:useLocalDpi xmlns:a14="http://schemas.microsoft.com/office/drawing/2010/main" val="0"/>
              </a:ext>
            </a:extLst>
          </a:blip>
          <a:srcRect/>
          <a:stretch>
            <a:fillRect/>
          </a:stretch>
        </p:blipFill>
        <p:spPr bwMode="auto">
          <a:xfrm>
            <a:off x="8897317" y="2432206"/>
            <a:ext cx="1675419" cy="311149"/>
          </a:xfrm>
          <a:prstGeom prst="rect">
            <a:avLst/>
          </a:prstGeom>
          <a:noFill/>
          <a:ln>
            <a:noFill/>
          </a:ln>
        </p:spPr>
      </p:pic>
      <p:pic>
        <p:nvPicPr>
          <p:cNvPr id="7" name="Picture 2" descr="Les 80 degrés">
            <a:extLst>
              <a:ext uri="{FF2B5EF4-FFF2-40B4-BE49-F238E27FC236}">
                <a16:creationId xmlns:a16="http://schemas.microsoft.com/office/drawing/2014/main" id="{8A578C84-39CA-C664-63DD-BADE0D5CA249}"/>
              </a:ext>
            </a:extLst>
          </p:cNvPr>
          <p:cNvPicPr>
            <a:picLocks noChangeAspect="1" noChangeArrowheads="1"/>
          </p:cNvPicPr>
          <p:nvPr/>
        </p:nvPicPr>
        <p:blipFill>
          <a:blip r:embed="rId55" cstate="print">
            <a:extLst>
              <a:ext uri="{28A0092B-C50C-407E-A947-70E740481C1C}">
                <a14:useLocalDpi xmlns:a14="http://schemas.microsoft.com/office/drawing/2010/main" val="0"/>
              </a:ext>
            </a:extLst>
          </a:blip>
          <a:srcRect/>
          <a:stretch>
            <a:fillRect/>
          </a:stretch>
        </p:blipFill>
        <p:spPr bwMode="auto">
          <a:xfrm>
            <a:off x="9415575" y="5077203"/>
            <a:ext cx="926319" cy="926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854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6097" y="3700328"/>
            <a:ext cx="1408060" cy="1054521"/>
          </a:xfrm>
          <a:prstGeom prst="rect">
            <a:avLst/>
          </a:prstGeom>
        </p:spPr>
      </p:pic>
      <p:pic>
        <p:nvPicPr>
          <p:cNvPr id="20522"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5064" y="6230938"/>
            <a:ext cx="1792287" cy="596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483" name="Picture 31" descr="header_logi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4343" y="2977607"/>
            <a:ext cx="2204158" cy="658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84" name="Image 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163529" y="4295430"/>
            <a:ext cx="1444625" cy="1446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88"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1847" y="3542873"/>
            <a:ext cx="1620838" cy="514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489" name="Picture 8" descr="logo_mie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3893" y="1633589"/>
            <a:ext cx="1525587" cy="54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94" name="Picture 15" descr="sicap"/>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3130" y="6217341"/>
            <a:ext cx="1372946" cy="5622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95" name="Picture 23" descr="logo-aprilgroup"/>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824856" y="4020756"/>
            <a:ext cx="1709737" cy="487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99" name="Picture 29" descr="CLYDEUNION_Log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4829" y="6178433"/>
            <a:ext cx="1522413" cy="403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00" name="Picture 30" descr="logo-Campus-Veoli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18427" y="2178078"/>
            <a:ext cx="1521828" cy="827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05" name="Image 2"/>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5926138" y="6019800"/>
            <a:ext cx="1511300" cy="723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07" name="Picture 14" descr="http://www.arkema-inc.com/images/arkema_logo.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08158" y="1640708"/>
            <a:ext cx="1126421" cy="5381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08" name="Picture 32" descr="http://t0.gstatic.com/images?q=tbn:ANd9GcSg5IS94-ee7G1UvvYK7qfN09nTRkPxGjWWlyAFrruMouK8It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08626" y="178642"/>
            <a:ext cx="1122219" cy="47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2" name="Picture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30342" y="3209056"/>
            <a:ext cx="1462087" cy="568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5" name="Picture 34" descr="C:\Users\Pierre\Documents\PIC Formation et Conseil\Clients et prospects\MUTUELLE UNEO\logo_uneo.gif"/>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192090" y="5025350"/>
            <a:ext cx="783604" cy="7162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6" name="Picture 3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798786" y="4678079"/>
            <a:ext cx="754063" cy="1020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7" name="Picture 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047862" y="2292829"/>
            <a:ext cx="1573213" cy="785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8" name="Picture 41" descr="http://www.mutualia.fr/images/stories/logo.gif">
            <a:hlinkClick r:id="rId21"/>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889033" y="4530726"/>
            <a:ext cx="1319213" cy="600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9" name="Picture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65587" y="5574305"/>
            <a:ext cx="1443038" cy="449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95920" y="942872"/>
            <a:ext cx="1249363" cy="512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 name="Image 2"/>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6235259" y="2986849"/>
            <a:ext cx="746869" cy="882998"/>
          </a:xfrm>
          <a:prstGeom prst="rect">
            <a:avLst/>
          </a:prstGeom>
        </p:spPr>
      </p:pic>
      <p:pic>
        <p:nvPicPr>
          <p:cNvPr id="2050" name="Picture 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10127" y="5870574"/>
            <a:ext cx="721166" cy="80129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27" name="Picture 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350794" y="1566504"/>
            <a:ext cx="1564041" cy="5218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991544" y="116632"/>
            <a:ext cx="1411916" cy="7494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Image 5"/>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3493707" y="894468"/>
            <a:ext cx="1462972" cy="570129"/>
          </a:xfrm>
          <a:prstGeom prst="rect">
            <a:avLst/>
          </a:prstGeom>
        </p:spPr>
      </p:pic>
      <p:pic>
        <p:nvPicPr>
          <p:cNvPr id="8" name="Image 7"/>
          <p:cNvPicPr>
            <a:picLocks noChangeAspect="1"/>
          </p:cNvPicPr>
          <p:nvPr/>
        </p:nvPicPr>
        <p:blipFill>
          <a:blip r:embed="rId30"/>
          <a:stretch>
            <a:fillRect/>
          </a:stretch>
        </p:blipFill>
        <p:spPr>
          <a:xfrm>
            <a:off x="1886329" y="5495356"/>
            <a:ext cx="916195" cy="687795"/>
          </a:xfrm>
          <a:prstGeom prst="rect">
            <a:avLst/>
          </a:prstGeom>
        </p:spPr>
      </p:pic>
      <p:pic>
        <p:nvPicPr>
          <p:cNvPr id="9" name="Image 8"/>
          <p:cNvPicPr>
            <a:picLocks noChangeAspect="1"/>
          </p:cNvPicPr>
          <p:nvPr/>
        </p:nvPicPr>
        <p:blipFill>
          <a:blip r:embed="rId31"/>
          <a:stretch>
            <a:fillRect/>
          </a:stretch>
        </p:blipFill>
        <p:spPr>
          <a:xfrm>
            <a:off x="7278964" y="5640319"/>
            <a:ext cx="1793706" cy="712239"/>
          </a:xfrm>
          <a:prstGeom prst="rect">
            <a:avLst/>
          </a:prstGeom>
        </p:spPr>
      </p:pic>
      <p:pic>
        <p:nvPicPr>
          <p:cNvPr id="10" name="Image 9"/>
          <p:cNvPicPr>
            <a:picLocks noChangeAspect="1"/>
          </p:cNvPicPr>
          <p:nvPr/>
        </p:nvPicPr>
        <p:blipFill>
          <a:blip r:embed="rId32"/>
          <a:stretch>
            <a:fillRect/>
          </a:stretch>
        </p:blipFill>
        <p:spPr>
          <a:xfrm>
            <a:off x="8980949" y="4734618"/>
            <a:ext cx="1533154" cy="567835"/>
          </a:xfrm>
          <a:prstGeom prst="rect">
            <a:avLst/>
          </a:prstGeom>
        </p:spPr>
      </p:pic>
      <p:pic>
        <p:nvPicPr>
          <p:cNvPr id="11" name="Image 10"/>
          <p:cNvPicPr>
            <a:picLocks noChangeAspect="1"/>
          </p:cNvPicPr>
          <p:nvPr/>
        </p:nvPicPr>
        <p:blipFill>
          <a:blip r:embed="rId33"/>
          <a:stretch>
            <a:fillRect/>
          </a:stretch>
        </p:blipFill>
        <p:spPr>
          <a:xfrm>
            <a:off x="3277070" y="2074132"/>
            <a:ext cx="1000275" cy="1000275"/>
          </a:xfrm>
          <a:prstGeom prst="rect">
            <a:avLst/>
          </a:prstGeom>
        </p:spPr>
      </p:pic>
      <p:pic>
        <p:nvPicPr>
          <p:cNvPr id="20492" name="Picture 12" descr="identite_graphique_RA"/>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974295" y="5453787"/>
            <a:ext cx="1608137" cy="373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 name="Picture 2" descr="https://www.lesmutuellesdusoleil.fr/App_Themes/MDS/Images/logo.jpg"/>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732743" y="4091414"/>
            <a:ext cx="1627717" cy="577050"/>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Image 6"/>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9258804" y="153149"/>
            <a:ext cx="1409196" cy="563678"/>
          </a:xfrm>
          <a:prstGeom prst="rect">
            <a:avLst/>
          </a:prstGeom>
        </p:spPr>
      </p:pic>
      <p:pic>
        <p:nvPicPr>
          <p:cNvPr id="13" name="Image 12"/>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3686175" y="268677"/>
            <a:ext cx="1047750" cy="400050"/>
          </a:xfrm>
          <a:prstGeom prst="rect">
            <a:avLst/>
          </a:prstGeom>
        </p:spPr>
      </p:pic>
      <p:pic>
        <p:nvPicPr>
          <p:cNvPr id="14" name="Image 13"/>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7660706" y="2174927"/>
            <a:ext cx="869156" cy="869156"/>
          </a:xfrm>
          <a:prstGeom prst="rect">
            <a:avLst/>
          </a:prstGeom>
        </p:spPr>
      </p:pic>
      <p:pic>
        <p:nvPicPr>
          <p:cNvPr id="15" name="Image 14"/>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5974142" y="5286358"/>
            <a:ext cx="1283908" cy="461926"/>
          </a:xfrm>
          <a:prstGeom prst="rect">
            <a:avLst/>
          </a:prstGeom>
        </p:spPr>
      </p:pic>
      <p:pic>
        <p:nvPicPr>
          <p:cNvPr id="16" name="Image 15"/>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2030515" y="2851341"/>
            <a:ext cx="923925" cy="590550"/>
          </a:xfrm>
          <a:prstGeom prst="rect">
            <a:avLst/>
          </a:prstGeom>
        </p:spPr>
      </p:pic>
      <p:pic>
        <p:nvPicPr>
          <p:cNvPr id="17" name="Image 16"/>
          <p:cNvPicPr>
            <a:picLocks noChangeAspect="1"/>
          </p:cNvPicPr>
          <p:nvPr/>
        </p:nvPicPr>
        <p:blipFill>
          <a:blip r:embed="rId41" cstate="print">
            <a:extLst>
              <a:ext uri="{28A0092B-C50C-407E-A947-70E740481C1C}">
                <a14:useLocalDpi xmlns:a14="http://schemas.microsoft.com/office/drawing/2010/main" val="0"/>
              </a:ext>
            </a:extLst>
          </a:blip>
          <a:stretch>
            <a:fillRect/>
          </a:stretch>
        </p:blipFill>
        <p:spPr>
          <a:xfrm>
            <a:off x="3430190" y="3176955"/>
            <a:ext cx="836822" cy="433478"/>
          </a:xfrm>
          <a:prstGeom prst="rect">
            <a:avLst/>
          </a:prstGeom>
        </p:spPr>
      </p:pic>
      <p:pic>
        <p:nvPicPr>
          <p:cNvPr id="18" name="Image 17"/>
          <p:cNvPicPr>
            <a:picLocks noChangeAspect="1"/>
          </p:cNvPicPr>
          <p:nvPr/>
        </p:nvPicPr>
        <p:blipFill>
          <a:blip r:embed="rId42" cstate="print">
            <a:extLst>
              <a:ext uri="{28A0092B-C50C-407E-A947-70E740481C1C}">
                <a14:useLocalDpi xmlns:a14="http://schemas.microsoft.com/office/drawing/2010/main" val="0"/>
              </a:ext>
            </a:extLst>
          </a:blip>
          <a:stretch>
            <a:fillRect/>
          </a:stretch>
        </p:blipFill>
        <p:spPr>
          <a:xfrm>
            <a:off x="3692242" y="3745278"/>
            <a:ext cx="756912" cy="881093"/>
          </a:xfrm>
          <a:prstGeom prst="rect">
            <a:avLst/>
          </a:prstGeom>
        </p:spPr>
      </p:pic>
      <p:pic>
        <p:nvPicPr>
          <p:cNvPr id="19" name="Image 18"/>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4923095" y="3182269"/>
            <a:ext cx="901761" cy="510998"/>
          </a:xfrm>
          <a:prstGeom prst="rect">
            <a:avLst/>
          </a:prstGeom>
        </p:spPr>
      </p:pic>
      <p:pic>
        <p:nvPicPr>
          <p:cNvPr id="20" name="Image 19"/>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4735202" y="3864639"/>
            <a:ext cx="835971" cy="835971"/>
          </a:xfrm>
          <a:prstGeom prst="rect">
            <a:avLst/>
          </a:prstGeom>
        </p:spPr>
      </p:pic>
      <p:pic>
        <p:nvPicPr>
          <p:cNvPr id="22" name="Image 21"/>
          <p:cNvPicPr>
            <a:picLocks noChangeAspect="1"/>
          </p:cNvPicPr>
          <p:nvPr/>
        </p:nvPicPr>
        <p:blipFill>
          <a:blip r:embed="rId45" cstate="print">
            <a:extLst>
              <a:ext uri="{28A0092B-C50C-407E-A947-70E740481C1C}">
                <a14:useLocalDpi xmlns:a14="http://schemas.microsoft.com/office/drawing/2010/main" val="0"/>
              </a:ext>
            </a:extLst>
          </a:blip>
          <a:stretch>
            <a:fillRect/>
          </a:stretch>
        </p:blipFill>
        <p:spPr>
          <a:xfrm>
            <a:off x="2082086" y="4713459"/>
            <a:ext cx="628480" cy="740328"/>
          </a:xfrm>
          <a:prstGeom prst="rect">
            <a:avLst/>
          </a:prstGeom>
        </p:spPr>
      </p:pic>
      <p:pic>
        <p:nvPicPr>
          <p:cNvPr id="23" name="Image 22"/>
          <p:cNvPicPr>
            <a:picLocks noChangeAspect="1"/>
          </p:cNvPicPr>
          <p:nvPr/>
        </p:nvPicPr>
        <p:blipFill>
          <a:blip r:embed="rId46" cstate="print">
            <a:extLst>
              <a:ext uri="{28A0092B-C50C-407E-A947-70E740481C1C}">
                <a14:useLocalDpi xmlns:a14="http://schemas.microsoft.com/office/drawing/2010/main" val="0"/>
              </a:ext>
            </a:extLst>
          </a:blip>
          <a:stretch>
            <a:fillRect/>
          </a:stretch>
        </p:blipFill>
        <p:spPr>
          <a:xfrm>
            <a:off x="6902239" y="835932"/>
            <a:ext cx="1177679" cy="562995"/>
          </a:xfrm>
          <a:prstGeom prst="rect">
            <a:avLst/>
          </a:prstGeom>
        </p:spPr>
      </p:pic>
      <p:pic>
        <p:nvPicPr>
          <p:cNvPr id="24" name="Image 23"/>
          <p:cNvPicPr>
            <a:picLocks noChangeAspect="1"/>
          </p:cNvPicPr>
          <p:nvPr/>
        </p:nvPicPr>
        <p:blipFill>
          <a:blip r:embed="rId47" cstate="print">
            <a:extLst>
              <a:ext uri="{28A0092B-C50C-407E-A947-70E740481C1C}">
                <a14:useLocalDpi xmlns:a14="http://schemas.microsoft.com/office/drawing/2010/main" val="0"/>
              </a:ext>
            </a:extLst>
          </a:blip>
          <a:stretch>
            <a:fillRect/>
          </a:stretch>
        </p:blipFill>
        <p:spPr>
          <a:xfrm>
            <a:off x="7060275" y="99896"/>
            <a:ext cx="828945" cy="734905"/>
          </a:xfrm>
          <a:prstGeom prst="rect">
            <a:avLst/>
          </a:prstGeom>
        </p:spPr>
      </p:pic>
      <p:pic>
        <p:nvPicPr>
          <p:cNvPr id="25" name="Image 24"/>
          <p:cNvPicPr>
            <a:picLocks noChangeAspect="1"/>
          </p:cNvPicPr>
          <p:nvPr/>
        </p:nvPicPr>
        <p:blipFill>
          <a:blip r:embed="rId48">
            <a:extLst>
              <a:ext uri="{28A0092B-C50C-407E-A947-70E740481C1C}">
                <a14:useLocalDpi xmlns:a14="http://schemas.microsoft.com/office/drawing/2010/main" val="0"/>
              </a:ext>
            </a:extLst>
          </a:blip>
          <a:stretch>
            <a:fillRect/>
          </a:stretch>
        </p:blipFill>
        <p:spPr>
          <a:xfrm>
            <a:off x="4499398" y="2434619"/>
            <a:ext cx="1092488" cy="416722"/>
          </a:xfrm>
          <a:prstGeom prst="rect">
            <a:avLst/>
          </a:prstGeom>
        </p:spPr>
      </p:pic>
      <p:pic>
        <p:nvPicPr>
          <p:cNvPr id="26" name="Image 25"/>
          <p:cNvPicPr>
            <a:picLocks noChangeAspect="1"/>
          </p:cNvPicPr>
          <p:nvPr/>
        </p:nvPicPr>
        <p:blipFill>
          <a:blip r:embed="rId49" cstate="print">
            <a:extLst>
              <a:ext uri="{28A0092B-C50C-407E-A947-70E740481C1C}">
                <a14:useLocalDpi xmlns:a14="http://schemas.microsoft.com/office/drawing/2010/main" val="0"/>
              </a:ext>
            </a:extLst>
          </a:blip>
          <a:stretch>
            <a:fillRect/>
          </a:stretch>
        </p:blipFill>
        <p:spPr>
          <a:xfrm>
            <a:off x="8162060" y="84760"/>
            <a:ext cx="1055331" cy="746072"/>
          </a:xfrm>
          <a:prstGeom prst="rect">
            <a:avLst/>
          </a:prstGeom>
        </p:spPr>
      </p:pic>
      <p:pic>
        <p:nvPicPr>
          <p:cNvPr id="27" name="Image 26"/>
          <p:cNvPicPr>
            <a:picLocks noChangeAspect="1"/>
          </p:cNvPicPr>
          <p:nvPr/>
        </p:nvPicPr>
        <p:blipFill>
          <a:blip r:embed="rId50" cstate="print">
            <a:extLst>
              <a:ext uri="{28A0092B-C50C-407E-A947-70E740481C1C}">
                <a14:useLocalDpi xmlns:a14="http://schemas.microsoft.com/office/drawing/2010/main" val="0"/>
              </a:ext>
            </a:extLst>
          </a:blip>
          <a:stretch>
            <a:fillRect/>
          </a:stretch>
        </p:blipFill>
        <p:spPr>
          <a:xfrm>
            <a:off x="8006943" y="966730"/>
            <a:ext cx="1186658" cy="406066"/>
          </a:xfrm>
          <a:prstGeom prst="rect">
            <a:avLst/>
          </a:prstGeom>
        </p:spPr>
      </p:pic>
      <p:pic>
        <p:nvPicPr>
          <p:cNvPr id="21" name="Image 20"/>
          <p:cNvPicPr>
            <a:picLocks noChangeAspect="1"/>
          </p:cNvPicPr>
          <p:nvPr/>
        </p:nvPicPr>
        <p:blipFill>
          <a:blip r:embed="rId51">
            <a:extLst>
              <a:ext uri="{28A0092B-C50C-407E-A947-70E740481C1C}">
                <a14:useLocalDpi xmlns:a14="http://schemas.microsoft.com/office/drawing/2010/main" val="0"/>
              </a:ext>
            </a:extLst>
          </a:blip>
          <a:stretch>
            <a:fillRect/>
          </a:stretch>
        </p:blipFill>
        <p:spPr>
          <a:xfrm>
            <a:off x="1951073" y="1163471"/>
            <a:ext cx="1319448" cy="584327"/>
          </a:xfrm>
          <a:prstGeom prst="rect">
            <a:avLst/>
          </a:prstGeom>
        </p:spPr>
      </p:pic>
      <p:pic>
        <p:nvPicPr>
          <p:cNvPr id="28" name="Image 27"/>
          <p:cNvPicPr>
            <a:picLocks noChangeAspect="1"/>
          </p:cNvPicPr>
          <p:nvPr/>
        </p:nvPicPr>
        <p:blipFill>
          <a:blip r:embed="rId52">
            <a:extLst>
              <a:ext uri="{28A0092B-C50C-407E-A947-70E740481C1C}">
                <a14:useLocalDpi xmlns:a14="http://schemas.microsoft.com/office/drawing/2010/main" val="0"/>
              </a:ext>
            </a:extLst>
          </a:blip>
          <a:stretch>
            <a:fillRect/>
          </a:stretch>
        </p:blipFill>
        <p:spPr>
          <a:xfrm>
            <a:off x="1764233" y="1917228"/>
            <a:ext cx="1635271" cy="817636"/>
          </a:xfrm>
          <a:prstGeom prst="rect">
            <a:avLst/>
          </a:prstGeom>
        </p:spPr>
      </p:pic>
      <p:pic>
        <p:nvPicPr>
          <p:cNvPr id="29" name="Image 28"/>
          <p:cNvPicPr>
            <a:picLocks noChangeAspect="1"/>
          </p:cNvPicPr>
          <p:nvPr/>
        </p:nvPicPr>
        <p:blipFill>
          <a:blip r:embed="rId53" cstate="print">
            <a:extLst>
              <a:ext uri="{28A0092B-C50C-407E-A947-70E740481C1C}">
                <a14:useLocalDpi xmlns:a14="http://schemas.microsoft.com/office/drawing/2010/main" val="0"/>
              </a:ext>
            </a:extLst>
          </a:blip>
          <a:stretch>
            <a:fillRect/>
          </a:stretch>
        </p:blipFill>
        <p:spPr>
          <a:xfrm>
            <a:off x="9471273" y="5957070"/>
            <a:ext cx="984259" cy="759344"/>
          </a:xfrm>
          <a:prstGeom prst="rect">
            <a:avLst/>
          </a:prstGeom>
        </p:spPr>
      </p:pic>
      <p:pic>
        <p:nvPicPr>
          <p:cNvPr id="30" name="Image 29"/>
          <p:cNvPicPr>
            <a:picLocks noChangeAspect="1"/>
          </p:cNvPicPr>
          <p:nvPr/>
        </p:nvPicPr>
        <p:blipFill>
          <a:blip r:embed="rId54">
            <a:extLst>
              <a:ext uri="{28A0092B-C50C-407E-A947-70E740481C1C}">
                <a14:useLocalDpi xmlns:a14="http://schemas.microsoft.com/office/drawing/2010/main" val="0"/>
              </a:ext>
            </a:extLst>
          </a:blip>
          <a:stretch>
            <a:fillRect/>
          </a:stretch>
        </p:blipFill>
        <p:spPr>
          <a:xfrm>
            <a:off x="7660706" y="3800048"/>
            <a:ext cx="1124606" cy="671136"/>
          </a:xfrm>
          <a:prstGeom prst="rect">
            <a:avLst/>
          </a:prstGeom>
        </p:spPr>
      </p:pic>
      <p:pic>
        <p:nvPicPr>
          <p:cNvPr id="31" name="Image 30"/>
          <p:cNvPicPr>
            <a:picLocks noChangeAspect="1"/>
          </p:cNvPicPr>
          <p:nvPr/>
        </p:nvPicPr>
        <p:blipFill>
          <a:blip r:embed="rId55">
            <a:extLst>
              <a:ext uri="{28A0092B-C50C-407E-A947-70E740481C1C}">
                <a14:useLocalDpi xmlns:a14="http://schemas.microsoft.com/office/drawing/2010/main" val="0"/>
              </a:ext>
            </a:extLst>
          </a:blip>
          <a:stretch>
            <a:fillRect/>
          </a:stretch>
        </p:blipFill>
        <p:spPr>
          <a:xfrm>
            <a:off x="9609525" y="608821"/>
            <a:ext cx="699196" cy="941774"/>
          </a:xfrm>
          <a:prstGeom prst="rect">
            <a:avLst/>
          </a:prstGeom>
        </p:spPr>
      </p:pic>
      <p:pic>
        <p:nvPicPr>
          <p:cNvPr id="53" name="Image 52" descr="Alptis, la solidarité change le monde">
            <a:hlinkClick r:id="rId56" tooltip="&quot;www.alptis.org&quot; "/>
          </p:cNvPr>
          <p:cNvPicPr/>
          <p:nvPr/>
        </p:nvPicPr>
        <p:blipFill>
          <a:blip r:embed="rId57" r:link="rId58">
            <a:extLst>
              <a:ext uri="{28A0092B-C50C-407E-A947-70E740481C1C}">
                <a14:useLocalDpi xmlns:a14="http://schemas.microsoft.com/office/drawing/2010/main" val="0"/>
              </a:ext>
            </a:extLst>
          </a:blip>
          <a:srcRect/>
          <a:stretch>
            <a:fillRect/>
          </a:stretch>
        </p:blipFill>
        <p:spPr bwMode="auto">
          <a:xfrm>
            <a:off x="7452873" y="1614969"/>
            <a:ext cx="1445887" cy="495675"/>
          </a:xfrm>
          <a:prstGeom prst="rect">
            <a:avLst/>
          </a:prstGeom>
          <a:noFill/>
          <a:ln>
            <a:noFill/>
          </a:ln>
        </p:spPr>
      </p:pic>
      <p:pic>
        <p:nvPicPr>
          <p:cNvPr id="32" name="Image 31" descr="Une image contenant LEGO, jouet&#10;&#10;Description générée avec un niveau de confiance très élevé">
            <a:extLst>
              <a:ext uri="{FF2B5EF4-FFF2-40B4-BE49-F238E27FC236}">
                <a16:creationId xmlns:a16="http://schemas.microsoft.com/office/drawing/2014/main" id="{C937685F-5177-4532-A479-C72A2195ED02}"/>
              </a:ext>
            </a:extLst>
          </p:cNvPr>
          <p:cNvPicPr>
            <a:picLocks noChangeAspect="1"/>
          </p:cNvPicPr>
          <p:nvPr/>
        </p:nvPicPr>
        <p:blipFill>
          <a:blip r:embed="rId59">
            <a:extLst>
              <a:ext uri="{28A0092B-C50C-407E-A947-70E740481C1C}">
                <a14:useLocalDpi xmlns:a14="http://schemas.microsoft.com/office/drawing/2010/main" val="0"/>
              </a:ext>
            </a:extLst>
          </a:blip>
          <a:stretch>
            <a:fillRect/>
          </a:stretch>
        </p:blipFill>
        <p:spPr>
          <a:xfrm>
            <a:off x="643549" y="213410"/>
            <a:ext cx="920173" cy="1006778"/>
          </a:xfrm>
          <a:prstGeom prst="rect">
            <a:avLst/>
          </a:prstGeom>
        </p:spPr>
      </p:pic>
      <p:pic>
        <p:nvPicPr>
          <p:cNvPr id="34" name="Image 33">
            <a:extLst>
              <a:ext uri="{FF2B5EF4-FFF2-40B4-BE49-F238E27FC236}">
                <a16:creationId xmlns:a16="http://schemas.microsoft.com/office/drawing/2014/main" id="{6DACE5AC-FD25-4969-8E85-694A281C88CE}"/>
              </a:ext>
            </a:extLst>
          </p:cNvPr>
          <p:cNvPicPr>
            <a:picLocks noChangeAspect="1"/>
          </p:cNvPicPr>
          <p:nvPr/>
        </p:nvPicPr>
        <p:blipFill>
          <a:blip r:embed="rId60" cstate="print">
            <a:extLst>
              <a:ext uri="{28A0092B-C50C-407E-A947-70E740481C1C}">
                <a14:useLocalDpi xmlns:a14="http://schemas.microsoft.com/office/drawing/2010/main" val="0"/>
              </a:ext>
            </a:extLst>
          </a:blip>
          <a:stretch>
            <a:fillRect/>
          </a:stretch>
        </p:blipFill>
        <p:spPr>
          <a:xfrm>
            <a:off x="265798" y="1388987"/>
            <a:ext cx="1531424" cy="358812"/>
          </a:xfrm>
          <a:prstGeom prst="rect">
            <a:avLst/>
          </a:prstGeom>
        </p:spPr>
      </p:pic>
      <p:pic>
        <p:nvPicPr>
          <p:cNvPr id="36" name="Image 35">
            <a:extLst>
              <a:ext uri="{FF2B5EF4-FFF2-40B4-BE49-F238E27FC236}">
                <a16:creationId xmlns:a16="http://schemas.microsoft.com/office/drawing/2014/main" id="{99269BE4-68A0-4084-9E15-68F262C35632}"/>
              </a:ext>
            </a:extLst>
          </p:cNvPr>
          <p:cNvPicPr>
            <a:picLocks noChangeAspect="1"/>
          </p:cNvPicPr>
          <p:nvPr/>
        </p:nvPicPr>
        <p:blipFill>
          <a:blip r:embed="rId61">
            <a:extLst>
              <a:ext uri="{28A0092B-C50C-407E-A947-70E740481C1C}">
                <a14:useLocalDpi xmlns:a14="http://schemas.microsoft.com/office/drawing/2010/main" val="0"/>
              </a:ext>
            </a:extLst>
          </a:blip>
          <a:stretch>
            <a:fillRect/>
          </a:stretch>
        </p:blipFill>
        <p:spPr>
          <a:xfrm>
            <a:off x="236553" y="1936160"/>
            <a:ext cx="1481233" cy="798704"/>
          </a:xfrm>
          <a:prstGeom prst="rect">
            <a:avLst/>
          </a:prstGeom>
        </p:spPr>
      </p:pic>
      <p:pic>
        <p:nvPicPr>
          <p:cNvPr id="38" name="Image 37">
            <a:extLst>
              <a:ext uri="{FF2B5EF4-FFF2-40B4-BE49-F238E27FC236}">
                <a16:creationId xmlns:a16="http://schemas.microsoft.com/office/drawing/2014/main" id="{523E2DBB-6CCA-498B-A09C-DBB37F5D44A5}"/>
              </a:ext>
            </a:extLst>
          </p:cNvPr>
          <p:cNvPicPr>
            <a:picLocks noChangeAspect="1"/>
          </p:cNvPicPr>
          <p:nvPr/>
        </p:nvPicPr>
        <p:blipFill>
          <a:blip r:embed="rId62" cstate="print">
            <a:extLst>
              <a:ext uri="{28A0092B-C50C-407E-A947-70E740481C1C}">
                <a14:useLocalDpi xmlns:a14="http://schemas.microsoft.com/office/drawing/2010/main" val="0"/>
              </a:ext>
            </a:extLst>
          </a:blip>
          <a:stretch>
            <a:fillRect/>
          </a:stretch>
        </p:blipFill>
        <p:spPr>
          <a:xfrm>
            <a:off x="276425" y="2685735"/>
            <a:ext cx="1126422" cy="1126422"/>
          </a:xfrm>
          <a:prstGeom prst="rect">
            <a:avLst/>
          </a:prstGeom>
        </p:spPr>
      </p:pic>
      <p:pic>
        <p:nvPicPr>
          <p:cNvPr id="40" name="Image 39">
            <a:extLst>
              <a:ext uri="{FF2B5EF4-FFF2-40B4-BE49-F238E27FC236}">
                <a16:creationId xmlns:a16="http://schemas.microsoft.com/office/drawing/2014/main" id="{BA570D75-2002-41E4-A364-B0421D647F81}"/>
              </a:ext>
            </a:extLst>
          </p:cNvPr>
          <p:cNvPicPr>
            <a:picLocks noChangeAspect="1"/>
          </p:cNvPicPr>
          <p:nvPr/>
        </p:nvPicPr>
        <p:blipFill>
          <a:blip r:embed="rId63">
            <a:extLst>
              <a:ext uri="{28A0092B-C50C-407E-A947-70E740481C1C}">
                <a14:useLocalDpi xmlns:a14="http://schemas.microsoft.com/office/drawing/2010/main" val="0"/>
              </a:ext>
            </a:extLst>
          </a:blip>
          <a:stretch>
            <a:fillRect/>
          </a:stretch>
        </p:blipFill>
        <p:spPr>
          <a:xfrm>
            <a:off x="367863" y="3931175"/>
            <a:ext cx="1388889" cy="454060"/>
          </a:xfrm>
          <a:prstGeom prst="rect">
            <a:avLst/>
          </a:prstGeom>
        </p:spPr>
      </p:pic>
      <p:pic>
        <p:nvPicPr>
          <p:cNvPr id="42" name="Image 41">
            <a:extLst>
              <a:ext uri="{FF2B5EF4-FFF2-40B4-BE49-F238E27FC236}">
                <a16:creationId xmlns:a16="http://schemas.microsoft.com/office/drawing/2014/main" id="{DEDBF17F-B0E2-4EAD-A480-4A6BE16EC73F}"/>
              </a:ext>
            </a:extLst>
          </p:cNvPr>
          <p:cNvPicPr>
            <a:picLocks noChangeAspect="1"/>
          </p:cNvPicPr>
          <p:nvPr/>
        </p:nvPicPr>
        <p:blipFill>
          <a:blip r:embed="rId64" cstate="print">
            <a:extLst>
              <a:ext uri="{28A0092B-C50C-407E-A947-70E740481C1C}">
                <a14:useLocalDpi xmlns:a14="http://schemas.microsoft.com/office/drawing/2010/main" val="0"/>
              </a:ext>
            </a:extLst>
          </a:blip>
          <a:stretch>
            <a:fillRect/>
          </a:stretch>
        </p:blipFill>
        <p:spPr>
          <a:xfrm>
            <a:off x="400298" y="4663020"/>
            <a:ext cx="1180474" cy="457285"/>
          </a:xfrm>
          <a:prstGeom prst="rect">
            <a:avLst/>
          </a:prstGeom>
        </p:spPr>
      </p:pic>
      <p:pic>
        <p:nvPicPr>
          <p:cNvPr id="44" name="Image 43">
            <a:extLst>
              <a:ext uri="{FF2B5EF4-FFF2-40B4-BE49-F238E27FC236}">
                <a16:creationId xmlns:a16="http://schemas.microsoft.com/office/drawing/2014/main" id="{62934081-2B93-4162-B36F-EA39D50D6832}"/>
              </a:ext>
            </a:extLst>
          </p:cNvPr>
          <p:cNvPicPr>
            <a:picLocks noChangeAspect="1"/>
          </p:cNvPicPr>
          <p:nvPr/>
        </p:nvPicPr>
        <p:blipFill>
          <a:blip r:embed="rId65">
            <a:extLst>
              <a:ext uri="{28A0092B-C50C-407E-A947-70E740481C1C}">
                <a14:useLocalDpi xmlns:a14="http://schemas.microsoft.com/office/drawing/2010/main" val="0"/>
              </a:ext>
            </a:extLst>
          </a:blip>
          <a:stretch>
            <a:fillRect/>
          </a:stretch>
        </p:blipFill>
        <p:spPr>
          <a:xfrm>
            <a:off x="10417293" y="52606"/>
            <a:ext cx="1611655" cy="810380"/>
          </a:xfrm>
          <a:prstGeom prst="rect">
            <a:avLst/>
          </a:prstGeom>
        </p:spPr>
      </p:pic>
      <p:pic>
        <p:nvPicPr>
          <p:cNvPr id="46" name="Image 45">
            <a:extLst>
              <a:ext uri="{FF2B5EF4-FFF2-40B4-BE49-F238E27FC236}">
                <a16:creationId xmlns:a16="http://schemas.microsoft.com/office/drawing/2014/main" id="{A40660BB-5508-4694-82E1-B6F6293AD0D1}"/>
              </a:ext>
            </a:extLst>
          </p:cNvPr>
          <p:cNvPicPr>
            <a:picLocks noChangeAspect="1"/>
          </p:cNvPicPr>
          <p:nvPr/>
        </p:nvPicPr>
        <p:blipFill>
          <a:blip r:embed="rId66">
            <a:extLst>
              <a:ext uri="{28A0092B-C50C-407E-A947-70E740481C1C}">
                <a14:useLocalDpi xmlns:a14="http://schemas.microsoft.com/office/drawing/2010/main" val="0"/>
              </a:ext>
            </a:extLst>
          </a:blip>
          <a:stretch>
            <a:fillRect/>
          </a:stretch>
        </p:blipFill>
        <p:spPr>
          <a:xfrm>
            <a:off x="550654" y="5426803"/>
            <a:ext cx="710205" cy="1154855"/>
          </a:xfrm>
          <a:prstGeom prst="rect">
            <a:avLst/>
          </a:prstGeom>
        </p:spPr>
      </p:pic>
      <p:pic>
        <p:nvPicPr>
          <p:cNvPr id="48" name="Image 47" descr="Une image contenant clipart&#10;&#10;Description générée avec un niveau de confiance très élevé">
            <a:extLst>
              <a:ext uri="{FF2B5EF4-FFF2-40B4-BE49-F238E27FC236}">
                <a16:creationId xmlns:a16="http://schemas.microsoft.com/office/drawing/2014/main" id="{58CF6E44-E8EB-456A-8E1B-E6EDF7BB07E5}"/>
              </a:ext>
            </a:extLst>
          </p:cNvPr>
          <p:cNvPicPr>
            <a:picLocks noChangeAspect="1"/>
          </p:cNvPicPr>
          <p:nvPr/>
        </p:nvPicPr>
        <p:blipFill>
          <a:blip r:embed="rId67">
            <a:extLst>
              <a:ext uri="{28A0092B-C50C-407E-A947-70E740481C1C}">
                <a14:useLocalDpi xmlns:a14="http://schemas.microsoft.com/office/drawing/2010/main" val="0"/>
              </a:ext>
            </a:extLst>
          </a:blip>
          <a:stretch>
            <a:fillRect/>
          </a:stretch>
        </p:blipFill>
        <p:spPr>
          <a:xfrm>
            <a:off x="10606159" y="1033111"/>
            <a:ext cx="1285427" cy="943433"/>
          </a:xfrm>
          <a:prstGeom prst="rect">
            <a:avLst/>
          </a:prstGeom>
        </p:spPr>
      </p:pic>
      <p:pic>
        <p:nvPicPr>
          <p:cNvPr id="52" name="Image 51">
            <a:extLst>
              <a:ext uri="{FF2B5EF4-FFF2-40B4-BE49-F238E27FC236}">
                <a16:creationId xmlns:a16="http://schemas.microsoft.com/office/drawing/2014/main" id="{1E4DC023-F0BA-466D-AD96-F88EDFC704CD}"/>
              </a:ext>
            </a:extLst>
          </p:cNvPr>
          <p:cNvPicPr>
            <a:picLocks noChangeAspect="1"/>
          </p:cNvPicPr>
          <p:nvPr/>
        </p:nvPicPr>
        <p:blipFill>
          <a:blip r:embed="rId68">
            <a:extLst>
              <a:ext uri="{28A0092B-C50C-407E-A947-70E740481C1C}">
                <a14:useLocalDpi xmlns:a14="http://schemas.microsoft.com/office/drawing/2010/main" val="0"/>
              </a:ext>
            </a:extLst>
          </a:blip>
          <a:stretch>
            <a:fillRect/>
          </a:stretch>
        </p:blipFill>
        <p:spPr>
          <a:xfrm>
            <a:off x="10723616" y="2183178"/>
            <a:ext cx="1285427" cy="551686"/>
          </a:xfrm>
          <a:prstGeom prst="rect">
            <a:avLst/>
          </a:prstGeom>
        </p:spPr>
      </p:pic>
      <p:pic>
        <p:nvPicPr>
          <p:cNvPr id="55" name="Image 54">
            <a:extLst>
              <a:ext uri="{FF2B5EF4-FFF2-40B4-BE49-F238E27FC236}">
                <a16:creationId xmlns:a16="http://schemas.microsoft.com/office/drawing/2014/main" id="{DAFBF298-0BBB-41EF-B47B-A716611B06D0}"/>
              </a:ext>
            </a:extLst>
          </p:cNvPr>
          <p:cNvPicPr>
            <a:picLocks noChangeAspect="1"/>
          </p:cNvPicPr>
          <p:nvPr/>
        </p:nvPicPr>
        <p:blipFill>
          <a:blip r:embed="rId69">
            <a:extLst>
              <a:ext uri="{28A0092B-C50C-407E-A947-70E740481C1C}">
                <a14:useLocalDpi xmlns:a14="http://schemas.microsoft.com/office/drawing/2010/main" val="0"/>
              </a:ext>
            </a:extLst>
          </a:blip>
          <a:stretch>
            <a:fillRect/>
          </a:stretch>
        </p:blipFill>
        <p:spPr>
          <a:xfrm>
            <a:off x="10789777" y="2851341"/>
            <a:ext cx="1050369" cy="771016"/>
          </a:xfrm>
          <a:prstGeom prst="rect">
            <a:avLst/>
          </a:prstGeom>
        </p:spPr>
      </p:pic>
      <p:pic>
        <p:nvPicPr>
          <p:cNvPr id="57" name="Image 56" descr="Une image contenant texte&#10;&#10;Description générée avec un niveau de confiance élevé">
            <a:extLst>
              <a:ext uri="{FF2B5EF4-FFF2-40B4-BE49-F238E27FC236}">
                <a16:creationId xmlns:a16="http://schemas.microsoft.com/office/drawing/2014/main" id="{08DC686A-4338-4C7D-BEC8-8F307A2A5FDD}"/>
              </a:ext>
            </a:extLst>
          </p:cNvPr>
          <p:cNvPicPr>
            <a:picLocks noChangeAspect="1"/>
          </p:cNvPicPr>
          <p:nvPr/>
        </p:nvPicPr>
        <p:blipFill>
          <a:blip r:embed="rId70" cstate="print">
            <a:extLst>
              <a:ext uri="{28A0092B-C50C-407E-A947-70E740481C1C}">
                <a14:useLocalDpi xmlns:a14="http://schemas.microsoft.com/office/drawing/2010/main" val="0"/>
              </a:ext>
            </a:extLst>
          </a:blip>
          <a:stretch>
            <a:fillRect/>
          </a:stretch>
        </p:blipFill>
        <p:spPr>
          <a:xfrm>
            <a:off x="10924764" y="3843731"/>
            <a:ext cx="961757" cy="1072416"/>
          </a:xfrm>
          <a:prstGeom prst="rect">
            <a:avLst/>
          </a:prstGeom>
        </p:spPr>
      </p:pic>
      <p:pic>
        <p:nvPicPr>
          <p:cNvPr id="59" name="Image 58">
            <a:extLst>
              <a:ext uri="{FF2B5EF4-FFF2-40B4-BE49-F238E27FC236}">
                <a16:creationId xmlns:a16="http://schemas.microsoft.com/office/drawing/2014/main" id="{F62D571F-9272-44F1-8EE2-125EE9C302E8}"/>
              </a:ext>
            </a:extLst>
          </p:cNvPr>
          <p:cNvPicPr>
            <a:picLocks noChangeAspect="1"/>
          </p:cNvPicPr>
          <p:nvPr/>
        </p:nvPicPr>
        <p:blipFill>
          <a:blip r:embed="rId71" cstate="print">
            <a:extLst>
              <a:ext uri="{28A0092B-C50C-407E-A947-70E740481C1C}">
                <a14:useLocalDpi xmlns:a14="http://schemas.microsoft.com/office/drawing/2010/main" val="0"/>
              </a:ext>
            </a:extLst>
          </a:blip>
          <a:stretch>
            <a:fillRect/>
          </a:stretch>
        </p:blipFill>
        <p:spPr>
          <a:xfrm>
            <a:off x="10872432" y="5106574"/>
            <a:ext cx="1066420" cy="533744"/>
          </a:xfrm>
          <a:prstGeom prst="rect">
            <a:avLst/>
          </a:prstGeom>
        </p:spPr>
      </p:pic>
      <p:pic>
        <p:nvPicPr>
          <p:cNvPr id="61" name="Image 60">
            <a:extLst>
              <a:ext uri="{FF2B5EF4-FFF2-40B4-BE49-F238E27FC236}">
                <a16:creationId xmlns:a16="http://schemas.microsoft.com/office/drawing/2014/main" id="{49C27473-DBAB-4242-9F7D-D5D143EEFF52}"/>
              </a:ext>
            </a:extLst>
          </p:cNvPr>
          <p:cNvPicPr>
            <a:picLocks noChangeAspect="1"/>
          </p:cNvPicPr>
          <p:nvPr/>
        </p:nvPicPr>
        <p:blipFill>
          <a:blip r:embed="rId72">
            <a:extLst>
              <a:ext uri="{28A0092B-C50C-407E-A947-70E740481C1C}">
                <a14:useLocalDpi xmlns:a14="http://schemas.microsoft.com/office/drawing/2010/main" val="0"/>
              </a:ext>
            </a:extLst>
          </a:blip>
          <a:stretch>
            <a:fillRect/>
          </a:stretch>
        </p:blipFill>
        <p:spPr>
          <a:xfrm>
            <a:off x="10605801" y="6012325"/>
            <a:ext cx="1190625" cy="809625"/>
          </a:xfrm>
          <a:prstGeom prst="rect">
            <a:avLst/>
          </a:prstGeom>
        </p:spPr>
      </p:pic>
    </p:spTree>
    <p:custDataLst>
      <p:tags r:id="rId1"/>
    </p:custDataLst>
    <p:extLst>
      <p:ext uri="{BB962C8B-B14F-4D97-AF65-F5344CB8AC3E}">
        <p14:creationId xmlns:p14="http://schemas.microsoft.com/office/powerpoint/2010/main" val="2447240285"/>
      </p:ext>
    </p:extLst>
  </p:cSld>
  <p:clrMapOvr>
    <a:masterClrMapping/>
  </p:clrMapOvr>
</p:sld>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Niveau">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lnDef>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Niveau">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lnDef>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Niveau">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lnDef>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Niveau">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lnDef>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Conception personnalisée">
  <a:themeElements>
    <a:clrScheme name="Conception personnalisé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onception personnalisé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onception personnalisé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nception personnalisé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nception personnalisé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nception personnalisé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nception personnalisé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nception personnalisé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nception personnalisé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nception personnalisé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nception personnalisé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nception personnalisé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nception personnalisé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nception personnalisé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Niveau">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lnDef>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Niveau">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Calibri" pitchFamily="34" charset="0"/>
          </a:defRPr>
        </a:defPPr>
      </a:lstStyle>
    </a:lnDef>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0971729-70a3-4993-84f7-eb0c0afa8a2f" xsi:nil="true"/>
    <lcf76f155ced4ddcb4097134ff3c332f xmlns="06e2edd1-4062-4d9a-a61d-4161a7f5f1b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5C99932D3F98349B0646471334594E4" ma:contentTypeVersion="19" ma:contentTypeDescription="Crée un document." ma:contentTypeScope="" ma:versionID="5b426bf015247085bdc2ba9c0c22814b">
  <xsd:schema xmlns:xsd="http://www.w3.org/2001/XMLSchema" xmlns:xs="http://www.w3.org/2001/XMLSchema" xmlns:p="http://schemas.microsoft.com/office/2006/metadata/properties" xmlns:ns2="00971729-70a3-4993-84f7-eb0c0afa8a2f" xmlns:ns3="06e2edd1-4062-4d9a-a61d-4161a7f5f1b2" targetNamespace="http://schemas.microsoft.com/office/2006/metadata/properties" ma:root="true" ma:fieldsID="2ef6de4a32362b76d38b436c51ec4e40" ns2:_="" ns3:_="">
    <xsd:import namespace="00971729-70a3-4993-84f7-eb0c0afa8a2f"/>
    <xsd:import namespace="06e2edd1-4062-4d9a-a61d-4161a7f5f1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lcf76f155ced4ddcb4097134ff3c332f" minOccurs="0"/>
                <xsd:element ref="ns2:TaxCatchAll" minOccurs="0"/>
                <xsd:element ref="ns3:MediaLengthInSeconds" minOccurs="0"/>
                <xsd:element ref="ns3:MediaServiceSearchPropertie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971729-70a3-4993-84f7-eb0c0afa8a2f" elementFormDefault="qualified">
    <xsd:import namespace="http://schemas.microsoft.com/office/2006/documentManagement/types"/>
    <xsd:import namespace="http://schemas.microsoft.com/office/infopath/2007/PartnerControls"/>
    <xsd:element name="SharedWithUsers" ma:index="8"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description="" ma:internalName="SharedWithDetails" ma:readOnly="true">
      <xsd:simpleType>
        <xsd:restriction base="dms:Note">
          <xsd:maxLength value="255"/>
        </xsd:restriction>
      </xsd:simpleType>
    </xsd:element>
    <xsd:element name="TaxCatchAll" ma:index="22" nillable="true" ma:displayName="Colonne Attraper tout de Taxonomie" ma:hidden="true" ma:list="{3812f052-b851-404b-8596-4a1ac8d69aaf}" ma:internalName="TaxCatchAll" ma:showField="CatchAllData" ma:web="00971729-70a3-4993-84f7-eb0c0afa8a2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6e2edd1-4062-4d9a-a61d-4161a7f5f1b2"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Balises d’images" ma:readOnly="false" ma:fieldId="{5cf76f15-5ced-4ddc-b409-7134ff3c332f}" ma:taxonomyMulti="true" ma:sspId="cdf0841f-2772-4452-949b-9b51e46c2e0e"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B86CCF-A4F8-4444-9836-4F5E543C5406}">
  <ds:schemaRefs>
    <ds:schemaRef ds:uri="00971729-70a3-4993-84f7-eb0c0afa8a2f"/>
    <ds:schemaRef ds:uri="06e2edd1-4062-4d9a-a61d-4161a7f5f1b2"/>
    <ds:schemaRef ds:uri="125c6bb5-a381-4b6d-8deb-87062260a888"/>
    <ds:schemaRef ds:uri="194ced29-f2d3-4822-a186-59af69b23cb3"/>
    <ds:schemaRef ds:uri="7224cc77-36d3-4c4e-b6fa-7d5983a10a0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F790213-A1D6-439A-B6BA-0C411DF8C17D}">
  <ds:schemaRefs>
    <ds:schemaRef ds:uri="http://schemas.microsoft.com/sharepoint/v3/contenttype/forms"/>
  </ds:schemaRefs>
</ds:datastoreItem>
</file>

<file path=customXml/itemProps3.xml><?xml version="1.0" encoding="utf-8"?>
<ds:datastoreItem xmlns:ds="http://schemas.openxmlformats.org/officeDocument/2006/customXml" ds:itemID="{13B4EBB4-6818-4E93-A6B7-8A352F0C5741}"/>
</file>

<file path=docProps/app.xml><?xml version="1.0" encoding="utf-8"?>
<Properties xmlns="http://schemas.openxmlformats.org/officeDocument/2006/extended-properties" xmlns:vt="http://schemas.openxmlformats.org/officeDocument/2006/docPropsVTypes">
  <TotalTime>365</TotalTime>
  <Words>2510</Words>
  <Application>Microsoft Office PowerPoint</Application>
  <PresentationFormat>Grand écran</PresentationFormat>
  <Paragraphs>347</Paragraphs>
  <Slides>38</Slides>
  <Notes>34</Notes>
  <HiddenSlides>0</HiddenSlides>
  <MMClips>0</MMClips>
  <ScaleCrop>false</ScaleCrop>
  <HeadingPairs>
    <vt:vector size="6" baseType="variant">
      <vt:variant>
        <vt:lpstr>Polices utilisées</vt:lpstr>
      </vt:variant>
      <vt:variant>
        <vt:i4>7</vt:i4>
      </vt:variant>
      <vt:variant>
        <vt:lpstr>Thème</vt:lpstr>
      </vt:variant>
      <vt:variant>
        <vt:i4>8</vt:i4>
      </vt:variant>
      <vt:variant>
        <vt:lpstr>Titres des diapositives</vt:lpstr>
      </vt:variant>
      <vt:variant>
        <vt:i4>38</vt:i4>
      </vt:variant>
    </vt:vector>
  </HeadingPairs>
  <TitlesOfParts>
    <vt:vector size="53" baseType="lpstr">
      <vt:lpstr>Arial</vt:lpstr>
      <vt:lpstr>Calibri</vt:lpstr>
      <vt:lpstr>Segoe UI Emoji</vt:lpstr>
      <vt:lpstr>Tahoma</vt:lpstr>
      <vt:lpstr>Times New Roman</vt:lpstr>
      <vt:lpstr>Verdana</vt:lpstr>
      <vt:lpstr>Wingdings</vt:lpstr>
      <vt:lpstr>Thème Office</vt:lpstr>
      <vt:lpstr>2_Niveau</vt:lpstr>
      <vt:lpstr>3_Niveau</vt:lpstr>
      <vt:lpstr>5_Niveau</vt:lpstr>
      <vt:lpstr>4_Niveau</vt:lpstr>
      <vt:lpstr>2_Conception personnalisée</vt:lpstr>
      <vt:lpstr>6_Niveau</vt:lpstr>
      <vt:lpstr>7_Niveau</vt:lpstr>
      <vt:lpstr>ETRE REPRESENTANT  AU CONSEIL DE VIE SOCIALE EN ESAT</vt:lpstr>
      <vt:lpstr>Sommaire</vt:lpstr>
      <vt:lpstr>Rappels de l’intervention</vt:lpstr>
      <vt:lpstr>Evaluation de la formation</vt:lpstr>
      <vt:lpstr>Présentation PowerPoint</vt:lpstr>
      <vt:lpstr>Évaluation globale de l’action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Vos remarques et suggestions : (ce que vous avez bien aimé / ou pas aimé…)</vt:lpstr>
      <vt:lpstr>Vos souhaits pour d’autres formations :</vt:lpstr>
      <vt:lpstr>Présentation PowerPoint</vt:lpstr>
      <vt:lpstr>Attentes des participants – Tour de table</vt:lpstr>
      <vt:lpstr>Faits marquants, ambiance générale, dynamique de groupe, remarques des participants (tour de table final) :</vt:lpstr>
      <vt:lpstr>Situations travaillées :</vt:lpstr>
      <vt:lpstr>Situations travaillées :</vt:lpstr>
      <vt:lpstr>Situations travaillées :</vt:lpstr>
      <vt:lpstr>Situations travaillées :</vt:lpstr>
      <vt:lpstr>Situations travaillées :</vt:lpstr>
      <vt:lpstr>Situations travaillées :</vt:lpstr>
      <vt:lpstr>Méthode des « 7 familles de questions », slide vierge et modifiable.</vt:lpstr>
      <vt:lpstr>Situations travaillées :</vt:lpstr>
      <vt:lpstr>Situations travaillées :</vt:lpstr>
      <vt:lpstr>Objectifs à conforter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Synthèse de formation CREDIT A LA CONSOMMATION ET CARTE PREMIUM TECHNIQUES DE VENTE ET ANIMATION COMMERCIALE</dc:title>
  <dc:creator>Pierre CHARON</dc:creator>
  <cp:lastModifiedBy>Contact PIC-FORMATION</cp:lastModifiedBy>
  <cp:revision>3</cp:revision>
  <dcterms:created xsi:type="dcterms:W3CDTF">2020-09-03T15:31:38Z</dcterms:created>
  <dcterms:modified xsi:type="dcterms:W3CDTF">2026-04-16T07:56:44Z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0x01010075C99932D3F98349B0646471334594E4</vt:lpwstr>
  </property>
</Properties>
</file>